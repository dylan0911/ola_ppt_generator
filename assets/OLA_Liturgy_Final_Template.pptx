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266"/>
  </p:notesMasterIdLst>
  <p:handoutMasterIdLst>
    <p:handoutMasterId r:id="rId267"/>
  </p:handoutMasterIdLst>
  <p:sldIdLst>
    <p:sldId id="256" r:id="rId2"/>
    <p:sldId id="257" r:id="rId3"/>
    <p:sldId id="1187" r:id="rId4"/>
    <p:sldId id="1188" r:id="rId5"/>
    <p:sldId id="1189" r:id="rId6"/>
    <p:sldId id="1190" r:id="rId7"/>
    <p:sldId id="1191" r:id="rId8"/>
    <p:sldId id="258" r:id="rId9"/>
    <p:sldId id="516" r:id="rId10"/>
    <p:sldId id="517" r:id="rId11"/>
    <p:sldId id="518" r:id="rId12"/>
    <p:sldId id="519" r:id="rId13"/>
    <p:sldId id="520" r:id="rId14"/>
    <p:sldId id="521" r:id="rId15"/>
    <p:sldId id="522" r:id="rId16"/>
    <p:sldId id="523" r:id="rId17"/>
    <p:sldId id="1209" r:id="rId18"/>
    <p:sldId id="524" r:id="rId19"/>
    <p:sldId id="1210" r:id="rId20"/>
    <p:sldId id="525" r:id="rId21"/>
    <p:sldId id="526" r:id="rId22"/>
    <p:sldId id="527" r:id="rId23"/>
    <p:sldId id="260" r:id="rId24"/>
    <p:sldId id="263" r:id="rId25"/>
    <p:sldId id="537" r:id="rId26"/>
    <p:sldId id="755" r:id="rId27"/>
    <p:sldId id="539" r:id="rId28"/>
    <p:sldId id="538" r:id="rId29"/>
    <p:sldId id="540" r:id="rId30"/>
    <p:sldId id="743" r:id="rId31"/>
    <p:sldId id="1199" r:id="rId32"/>
    <p:sldId id="754" r:id="rId33"/>
    <p:sldId id="529" r:id="rId34"/>
    <p:sldId id="531" r:id="rId35"/>
    <p:sldId id="1203" r:id="rId36"/>
    <p:sldId id="1200" r:id="rId37"/>
    <p:sldId id="533" r:id="rId38"/>
    <p:sldId id="1204" r:id="rId39"/>
    <p:sldId id="1201" r:id="rId40"/>
    <p:sldId id="534" r:id="rId41"/>
    <p:sldId id="1206" r:id="rId42"/>
    <p:sldId id="1202" r:id="rId43"/>
    <p:sldId id="536" r:id="rId44"/>
    <p:sldId id="541" r:id="rId45"/>
    <p:sldId id="542" r:id="rId46"/>
    <p:sldId id="759" r:id="rId47"/>
    <p:sldId id="545" r:id="rId48"/>
    <p:sldId id="554" r:id="rId49"/>
    <p:sldId id="555" r:id="rId50"/>
    <p:sldId id="556" r:id="rId51"/>
    <p:sldId id="557" r:id="rId52"/>
    <p:sldId id="558" r:id="rId53"/>
    <p:sldId id="760" r:id="rId54"/>
    <p:sldId id="761" r:id="rId55"/>
    <p:sldId id="762" r:id="rId56"/>
    <p:sldId id="559" r:id="rId57"/>
    <p:sldId id="595" r:id="rId58"/>
    <p:sldId id="268" r:id="rId59"/>
    <p:sldId id="562" r:id="rId60"/>
    <p:sldId id="563" r:id="rId61"/>
    <p:sldId id="564" r:id="rId62"/>
    <p:sldId id="565" r:id="rId63"/>
    <p:sldId id="566" r:id="rId64"/>
    <p:sldId id="567" r:id="rId65"/>
    <p:sldId id="568" r:id="rId66"/>
    <p:sldId id="569" r:id="rId67"/>
    <p:sldId id="570" r:id="rId68"/>
    <p:sldId id="1207" r:id="rId69"/>
    <p:sldId id="764" r:id="rId70"/>
    <p:sldId id="571" r:id="rId71"/>
    <p:sldId id="768" r:id="rId72"/>
    <p:sldId id="573" r:id="rId73"/>
    <p:sldId id="769" r:id="rId74"/>
    <p:sldId id="574" r:id="rId75"/>
    <p:sldId id="766" r:id="rId76"/>
    <p:sldId id="596" r:id="rId77"/>
    <p:sldId id="770" r:id="rId78"/>
    <p:sldId id="577" r:id="rId79"/>
    <p:sldId id="272" r:id="rId80"/>
    <p:sldId id="291" r:id="rId81"/>
    <p:sldId id="273" r:id="rId82"/>
    <p:sldId id="1195" r:id="rId83"/>
    <p:sldId id="1196" r:id="rId84"/>
    <p:sldId id="1186" r:id="rId85"/>
    <p:sldId id="1211" r:id="rId86"/>
    <p:sldId id="744" r:id="rId87"/>
    <p:sldId id="279" r:id="rId88"/>
    <p:sldId id="597" r:id="rId89"/>
    <p:sldId id="314" r:id="rId90"/>
    <p:sldId id="324" r:id="rId91"/>
    <p:sldId id="598" r:id="rId92"/>
    <p:sldId id="599" r:id="rId93"/>
    <p:sldId id="600" r:id="rId94"/>
    <p:sldId id="601" r:id="rId95"/>
    <p:sldId id="602" r:id="rId96"/>
    <p:sldId id="603" r:id="rId97"/>
    <p:sldId id="604" r:id="rId98"/>
    <p:sldId id="605" r:id="rId99"/>
    <p:sldId id="606" r:id="rId100"/>
    <p:sldId id="607" r:id="rId101"/>
    <p:sldId id="608" r:id="rId102"/>
    <p:sldId id="609" r:id="rId103"/>
    <p:sldId id="610" r:id="rId104"/>
    <p:sldId id="611" r:id="rId105"/>
    <p:sldId id="612" r:id="rId106"/>
    <p:sldId id="613" r:id="rId107"/>
    <p:sldId id="614" r:id="rId108"/>
    <p:sldId id="615" r:id="rId109"/>
    <p:sldId id="616" r:id="rId110"/>
    <p:sldId id="733" r:id="rId111"/>
    <p:sldId id="618" r:id="rId112"/>
    <p:sldId id="619" r:id="rId113"/>
    <p:sldId id="620" r:id="rId114"/>
    <p:sldId id="621" r:id="rId115"/>
    <p:sldId id="622" r:id="rId116"/>
    <p:sldId id="623" r:id="rId117"/>
    <p:sldId id="624" r:id="rId118"/>
    <p:sldId id="625" r:id="rId119"/>
    <p:sldId id="626" r:id="rId120"/>
    <p:sldId id="278" r:id="rId121"/>
    <p:sldId id="627" r:id="rId122"/>
    <p:sldId id="628" r:id="rId123"/>
    <p:sldId id="629" r:id="rId124"/>
    <p:sldId id="630" r:id="rId125"/>
    <p:sldId id="631" r:id="rId126"/>
    <p:sldId id="632" r:id="rId127"/>
    <p:sldId id="633" r:id="rId128"/>
    <p:sldId id="634" r:id="rId129"/>
    <p:sldId id="734" r:id="rId130"/>
    <p:sldId id="635" r:id="rId131"/>
    <p:sldId id="636" r:id="rId132"/>
    <p:sldId id="637" r:id="rId133"/>
    <p:sldId id="638" r:id="rId134"/>
    <p:sldId id="639" r:id="rId135"/>
    <p:sldId id="640" r:id="rId136"/>
    <p:sldId id="641" r:id="rId137"/>
    <p:sldId id="642" r:id="rId138"/>
    <p:sldId id="643" r:id="rId139"/>
    <p:sldId id="644" r:id="rId140"/>
    <p:sldId id="645" r:id="rId141"/>
    <p:sldId id="646" r:id="rId142"/>
    <p:sldId id="647" r:id="rId143"/>
    <p:sldId id="648" r:id="rId144"/>
    <p:sldId id="649" r:id="rId145"/>
    <p:sldId id="650" r:id="rId146"/>
    <p:sldId id="651" r:id="rId147"/>
    <p:sldId id="652" r:id="rId148"/>
    <p:sldId id="735" r:id="rId149"/>
    <p:sldId id="653" r:id="rId150"/>
    <p:sldId id="654" r:id="rId151"/>
    <p:sldId id="655" r:id="rId152"/>
    <p:sldId id="656" r:id="rId153"/>
    <p:sldId id="657" r:id="rId154"/>
    <p:sldId id="658" r:id="rId155"/>
    <p:sldId id="745" r:id="rId156"/>
    <p:sldId id="684" r:id="rId157"/>
    <p:sldId id="686" r:id="rId158"/>
    <p:sldId id="687" r:id="rId159"/>
    <p:sldId id="685" r:id="rId160"/>
    <p:sldId id="688" r:id="rId161"/>
    <p:sldId id="689" r:id="rId162"/>
    <p:sldId id="690" r:id="rId163"/>
    <p:sldId id="692" r:id="rId164"/>
    <p:sldId id="693" r:id="rId165"/>
    <p:sldId id="694" r:id="rId166"/>
    <p:sldId id="691" r:id="rId167"/>
    <p:sldId id="696" r:id="rId168"/>
    <p:sldId id="695" r:id="rId169"/>
    <p:sldId id="697" r:id="rId170"/>
    <p:sldId id="659" r:id="rId171"/>
    <p:sldId id="660" r:id="rId172"/>
    <p:sldId id="661" r:id="rId173"/>
    <p:sldId id="662" r:id="rId174"/>
    <p:sldId id="663" r:id="rId175"/>
    <p:sldId id="664" r:id="rId176"/>
    <p:sldId id="665" r:id="rId177"/>
    <p:sldId id="667" r:id="rId178"/>
    <p:sldId id="666" r:id="rId179"/>
    <p:sldId id="668" r:id="rId180"/>
    <p:sldId id="669" r:id="rId181"/>
    <p:sldId id="670" r:id="rId182"/>
    <p:sldId id="671" r:id="rId183"/>
    <p:sldId id="672" r:id="rId184"/>
    <p:sldId id="673" r:id="rId185"/>
    <p:sldId id="674" r:id="rId186"/>
    <p:sldId id="675" r:id="rId187"/>
    <p:sldId id="676" r:id="rId188"/>
    <p:sldId id="677" r:id="rId189"/>
    <p:sldId id="678" r:id="rId190"/>
    <p:sldId id="679" r:id="rId191"/>
    <p:sldId id="680" r:id="rId192"/>
    <p:sldId id="681" r:id="rId193"/>
    <p:sldId id="682" r:id="rId194"/>
    <p:sldId id="698" r:id="rId195"/>
    <p:sldId id="699" r:id="rId196"/>
    <p:sldId id="700" r:id="rId197"/>
    <p:sldId id="701" r:id="rId198"/>
    <p:sldId id="746" r:id="rId199"/>
    <p:sldId id="702" r:id="rId200"/>
    <p:sldId id="703" r:id="rId201"/>
    <p:sldId id="724" r:id="rId202"/>
    <p:sldId id="704" r:id="rId203"/>
    <p:sldId id="725" r:id="rId204"/>
    <p:sldId id="726" r:id="rId205"/>
    <p:sldId id="705" r:id="rId206"/>
    <p:sldId id="706" r:id="rId207"/>
    <p:sldId id="727" r:id="rId208"/>
    <p:sldId id="728" r:id="rId209"/>
    <p:sldId id="707" r:id="rId210"/>
    <p:sldId id="708" r:id="rId211"/>
    <p:sldId id="729" r:id="rId212"/>
    <p:sldId id="709" r:id="rId213"/>
    <p:sldId id="710" r:id="rId214"/>
    <p:sldId id="730" r:id="rId215"/>
    <p:sldId id="731" r:id="rId216"/>
    <p:sldId id="711" r:id="rId217"/>
    <p:sldId id="722" r:id="rId218"/>
    <p:sldId id="714" r:id="rId219"/>
    <p:sldId id="715" r:id="rId220"/>
    <p:sldId id="716" r:id="rId221"/>
    <p:sldId id="732" r:id="rId222"/>
    <p:sldId id="717" r:id="rId223"/>
    <p:sldId id="718" r:id="rId224"/>
    <p:sldId id="719" r:id="rId225"/>
    <p:sldId id="720" r:id="rId226"/>
    <p:sldId id="683" r:id="rId227"/>
    <p:sldId id="284" r:id="rId228"/>
    <p:sldId id="581" r:id="rId229"/>
    <p:sldId id="582" r:id="rId230"/>
    <p:sldId id="583" r:id="rId231"/>
    <p:sldId id="584" r:id="rId232"/>
    <p:sldId id="585" r:id="rId233"/>
    <p:sldId id="587" r:id="rId234"/>
    <p:sldId id="588" r:id="rId235"/>
    <p:sldId id="589" r:id="rId236"/>
    <p:sldId id="590" r:id="rId237"/>
    <p:sldId id="591" r:id="rId238"/>
    <p:sldId id="592" r:id="rId239"/>
    <p:sldId id="593" r:id="rId240"/>
    <p:sldId id="594" r:id="rId241"/>
    <p:sldId id="501" r:id="rId242"/>
    <p:sldId id="1192" r:id="rId243"/>
    <p:sldId id="1193" r:id="rId244"/>
    <p:sldId id="1194" r:id="rId245"/>
    <p:sldId id="549" r:id="rId246"/>
    <p:sldId id="550" r:id="rId247"/>
    <p:sldId id="576" r:id="rId248"/>
    <p:sldId id="1137" r:id="rId249"/>
    <p:sldId id="1136" r:id="rId250"/>
    <p:sldId id="1102" r:id="rId251"/>
    <p:sldId id="1105" r:id="rId252"/>
    <p:sldId id="1208" r:id="rId253"/>
    <p:sldId id="1197" r:id="rId254"/>
    <p:sldId id="551" r:id="rId255"/>
    <p:sldId id="552" r:id="rId256"/>
    <p:sldId id="546" r:id="rId257"/>
    <p:sldId id="736" r:id="rId258"/>
    <p:sldId id="547" r:id="rId259"/>
    <p:sldId id="548" r:id="rId260"/>
    <p:sldId id="290" r:id="rId261"/>
    <p:sldId id="506" r:id="rId262"/>
    <p:sldId id="507" r:id="rId263"/>
    <p:sldId id="508" r:id="rId264"/>
    <p:sldId id="509" r:id="rId26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5725D"/>
    <a:srgbClr val="BCCCBE"/>
    <a:srgbClr val="767F7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B2B15CE-091B-4851-BE5E-C4B0FFA24884}" v="17" dt="2026-06-26T03:48:32.38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951" autoAdjust="0"/>
    <p:restoredTop sz="94660" autoAdjust="0"/>
  </p:normalViewPr>
  <p:slideViewPr>
    <p:cSldViewPr snapToGrid="0">
      <p:cViewPr varScale="1">
        <p:scale>
          <a:sx n="92" d="100"/>
          <a:sy n="92" d="100"/>
        </p:scale>
        <p:origin x="580" y="56"/>
      </p:cViewPr>
      <p:guideLst/>
    </p:cSldViewPr>
  </p:slideViewPr>
  <p:outlineViewPr>
    <p:cViewPr>
      <p:scale>
        <a:sx n="33" d="100"/>
        <a:sy n="33" d="100"/>
      </p:scale>
      <p:origin x="0" y="-67092"/>
    </p:cViewPr>
  </p:outlineViewPr>
  <p:notesTextViewPr>
    <p:cViewPr>
      <p:scale>
        <a:sx n="1" d="1"/>
        <a:sy n="1" d="1"/>
      </p:scale>
      <p:origin x="0" y="0"/>
    </p:cViewPr>
  </p:notesTextViewPr>
  <p:sorterViewPr>
    <p:cViewPr varScale="1">
      <p:scale>
        <a:sx n="1" d="1"/>
        <a:sy n="1" d="1"/>
      </p:scale>
      <p:origin x="0" y="-8388"/>
    </p:cViewPr>
  </p:sorter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63" Type="http://schemas.openxmlformats.org/officeDocument/2006/relationships/slide" Target="slides/slide62.xml"/><Relationship Id="rId159" Type="http://schemas.openxmlformats.org/officeDocument/2006/relationships/slide" Target="slides/slide158.xml"/><Relationship Id="rId170" Type="http://schemas.openxmlformats.org/officeDocument/2006/relationships/slide" Target="slides/slide169.xml"/><Relationship Id="rId226" Type="http://schemas.openxmlformats.org/officeDocument/2006/relationships/slide" Target="slides/slide225.xml"/><Relationship Id="rId268" Type="http://schemas.openxmlformats.org/officeDocument/2006/relationships/presProps" Target="presProps.xml"/><Relationship Id="rId32" Type="http://schemas.openxmlformats.org/officeDocument/2006/relationships/slide" Target="slides/slide31.xml"/><Relationship Id="rId74" Type="http://schemas.openxmlformats.org/officeDocument/2006/relationships/slide" Target="slides/slide73.xml"/><Relationship Id="rId128" Type="http://schemas.openxmlformats.org/officeDocument/2006/relationships/slide" Target="slides/slide127.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16" Type="http://schemas.openxmlformats.org/officeDocument/2006/relationships/slide" Target="slides/slide215.xml"/><Relationship Id="rId237" Type="http://schemas.openxmlformats.org/officeDocument/2006/relationships/slide" Target="slides/slide236.xml"/><Relationship Id="rId258" Type="http://schemas.openxmlformats.org/officeDocument/2006/relationships/slide" Target="slides/slide257.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206" Type="http://schemas.openxmlformats.org/officeDocument/2006/relationships/slide" Target="slides/slide205.xml"/><Relationship Id="rId227" Type="http://schemas.openxmlformats.org/officeDocument/2006/relationships/slide" Target="slides/slide226.xml"/><Relationship Id="rId248" Type="http://schemas.openxmlformats.org/officeDocument/2006/relationships/slide" Target="slides/slide247.xml"/><Relationship Id="rId269" Type="http://schemas.openxmlformats.org/officeDocument/2006/relationships/viewProps" Target="viewProps.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217" Type="http://schemas.openxmlformats.org/officeDocument/2006/relationships/slide" Target="slides/slide216.xml"/><Relationship Id="rId6" Type="http://schemas.openxmlformats.org/officeDocument/2006/relationships/slide" Target="slides/slide5.xml"/><Relationship Id="rId238" Type="http://schemas.openxmlformats.org/officeDocument/2006/relationships/slide" Target="slides/slide237.xml"/><Relationship Id="rId259" Type="http://schemas.openxmlformats.org/officeDocument/2006/relationships/slide" Target="slides/slide258.xml"/><Relationship Id="rId23" Type="http://schemas.openxmlformats.org/officeDocument/2006/relationships/slide" Target="slides/slide22.xml"/><Relationship Id="rId119" Type="http://schemas.openxmlformats.org/officeDocument/2006/relationships/slide" Target="slides/slide118.xml"/><Relationship Id="rId270" Type="http://schemas.openxmlformats.org/officeDocument/2006/relationships/theme" Target="theme/theme1.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207" Type="http://schemas.openxmlformats.org/officeDocument/2006/relationships/slide" Target="slides/slide206.xml"/><Relationship Id="rId228" Type="http://schemas.openxmlformats.org/officeDocument/2006/relationships/slide" Target="slides/slide227.xml"/><Relationship Id="rId249" Type="http://schemas.openxmlformats.org/officeDocument/2006/relationships/slide" Target="slides/slide248.xml"/><Relationship Id="rId13" Type="http://schemas.openxmlformats.org/officeDocument/2006/relationships/slide" Target="slides/slide12.xml"/><Relationship Id="rId109" Type="http://schemas.openxmlformats.org/officeDocument/2006/relationships/slide" Target="slides/slide108.xml"/><Relationship Id="rId260" Type="http://schemas.openxmlformats.org/officeDocument/2006/relationships/slide" Target="slides/slide259.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18" Type="http://schemas.openxmlformats.org/officeDocument/2006/relationships/slide" Target="slides/slide217.xml"/><Relationship Id="rId239" Type="http://schemas.openxmlformats.org/officeDocument/2006/relationships/slide" Target="slides/slide238.xml"/><Relationship Id="rId250" Type="http://schemas.openxmlformats.org/officeDocument/2006/relationships/slide" Target="slides/slide249.xml"/><Relationship Id="rId271" Type="http://schemas.openxmlformats.org/officeDocument/2006/relationships/tableStyles" Target="tableStyles.xml"/><Relationship Id="rId24" Type="http://schemas.openxmlformats.org/officeDocument/2006/relationships/slide" Target="slides/slide23.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31" Type="http://schemas.openxmlformats.org/officeDocument/2006/relationships/slide" Target="slides/slide130.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208" Type="http://schemas.openxmlformats.org/officeDocument/2006/relationships/slide" Target="slides/slide207.xml"/><Relationship Id="rId229" Type="http://schemas.openxmlformats.org/officeDocument/2006/relationships/slide" Target="slides/slide228.xml"/><Relationship Id="rId240" Type="http://schemas.openxmlformats.org/officeDocument/2006/relationships/slide" Target="slides/slide239.xml"/><Relationship Id="rId261" Type="http://schemas.openxmlformats.org/officeDocument/2006/relationships/slide" Target="slides/slide260.xml"/><Relationship Id="rId14" Type="http://schemas.openxmlformats.org/officeDocument/2006/relationships/slide" Target="slides/slide13.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8" Type="http://schemas.openxmlformats.org/officeDocument/2006/relationships/slide" Target="slides/slide7.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219" Type="http://schemas.openxmlformats.org/officeDocument/2006/relationships/slide" Target="slides/slide218.xml"/><Relationship Id="rId230" Type="http://schemas.openxmlformats.org/officeDocument/2006/relationships/slide" Target="slides/slide229.xml"/><Relationship Id="rId251" Type="http://schemas.openxmlformats.org/officeDocument/2006/relationships/slide" Target="slides/slide250.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72" Type="http://schemas.microsoft.com/office/2016/11/relationships/changesInfo" Target="changesInfos/changesInfo1.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95" Type="http://schemas.openxmlformats.org/officeDocument/2006/relationships/slide" Target="slides/slide194.xml"/><Relationship Id="rId209" Type="http://schemas.openxmlformats.org/officeDocument/2006/relationships/slide" Target="slides/slide208.xml"/><Relationship Id="rId220" Type="http://schemas.openxmlformats.org/officeDocument/2006/relationships/slide" Target="slides/slide219.xml"/><Relationship Id="rId241" Type="http://schemas.openxmlformats.org/officeDocument/2006/relationships/slide" Target="slides/slide24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262" Type="http://schemas.openxmlformats.org/officeDocument/2006/relationships/slide" Target="slides/slide261.xml"/><Relationship Id="rId78" Type="http://schemas.openxmlformats.org/officeDocument/2006/relationships/slide" Target="slides/slide77.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64" Type="http://schemas.openxmlformats.org/officeDocument/2006/relationships/slide" Target="slides/slide163.xml"/><Relationship Id="rId185" Type="http://schemas.openxmlformats.org/officeDocument/2006/relationships/slide" Target="slides/slide184.xml"/><Relationship Id="rId9" Type="http://schemas.openxmlformats.org/officeDocument/2006/relationships/slide" Target="slides/slide8.xml"/><Relationship Id="rId210" Type="http://schemas.openxmlformats.org/officeDocument/2006/relationships/slide" Target="slides/slide209.xml"/><Relationship Id="rId26" Type="http://schemas.openxmlformats.org/officeDocument/2006/relationships/slide" Target="slides/slide25.xml"/><Relationship Id="rId231" Type="http://schemas.openxmlformats.org/officeDocument/2006/relationships/slide" Target="slides/slide230.xml"/><Relationship Id="rId252" Type="http://schemas.openxmlformats.org/officeDocument/2006/relationships/slide" Target="slides/slide251.xml"/><Relationship Id="rId273" Type="http://schemas.microsoft.com/office/2015/10/relationships/revisionInfo" Target="revisionInfo.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slide" Target="slides/slide220.xml"/><Relationship Id="rId242" Type="http://schemas.openxmlformats.org/officeDocument/2006/relationships/slide" Target="slides/slide241.xml"/><Relationship Id="rId263" Type="http://schemas.openxmlformats.org/officeDocument/2006/relationships/slide" Target="slides/slide262.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32" Type="http://schemas.openxmlformats.org/officeDocument/2006/relationships/slide" Target="slides/slide231.xml"/><Relationship Id="rId253" Type="http://schemas.openxmlformats.org/officeDocument/2006/relationships/slide" Target="slides/slide252.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222" Type="http://schemas.openxmlformats.org/officeDocument/2006/relationships/slide" Target="slides/slide221.xml"/><Relationship Id="rId243" Type="http://schemas.openxmlformats.org/officeDocument/2006/relationships/slide" Target="slides/slide242.xml"/><Relationship Id="rId264" Type="http://schemas.openxmlformats.org/officeDocument/2006/relationships/slide" Target="slides/slide263.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12" Type="http://schemas.openxmlformats.org/officeDocument/2006/relationships/slide" Target="slides/slide211.xml"/><Relationship Id="rId233" Type="http://schemas.openxmlformats.org/officeDocument/2006/relationships/slide" Target="slides/slide232.xml"/><Relationship Id="rId254" Type="http://schemas.openxmlformats.org/officeDocument/2006/relationships/slide" Target="slides/slide253.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202" Type="http://schemas.openxmlformats.org/officeDocument/2006/relationships/slide" Target="slides/slide201.xml"/><Relationship Id="rId223" Type="http://schemas.openxmlformats.org/officeDocument/2006/relationships/slide" Target="slides/slide222.xml"/><Relationship Id="rId244" Type="http://schemas.openxmlformats.org/officeDocument/2006/relationships/slide" Target="slides/slide243.xml"/><Relationship Id="rId18" Type="http://schemas.openxmlformats.org/officeDocument/2006/relationships/slide" Target="slides/slide17.xml"/><Relationship Id="rId39" Type="http://schemas.openxmlformats.org/officeDocument/2006/relationships/slide" Target="slides/slide38.xml"/><Relationship Id="rId265" Type="http://schemas.openxmlformats.org/officeDocument/2006/relationships/slide" Target="slides/slide264.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1" Type="http://schemas.openxmlformats.org/officeDocument/2006/relationships/slide" Target="slides/slide70.xml"/><Relationship Id="rId92" Type="http://schemas.openxmlformats.org/officeDocument/2006/relationships/slide" Target="slides/slide91.xml"/><Relationship Id="rId213" Type="http://schemas.openxmlformats.org/officeDocument/2006/relationships/slide" Target="slides/slide212.xml"/><Relationship Id="rId234" Type="http://schemas.openxmlformats.org/officeDocument/2006/relationships/slide" Target="slides/slide233.xml"/><Relationship Id="rId2" Type="http://schemas.openxmlformats.org/officeDocument/2006/relationships/slide" Target="slides/slide1.xml"/><Relationship Id="rId29" Type="http://schemas.openxmlformats.org/officeDocument/2006/relationships/slide" Target="slides/slide28.xml"/><Relationship Id="rId255" Type="http://schemas.openxmlformats.org/officeDocument/2006/relationships/slide" Target="slides/slide254.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99" Type="http://schemas.openxmlformats.org/officeDocument/2006/relationships/slide" Target="slides/slide198.xml"/><Relationship Id="rId203" Type="http://schemas.openxmlformats.org/officeDocument/2006/relationships/slide" Target="slides/slide202.xml"/><Relationship Id="rId19" Type="http://schemas.openxmlformats.org/officeDocument/2006/relationships/slide" Target="slides/slide18.xml"/><Relationship Id="rId224" Type="http://schemas.openxmlformats.org/officeDocument/2006/relationships/slide" Target="slides/slide223.xml"/><Relationship Id="rId245" Type="http://schemas.openxmlformats.org/officeDocument/2006/relationships/slide" Target="slides/slide244.xml"/><Relationship Id="rId266" Type="http://schemas.openxmlformats.org/officeDocument/2006/relationships/notesMaster" Target="notesMasters/notesMaster1.xml"/><Relationship Id="rId30" Type="http://schemas.openxmlformats.org/officeDocument/2006/relationships/slide" Target="slides/slide2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189" Type="http://schemas.openxmlformats.org/officeDocument/2006/relationships/slide" Target="slides/slide188.xml"/><Relationship Id="rId3" Type="http://schemas.openxmlformats.org/officeDocument/2006/relationships/slide" Target="slides/slide2.xml"/><Relationship Id="rId214" Type="http://schemas.openxmlformats.org/officeDocument/2006/relationships/slide" Target="slides/slide213.xml"/><Relationship Id="rId235" Type="http://schemas.openxmlformats.org/officeDocument/2006/relationships/slide" Target="slides/slide234.xml"/><Relationship Id="rId256" Type="http://schemas.openxmlformats.org/officeDocument/2006/relationships/slide" Target="slides/slide255.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179" Type="http://schemas.openxmlformats.org/officeDocument/2006/relationships/slide" Target="slides/slide178.xml"/><Relationship Id="rId190" Type="http://schemas.openxmlformats.org/officeDocument/2006/relationships/slide" Target="slides/slide189.xml"/><Relationship Id="rId204" Type="http://schemas.openxmlformats.org/officeDocument/2006/relationships/slide" Target="slides/slide203.xml"/><Relationship Id="rId225" Type="http://schemas.openxmlformats.org/officeDocument/2006/relationships/slide" Target="slides/slide224.xml"/><Relationship Id="rId246" Type="http://schemas.openxmlformats.org/officeDocument/2006/relationships/slide" Target="slides/slide245.xml"/><Relationship Id="rId267" Type="http://schemas.openxmlformats.org/officeDocument/2006/relationships/handoutMaster" Target="handoutMasters/handoutMaster1.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94" Type="http://schemas.openxmlformats.org/officeDocument/2006/relationships/slide" Target="slides/slide93.xml"/><Relationship Id="rId148" Type="http://schemas.openxmlformats.org/officeDocument/2006/relationships/slide" Target="slides/slide147.xml"/><Relationship Id="rId169" Type="http://schemas.openxmlformats.org/officeDocument/2006/relationships/slide" Target="slides/slide168.xml"/><Relationship Id="rId4" Type="http://schemas.openxmlformats.org/officeDocument/2006/relationships/slide" Target="slides/slide3.xml"/><Relationship Id="rId180" Type="http://schemas.openxmlformats.org/officeDocument/2006/relationships/slide" Target="slides/slide179.xml"/><Relationship Id="rId215" Type="http://schemas.openxmlformats.org/officeDocument/2006/relationships/slide" Target="slides/slide214.xml"/><Relationship Id="rId236" Type="http://schemas.openxmlformats.org/officeDocument/2006/relationships/slide" Target="slides/slide235.xml"/><Relationship Id="rId257" Type="http://schemas.openxmlformats.org/officeDocument/2006/relationships/slide" Target="slides/slide256.xml"/><Relationship Id="rId42" Type="http://schemas.openxmlformats.org/officeDocument/2006/relationships/slide" Target="slides/slide41.xml"/><Relationship Id="rId84" Type="http://schemas.openxmlformats.org/officeDocument/2006/relationships/slide" Target="slides/slide83.xml"/><Relationship Id="rId138" Type="http://schemas.openxmlformats.org/officeDocument/2006/relationships/slide" Target="slides/slide137.xml"/><Relationship Id="rId191" Type="http://schemas.openxmlformats.org/officeDocument/2006/relationships/slide" Target="slides/slide190.xml"/><Relationship Id="rId205" Type="http://schemas.openxmlformats.org/officeDocument/2006/relationships/slide" Target="slides/slide204.xml"/><Relationship Id="rId247" Type="http://schemas.openxmlformats.org/officeDocument/2006/relationships/slide" Target="slides/slide246.xml"/><Relationship Id="rId107" Type="http://schemas.openxmlformats.org/officeDocument/2006/relationships/slide" Target="slides/slide106.xml"/><Relationship Id="rId11" Type="http://schemas.openxmlformats.org/officeDocument/2006/relationships/slide" Target="slides/slide10.xml"/><Relationship Id="rId53" Type="http://schemas.openxmlformats.org/officeDocument/2006/relationships/slide" Target="slides/slide52.xml"/><Relationship Id="rId149" Type="http://schemas.openxmlformats.org/officeDocument/2006/relationships/slide" Target="slides/slide14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velyn Wu" userId="339c81843de8bc82" providerId="LiveId" clId="{5449D2CE-39C5-4D6E-B874-3B6C6764BE2C}"/>
    <pc:docChg chg="undo custSel addSld delSld modSld sldOrd">
      <pc:chgData name="Evelyn Wu" userId="339c81843de8bc82" providerId="LiveId" clId="{5449D2CE-39C5-4D6E-B874-3B6C6764BE2C}" dt="2026-06-26T03:48:32.380" v="505"/>
      <pc:docMkLst>
        <pc:docMk/>
      </pc:docMkLst>
      <pc:sldChg chg="modSp mod">
        <pc:chgData name="Evelyn Wu" userId="339c81843de8bc82" providerId="LiveId" clId="{5449D2CE-39C5-4D6E-B874-3B6C6764BE2C}" dt="2026-06-20T12:52:07.048" v="465" actId="20577"/>
        <pc:sldMkLst>
          <pc:docMk/>
          <pc:sldMk cId="1836881861" sldId="256"/>
        </pc:sldMkLst>
        <pc:spChg chg="mod">
          <ac:chgData name="Evelyn Wu" userId="339c81843de8bc82" providerId="LiveId" clId="{5449D2CE-39C5-4D6E-B874-3B6C6764BE2C}" dt="2026-06-20T12:52:07.048" v="465" actId="20577"/>
          <ac:spMkLst>
            <pc:docMk/>
            <pc:sldMk cId="1836881861" sldId="256"/>
            <ac:spMk id="4" creationId="{6D8EFDA2-B100-DA7D-3D89-F29F115064A1}"/>
          </ac:spMkLst>
        </pc:spChg>
      </pc:sldChg>
      <pc:sldChg chg="modSp mod">
        <pc:chgData name="Evelyn Wu" userId="339c81843de8bc82" providerId="LiveId" clId="{5449D2CE-39C5-4D6E-B874-3B6C6764BE2C}" dt="2026-06-26T03:39:55.428" v="467" actId="113"/>
        <pc:sldMkLst>
          <pc:docMk/>
          <pc:sldMk cId="441592735" sldId="522"/>
        </pc:sldMkLst>
        <pc:spChg chg="mod">
          <ac:chgData name="Evelyn Wu" userId="339c81843de8bc82" providerId="LiveId" clId="{5449D2CE-39C5-4D6E-B874-3B6C6764BE2C}" dt="2026-06-26T03:39:52.863" v="466" actId="113"/>
          <ac:spMkLst>
            <pc:docMk/>
            <pc:sldMk cId="441592735" sldId="522"/>
            <ac:spMk id="3" creationId="{9C25DE65-EE65-6036-A002-B9C7169E00C2}"/>
          </ac:spMkLst>
        </pc:spChg>
        <pc:spChg chg="mod">
          <ac:chgData name="Evelyn Wu" userId="339c81843de8bc82" providerId="LiveId" clId="{5449D2CE-39C5-4D6E-B874-3B6C6764BE2C}" dt="2026-06-26T03:39:55.428" v="467" actId="113"/>
          <ac:spMkLst>
            <pc:docMk/>
            <pc:sldMk cId="441592735" sldId="522"/>
            <ac:spMk id="4" creationId="{48B3E1E0-E4F5-B5AF-F89B-565955B3FD86}"/>
          </ac:spMkLst>
        </pc:spChg>
      </pc:sldChg>
      <pc:sldChg chg="modSp mod">
        <pc:chgData name="Evelyn Wu" userId="339c81843de8bc82" providerId="LiveId" clId="{5449D2CE-39C5-4D6E-B874-3B6C6764BE2C}" dt="2026-06-26T03:42:07.884" v="476" actId="20577"/>
        <pc:sldMkLst>
          <pc:docMk/>
          <pc:sldMk cId="1361181469" sldId="523"/>
        </pc:sldMkLst>
        <pc:spChg chg="mod">
          <ac:chgData name="Evelyn Wu" userId="339c81843de8bc82" providerId="LiveId" clId="{5449D2CE-39C5-4D6E-B874-3B6C6764BE2C}" dt="2026-06-26T03:41:52.872" v="474" actId="6549"/>
          <ac:spMkLst>
            <pc:docMk/>
            <pc:sldMk cId="1361181469" sldId="523"/>
            <ac:spMk id="3" creationId="{833B9F29-0752-2361-FEA3-968CF457019A}"/>
          </ac:spMkLst>
        </pc:spChg>
        <pc:spChg chg="mod">
          <ac:chgData name="Evelyn Wu" userId="339c81843de8bc82" providerId="LiveId" clId="{5449D2CE-39C5-4D6E-B874-3B6C6764BE2C}" dt="2026-06-26T03:42:07.884" v="476" actId="20577"/>
          <ac:spMkLst>
            <pc:docMk/>
            <pc:sldMk cId="1361181469" sldId="523"/>
            <ac:spMk id="4" creationId="{012CC48C-EA8A-4112-1370-7819F55C6F52}"/>
          </ac:spMkLst>
        </pc:spChg>
      </pc:sldChg>
      <pc:sldChg chg="modSp mod">
        <pc:chgData name="Evelyn Wu" userId="339c81843de8bc82" providerId="LiveId" clId="{5449D2CE-39C5-4D6E-B874-3B6C6764BE2C}" dt="2026-06-26T03:43:18.063" v="486" actId="20577"/>
        <pc:sldMkLst>
          <pc:docMk/>
          <pc:sldMk cId="2174391445" sldId="524"/>
        </pc:sldMkLst>
        <pc:spChg chg="mod">
          <ac:chgData name="Evelyn Wu" userId="339c81843de8bc82" providerId="LiveId" clId="{5449D2CE-39C5-4D6E-B874-3B6C6764BE2C}" dt="2026-06-26T03:42:58.043" v="482" actId="108"/>
          <ac:spMkLst>
            <pc:docMk/>
            <pc:sldMk cId="2174391445" sldId="524"/>
            <ac:spMk id="3" creationId="{0DAD5E49-AC1B-2A7B-F91A-5B2FDF6A78D8}"/>
          </ac:spMkLst>
        </pc:spChg>
        <pc:spChg chg="mod">
          <ac:chgData name="Evelyn Wu" userId="339c81843de8bc82" providerId="LiveId" clId="{5449D2CE-39C5-4D6E-B874-3B6C6764BE2C}" dt="2026-06-26T03:43:18.063" v="486" actId="20577"/>
          <ac:spMkLst>
            <pc:docMk/>
            <pc:sldMk cId="2174391445" sldId="524"/>
            <ac:spMk id="4" creationId="{0F28FC80-8A78-2968-7F01-E3F1E0FBF23E}"/>
          </ac:spMkLst>
        </pc:spChg>
      </pc:sldChg>
      <pc:sldChg chg="modSp mod">
        <pc:chgData name="Evelyn Wu" userId="339c81843de8bc82" providerId="LiveId" clId="{5449D2CE-39C5-4D6E-B874-3B6C6764BE2C}" dt="2026-06-26T03:45:00.014" v="498" actId="20577"/>
        <pc:sldMkLst>
          <pc:docMk/>
          <pc:sldMk cId="2395739329" sldId="525"/>
        </pc:sldMkLst>
        <pc:spChg chg="mod">
          <ac:chgData name="Evelyn Wu" userId="339c81843de8bc82" providerId="LiveId" clId="{5449D2CE-39C5-4D6E-B874-3B6C6764BE2C}" dt="2026-06-26T03:44:39.596" v="492" actId="20577"/>
          <ac:spMkLst>
            <pc:docMk/>
            <pc:sldMk cId="2395739329" sldId="525"/>
            <ac:spMk id="3" creationId="{BA90E210-8BDF-F9B8-B3AB-A43EB6812A70}"/>
          </ac:spMkLst>
        </pc:spChg>
        <pc:spChg chg="mod">
          <ac:chgData name="Evelyn Wu" userId="339c81843de8bc82" providerId="LiveId" clId="{5449D2CE-39C5-4D6E-B874-3B6C6764BE2C}" dt="2026-06-26T03:45:00.014" v="498" actId="20577"/>
          <ac:spMkLst>
            <pc:docMk/>
            <pc:sldMk cId="2395739329" sldId="525"/>
            <ac:spMk id="4" creationId="{1B63EE1C-819F-149D-EA8F-E11251C22CFE}"/>
          </ac:spMkLst>
        </pc:spChg>
      </pc:sldChg>
      <pc:sldChg chg="modSp mod">
        <pc:chgData name="Evelyn Wu" userId="339c81843de8bc82" providerId="LiveId" clId="{5449D2CE-39C5-4D6E-B874-3B6C6764BE2C}" dt="2026-06-19T09:31:57.959" v="24" actId="20577"/>
        <pc:sldMkLst>
          <pc:docMk/>
          <pc:sldMk cId="207563861" sldId="526"/>
        </pc:sldMkLst>
        <pc:spChg chg="mod">
          <ac:chgData name="Evelyn Wu" userId="339c81843de8bc82" providerId="LiveId" clId="{5449D2CE-39C5-4D6E-B874-3B6C6764BE2C}" dt="2026-06-19T09:29:32.955" v="20" actId="27636"/>
          <ac:spMkLst>
            <pc:docMk/>
            <pc:sldMk cId="207563861" sldId="526"/>
            <ac:spMk id="3" creationId="{BCDDA86E-030C-005B-463A-87DD15763760}"/>
          </ac:spMkLst>
        </pc:spChg>
        <pc:spChg chg="mod">
          <ac:chgData name="Evelyn Wu" userId="339c81843de8bc82" providerId="LiveId" clId="{5449D2CE-39C5-4D6E-B874-3B6C6764BE2C}" dt="2026-06-19T09:31:57.959" v="24" actId="20577"/>
          <ac:spMkLst>
            <pc:docMk/>
            <pc:sldMk cId="207563861" sldId="526"/>
            <ac:spMk id="4" creationId="{7ECEE6CC-525A-2F13-1263-60A67C565420}"/>
          </ac:spMkLst>
        </pc:spChg>
      </pc:sldChg>
      <pc:sldChg chg="modSp mod">
        <pc:chgData name="Evelyn Wu" userId="339c81843de8bc82" providerId="LiveId" clId="{5449D2CE-39C5-4D6E-B874-3B6C6764BE2C}" dt="2026-06-19T09:37:30.647" v="52" actId="20577"/>
        <pc:sldMkLst>
          <pc:docMk/>
          <pc:sldMk cId="3023980437" sldId="529"/>
        </pc:sldMkLst>
        <pc:spChg chg="mod">
          <ac:chgData name="Evelyn Wu" userId="339c81843de8bc82" providerId="LiveId" clId="{5449D2CE-39C5-4D6E-B874-3B6C6764BE2C}" dt="2026-06-19T09:37:30.647" v="52" actId="20577"/>
          <ac:spMkLst>
            <pc:docMk/>
            <pc:sldMk cId="3023980437" sldId="529"/>
            <ac:spMk id="3" creationId="{24675F73-4DD9-F995-5F88-F7379DC0DD7C}"/>
          </ac:spMkLst>
        </pc:spChg>
        <pc:spChg chg="mod">
          <ac:chgData name="Evelyn Wu" userId="339c81843de8bc82" providerId="LiveId" clId="{5449D2CE-39C5-4D6E-B874-3B6C6764BE2C}" dt="2026-06-19T09:37:22.288" v="48"/>
          <ac:spMkLst>
            <pc:docMk/>
            <pc:sldMk cId="3023980437" sldId="529"/>
            <ac:spMk id="4" creationId="{681EBDC4-E261-9081-01A9-72EC4B4A4E88}"/>
          </ac:spMkLst>
        </pc:spChg>
      </pc:sldChg>
      <pc:sldChg chg="modSp mod ord">
        <pc:chgData name="Evelyn Wu" userId="339c81843de8bc82" providerId="LiveId" clId="{5449D2CE-39C5-4D6E-B874-3B6C6764BE2C}" dt="2026-06-19T09:39:02.018" v="65"/>
        <pc:sldMkLst>
          <pc:docMk/>
          <pc:sldMk cId="2793832334" sldId="531"/>
        </pc:sldMkLst>
        <pc:spChg chg="mod">
          <ac:chgData name="Evelyn Wu" userId="339c81843de8bc82" providerId="LiveId" clId="{5449D2CE-39C5-4D6E-B874-3B6C6764BE2C}" dt="2026-06-19T09:38:36.314" v="62" actId="27636"/>
          <ac:spMkLst>
            <pc:docMk/>
            <pc:sldMk cId="2793832334" sldId="531"/>
            <ac:spMk id="3" creationId="{AE0C8BDB-F938-BDCB-6F79-1804E32B82C0}"/>
          </ac:spMkLst>
        </pc:spChg>
        <pc:spChg chg="mod">
          <ac:chgData name="Evelyn Wu" userId="339c81843de8bc82" providerId="LiveId" clId="{5449D2CE-39C5-4D6E-B874-3B6C6764BE2C}" dt="2026-06-19T09:39:02.018" v="65"/>
          <ac:spMkLst>
            <pc:docMk/>
            <pc:sldMk cId="2793832334" sldId="531"/>
            <ac:spMk id="4" creationId="{2EE9A442-C612-417C-CABA-315F3C5E0DBD}"/>
          </ac:spMkLst>
        </pc:spChg>
      </pc:sldChg>
      <pc:sldChg chg="modSp mod ord">
        <pc:chgData name="Evelyn Wu" userId="339c81843de8bc82" providerId="LiveId" clId="{5449D2CE-39C5-4D6E-B874-3B6C6764BE2C}" dt="2026-06-19T09:40:51.572" v="80"/>
        <pc:sldMkLst>
          <pc:docMk/>
          <pc:sldMk cId="609750087" sldId="533"/>
        </pc:sldMkLst>
        <pc:spChg chg="mod">
          <ac:chgData name="Evelyn Wu" userId="339c81843de8bc82" providerId="LiveId" clId="{5449D2CE-39C5-4D6E-B874-3B6C6764BE2C}" dt="2026-06-19T09:39:59.151" v="77" actId="27636"/>
          <ac:spMkLst>
            <pc:docMk/>
            <pc:sldMk cId="609750087" sldId="533"/>
            <ac:spMk id="3" creationId="{F947BE64-4735-EEB2-2BC6-54F98918FE54}"/>
          </ac:spMkLst>
        </pc:spChg>
        <pc:spChg chg="mod">
          <ac:chgData name="Evelyn Wu" userId="339c81843de8bc82" providerId="LiveId" clId="{5449D2CE-39C5-4D6E-B874-3B6C6764BE2C}" dt="2026-06-19T09:40:51.572" v="80"/>
          <ac:spMkLst>
            <pc:docMk/>
            <pc:sldMk cId="609750087" sldId="533"/>
            <ac:spMk id="4" creationId="{3D0A84D0-CC37-9D81-B7A4-3C2D5FF1434B}"/>
          </ac:spMkLst>
        </pc:spChg>
      </pc:sldChg>
      <pc:sldChg chg="modSp mod ord">
        <pc:chgData name="Evelyn Wu" userId="339c81843de8bc82" providerId="LiveId" clId="{5449D2CE-39C5-4D6E-B874-3B6C6764BE2C}" dt="2026-06-19T09:42:27.675" v="91"/>
        <pc:sldMkLst>
          <pc:docMk/>
          <pc:sldMk cId="1457234004" sldId="534"/>
        </pc:sldMkLst>
        <pc:spChg chg="mod">
          <ac:chgData name="Evelyn Wu" userId="339c81843de8bc82" providerId="LiveId" clId="{5449D2CE-39C5-4D6E-B874-3B6C6764BE2C}" dt="2026-06-19T09:41:28.913" v="87"/>
          <ac:spMkLst>
            <pc:docMk/>
            <pc:sldMk cId="1457234004" sldId="534"/>
            <ac:spMk id="3" creationId="{85A5C170-6FDD-ACA7-1838-8833D0A73B17}"/>
          </ac:spMkLst>
        </pc:spChg>
        <pc:spChg chg="mod">
          <ac:chgData name="Evelyn Wu" userId="339c81843de8bc82" providerId="LiveId" clId="{5449D2CE-39C5-4D6E-B874-3B6C6764BE2C}" dt="2026-06-19T09:42:27.675" v="91"/>
          <ac:spMkLst>
            <pc:docMk/>
            <pc:sldMk cId="1457234004" sldId="534"/>
            <ac:spMk id="4" creationId="{16ED9D13-6371-D08C-8652-1B6F5AC0812F}"/>
          </ac:spMkLst>
        </pc:spChg>
      </pc:sldChg>
      <pc:sldChg chg="modSp mod">
        <pc:chgData name="Evelyn Wu" userId="339c81843de8bc82" providerId="LiveId" clId="{5449D2CE-39C5-4D6E-B874-3B6C6764BE2C}" dt="2026-06-19T09:59:46.679" v="148" actId="27636"/>
        <pc:sldMkLst>
          <pc:docMk/>
          <pc:sldMk cId="76742145" sldId="536"/>
        </pc:sldMkLst>
        <pc:spChg chg="mod">
          <ac:chgData name="Evelyn Wu" userId="339c81843de8bc82" providerId="LiveId" clId="{5449D2CE-39C5-4D6E-B874-3B6C6764BE2C}" dt="2026-06-19T09:59:46.676" v="147" actId="27636"/>
          <ac:spMkLst>
            <pc:docMk/>
            <pc:sldMk cId="76742145" sldId="536"/>
            <ac:spMk id="3" creationId="{745490C7-114F-3554-EA97-5312202B27DA}"/>
          </ac:spMkLst>
        </pc:spChg>
        <pc:spChg chg="mod">
          <ac:chgData name="Evelyn Wu" userId="339c81843de8bc82" providerId="LiveId" clId="{5449D2CE-39C5-4D6E-B874-3B6C6764BE2C}" dt="2026-06-19T09:59:46.679" v="148" actId="27636"/>
          <ac:spMkLst>
            <pc:docMk/>
            <pc:sldMk cId="76742145" sldId="536"/>
            <ac:spMk id="4" creationId="{0D2BFF7B-C3A3-35F8-053C-083C99915F1F}"/>
          </ac:spMkLst>
        </pc:spChg>
      </pc:sldChg>
      <pc:sldChg chg="modSp mod">
        <pc:chgData name="Evelyn Wu" userId="339c81843de8bc82" providerId="LiveId" clId="{5449D2CE-39C5-4D6E-B874-3B6C6764BE2C}" dt="2026-06-19T09:34:27.906" v="34"/>
        <pc:sldMkLst>
          <pc:docMk/>
          <pc:sldMk cId="2940923552" sldId="537"/>
        </pc:sldMkLst>
        <pc:spChg chg="mod">
          <ac:chgData name="Evelyn Wu" userId="339c81843de8bc82" providerId="LiveId" clId="{5449D2CE-39C5-4D6E-B874-3B6C6764BE2C}" dt="2026-06-19T09:32:26.146" v="25"/>
          <ac:spMkLst>
            <pc:docMk/>
            <pc:sldMk cId="2940923552" sldId="537"/>
            <ac:spMk id="3" creationId="{5BFDA21D-1607-A8EB-C1A4-0099A5CBA017}"/>
          </ac:spMkLst>
        </pc:spChg>
        <pc:spChg chg="mod">
          <ac:chgData name="Evelyn Wu" userId="339c81843de8bc82" providerId="LiveId" clId="{5449D2CE-39C5-4D6E-B874-3B6C6764BE2C}" dt="2026-06-19T09:34:27.906" v="34"/>
          <ac:spMkLst>
            <pc:docMk/>
            <pc:sldMk cId="2940923552" sldId="537"/>
            <ac:spMk id="4" creationId="{6FDCAEF7-A91E-A3B0-C105-243D54641932}"/>
          </ac:spMkLst>
        </pc:spChg>
      </pc:sldChg>
      <pc:sldChg chg="modSp mod">
        <pc:chgData name="Evelyn Wu" userId="339c81843de8bc82" providerId="LiveId" clId="{5449D2CE-39C5-4D6E-B874-3B6C6764BE2C}" dt="2026-06-19T09:35:54.127" v="37"/>
        <pc:sldMkLst>
          <pc:docMk/>
          <pc:sldMk cId="155573269" sldId="538"/>
        </pc:sldMkLst>
        <pc:spChg chg="mod">
          <ac:chgData name="Evelyn Wu" userId="339c81843de8bc82" providerId="LiveId" clId="{5449D2CE-39C5-4D6E-B874-3B6C6764BE2C}" dt="2026-06-19T09:33:15.041" v="28"/>
          <ac:spMkLst>
            <pc:docMk/>
            <pc:sldMk cId="155573269" sldId="538"/>
            <ac:spMk id="3" creationId="{D6305EA1-9BDE-BD78-2D1F-268789A26F92}"/>
          </ac:spMkLst>
        </pc:spChg>
        <pc:spChg chg="mod">
          <ac:chgData name="Evelyn Wu" userId="339c81843de8bc82" providerId="LiveId" clId="{5449D2CE-39C5-4D6E-B874-3B6C6764BE2C}" dt="2026-06-19T09:35:54.127" v="37"/>
          <ac:spMkLst>
            <pc:docMk/>
            <pc:sldMk cId="155573269" sldId="538"/>
            <ac:spMk id="4" creationId="{5EB182E5-3F08-0F2E-C43C-8D7A382EB32E}"/>
          </ac:spMkLst>
        </pc:spChg>
      </pc:sldChg>
      <pc:sldChg chg="modSp mod">
        <pc:chgData name="Evelyn Wu" userId="339c81843de8bc82" providerId="LiveId" clId="{5449D2CE-39C5-4D6E-B874-3B6C6764BE2C}" dt="2026-06-19T09:35:06.488" v="36"/>
        <pc:sldMkLst>
          <pc:docMk/>
          <pc:sldMk cId="4215248185" sldId="539"/>
        </pc:sldMkLst>
        <pc:spChg chg="mod">
          <ac:chgData name="Evelyn Wu" userId="339c81843de8bc82" providerId="LiveId" clId="{5449D2CE-39C5-4D6E-B874-3B6C6764BE2C}" dt="2026-06-19T09:33:00.966" v="27"/>
          <ac:spMkLst>
            <pc:docMk/>
            <pc:sldMk cId="4215248185" sldId="539"/>
            <ac:spMk id="3" creationId="{02DABEC3-63D4-F344-1A1D-7C29178F6D7D}"/>
          </ac:spMkLst>
        </pc:spChg>
        <pc:spChg chg="mod">
          <ac:chgData name="Evelyn Wu" userId="339c81843de8bc82" providerId="LiveId" clId="{5449D2CE-39C5-4D6E-B874-3B6C6764BE2C}" dt="2026-06-19T09:35:06.488" v="36"/>
          <ac:spMkLst>
            <pc:docMk/>
            <pc:sldMk cId="4215248185" sldId="539"/>
            <ac:spMk id="4" creationId="{114C1BCE-E544-27AF-DBC2-030FC5993F7C}"/>
          </ac:spMkLst>
        </pc:spChg>
      </pc:sldChg>
      <pc:sldChg chg="modSp mod">
        <pc:chgData name="Evelyn Wu" userId="339c81843de8bc82" providerId="LiveId" clId="{5449D2CE-39C5-4D6E-B874-3B6C6764BE2C}" dt="2026-06-19T09:36:16.781" v="39" actId="21"/>
        <pc:sldMkLst>
          <pc:docMk/>
          <pc:sldMk cId="2668945833" sldId="540"/>
        </pc:sldMkLst>
        <pc:spChg chg="mod">
          <ac:chgData name="Evelyn Wu" userId="339c81843de8bc82" providerId="LiveId" clId="{5449D2CE-39C5-4D6E-B874-3B6C6764BE2C}" dt="2026-06-19T09:36:16.781" v="39" actId="21"/>
          <ac:spMkLst>
            <pc:docMk/>
            <pc:sldMk cId="2668945833" sldId="540"/>
            <ac:spMk id="3" creationId="{3DEB2014-25F3-C967-A4BF-73515123868D}"/>
          </ac:spMkLst>
        </pc:spChg>
        <pc:spChg chg="mod">
          <ac:chgData name="Evelyn Wu" userId="339c81843de8bc82" providerId="LiveId" clId="{5449D2CE-39C5-4D6E-B874-3B6C6764BE2C}" dt="2026-06-19T09:36:08.125" v="38"/>
          <ac:spMkLst>
            <pc:docMk/>
            <pc:sldMk cId="2668945833" sldId="540"/>
            <ac:spMk id="4" creationId="{06B4F823-28EB-CE37-CBA2-D52908186922}"/>
          </ac:spMkLst>
        </pc:spChg>
      </pc:sldChg>
      <pc:sldChg chg="modSp mod">
        <pc:chgData name="Evelyn Wu" userId="339c81843de8bc82" providerId="LiveId" clId="{5449D2CE-39C5-4D6E-B874-3B6C6764BE2C}" dt="2026-06-19T10:00:34.216" v="171"/>
        <pc:sldMkLst>
          <pc:docMk/>
          <pc:sldMk cId="2182601437" sldId="541"/>
        </pc:sldMkLst>
        <pc:spChg chg="mod">
          <ac:chgData name="Evelyn Wu" userId="339c81843de8bc82" providerId="LiveId" clId="{5449D2CE-39C5-4D6E-B874-3B6C6764BE2C}" dt="2026-06-19T09:46:00.324" v="104"/>
          <ac:spMkLst>
            <pc:docMk/>
            <pc:sldMk cId="2182601437" sldId="541"/>
            <ac:spMk id="3" creationId="{E65AFDFE-50BD-4F24-A8BC-9EB732ED1C35}"/>
          </ac:spMkLst>
        </pc:spChg>
        <pc:spChg chg="mod">
          <ac:chgData name="Evelyn Wu" userId="339c81843de8bc82" providerId="LiveId" clId="{5449D2CE-39C5-4D6E-B874-3B6C6764BE2C}" dt="2026-06-19T10:00:34.216" v="171"/>
          <ac:spMkLst>
            <pc:docMk/>
            <pc:sldMk cId="2182601437" sldId="541"/>
            <ac:spMk id="4" creationId="{A945AC38-D7DD-060A-9745-7CC6984E4C9C}"/>
          </ac:spMkLst>
        </pc:spChg>
      </pc:sldChg>
      <pc:sldChg chg="modSp mod">
        <pc:chgData name="Evelyn Wu" userId="339c81843de8bc82" providerId="LiveId" clId="{5449D2CE-39C5-4D6E-B874-3B6C6764BE2C}" dt="2026-06-19T10:01:13.392" v="174"/>
        <pc:sldMkLst>
          <pc:docMk/>
          <pc:sldMk cId="3040898294" sldId="542"/>
        </pc:sldMkLst>
        <pc:spChg chg="mod">
          <ac:chgData name="Evelyn Wu" userId="339c81843de8bc82" providerId="LiveId" clId="{5449D2CE-39C5-4D6E-B874-3B6C6764BE2C}" dt="2026-06-19T09:47:11.629" v="123" actId="14100"/>
          <ac:spMkLst>
            <pc:docMk/>
            <pc:sldMk cId="3040898294" sldId="542"/>
            <ac:spMk id="3" creationId="{EF4D196B-E48D-5B30-7A7A-DC9BA99D25AA}"/>
          </ac:spMkLst>
        </pc:spChg>
        <pc:spChg chg="mod">
          <ac:chgData name="Evelyn Wu" userId="339c81843de8bc82" providerId="LiveId" clId="{5449D2CE-39C5-4D6E-B874-3B6C6764BE2C}" dt="2026-06-19T10:01:13.392" v="174"/>
          <ac:spMkLst>
            <pc:docMk/>
            <pc:sldMk cId="3040898294" sldId="542"/>
            <ac:spMk id="4" creationId="{31ACF6AC-9CD7-72DE-4325-253A0CD8E59C}"/>
          </ac:spMkLst>
        </pc:spChg>
      </pc:sldChg>
      <pc:sldChg chg="modSp mod">
        <pc:chgData name="Evelyn Wu" userId="339c81843de8bc82" providerId="LiveId" clId="{5449D2CE-39C5-4D6E-B874-3B6C6764BE2C}" dt="2026-06-19T10:02:09.940" v="183" actId="20577"/>
        <pc:sldMkLst>
          <pc:docMk/>
          <pc:sldMk cId="2543631049" sldId="545"/>
        </pc:sldMkLst>
        <pc:spChg chg="mod">
          <ac:chgData name="Evelyn Wu" userId="339c81843de8bc82" providerId="LiveId" clId="{5449D2CE-39C5-4D6E-B874-3B6C6764BE2C}" dt="2026-06-19T10:02:09.940" v="183" actId="20577"/>
          <ac:spMkLst>
            <pc:docMk/>
            <pc:sldMk cId="2543631049" sldId="545"/>
            <ac:spMk id="3" creationId="{8D893374-5387-6F79-A996-CA25DD63AA8C}"/>
          </ac:spMkLst>
        </pc:spChg>
        <pc:spChg chg="mod">
          <ac:chgData name="Evelyn Wu" userId="339c81843de8bc82" providerId="LiveId" clId="{5449D2CE-39C5-4D6E-B874-3B6C6764BE2C}" dt="2026-06-19T10:02:06.954" v="179" actId="20577"/>
          <ac:spMkLst>
            <pc:docMk/>
            <pc:sldMk cId="2543631049" sldId="545"/>
            <ac:spMk id="4" creationId="{78FAADD6-50B6-0ACB-4376-105B14F83051}"/>
          </ac:spMkLst>
        </pc:spChg>
      </pc:sldChg>
      <pc:sldChg chg="modSp mod">
        <pc:chgData name="Evelyn Wu" userId="339c81843de8bc82" providerId="LiveId" clId="{5449D2CE-39C5-4D6E-B874-3B6C6764BE2C}" dt="2026-06-19T10:42:18.998" v="286" actId="27636"/>
        <pc:sldMkLst>
          <pc:docMk/>
          <pc:sldMk cId="660698549" sldId="549"/>
        </pc:sldMkLst>
        <pc:spChg chg="mod">
          <ac:chgData name="Evelyn Wu" userId="339c81843de8bc82" providerId="LiveId" clId="{5449D2CE-39C5-4D6E-B874-3B6C6764BE2C}" dt="2026-06-19T10:42:18.998" v="285" actId="27636"/>
          <ac:spMkLst>
            <pc:docMk/>
            <pc:sldMk cId="660698549" sldId="549"/>
            <ac:spMk id="3" creationId="{1D3C09E3-EB54-1194-85A5-955815E3D794}"/>
          </ac:spMkLst>
        </pc:spChg>
        <pc:spChg chg="mod">
          <ac:chgData name="Evelyn Wu" userId="339c81843de8bc82" providerId="LiveId" clId="{5449D2CE-39C5-4D6E-B874-3B6C6764BE2C}" dt="2026-06-19T10:42:18.998" v="286" actId="27636"/>
          <ac:spMkLst>
            <pc:docMk/>
            <pc:sldMk cId="660698549" sldId="549"/>
            <ac:spMk id="4" creationId="{087607F4-AC6D-98F9-D258-B524BBF5A741}"/>
          </ac:spMkLst>
        </pc:spChg>
      </pc:sldChg>
      <pc:sldChg chg="modSp mod">
        <pc:chgData name="Evelyn Wu" userId="339c81843de8bc82" providerId="LiveId" clId="{5449D2CE-39C5-4D6E-B874-3B6C6764BE2C}" dt="2026-06-19T10:42:28.472" v="288" actId="20577"/>
        <pc:sldMkLst>
          <pc:docMk/>
          <pc:sldMk cId="3236757317" sldId="550"/>
        </pc:sldMkLst>
        <pc:spChg chg="mod">
          <ac:chgData name="Evelyn Wu" userId="339c81843de8bc82" providerId="LiveId" clId="{5449D2CE-39C5-4D6E-B874-3B6C6764BE2C}" dt="2026-06-19T10:42:26.171" v="287" actId="20577"/>
          <ac:spMkLst>
            <pc:docMk/>
            <pc:sldMk cId="3236757317" sldId="550"/>
            <ac:spMk id="3" creationId="{9455F3D6-D798-7CE9-4038-F8B36A63E9CF}"/>
          </ac:spMkLst>
        </pc:spChg>
        <pc:spChg chg="mod">
          <ac:chgData name="Evelyn Wu" userId="339c81843de8bc82" providerId="LiveId" clId="{5449D2CE-39C5-4D6E-B874-3B6C6764BE2C}" dt="2026-06-19T10:42:28.472" v="288" actId="20577"/>
          <ac:spMkLst>
            <pc:docMk/>
            <pc:sldMk cId="3236757317" sldId="550"/>
            <ac:spMk id="4" creationId="{39CA4ADB-B148-22F2-EE81-E6AF8AA30A98}"/>
          </ac:spMkLst>
        </pc:spChg>
      </pc:sldChg>
      <pc:sldChg chg="modSp mod">
        <pc:chgData name="Evelyn Wu" userId="339c81843de8bc82" providerId="LiveId" clId="{5449D2CE-39C5-4D6E-B874-3B6C6764BE2C}" dt="2026-06-19T10:02:48.832" v="198" actId="27636"/>
        <pc:sldMkLst>
          <pc:docMk/>
          <pc:sldMk cId="460571570" sldId="554"/>
        </pc:sldMkLst>
        <pc:spChg chg="mod">
          <ac:chgData name="Evelyn Wu" userId="339c81843de8bc82" providerId="LiveId" clId="{5449D2CE-39C5-4D6E-B874-3B6C6764BE2C}" dt="2026-06-19T10:02:48.829" v="197" actId="27636"/>
          <ac:spMkLst>
            <pc:docMk/>
            <pc:sldMk cId="460571570" sldId="554"/>
            <ac:spMk id="3" creationId="{21413309-B94C-2CCC-3958-9A3AC858A3AB}"/>
          </ac:spMkLst>
        </pc:spChg>
        <pc:spChg chg="mod">
          <ac:chgData name="Evelyn Wu" userId="339c81843de8bc82" providerId="LiveId" clId="{5449D2CE-39C5-4D6E-B874-3B6C6764BE2C}" dt="2026-06-19T10:02:48.832" v="198" actId="27636"/>
          <ac:spMkLst>
            <pc:docMk/>
            <pc:sldMk cId="460571570" sldId="554"/>
            <ac:spMk id="4" creationId="{C35B1AD4-30D6-DF03-9D66-CCCB3397CF80}"/>
          </ac:spMkLst>
        </pc:spChg>
      </pc:sldChg>
      <pc:sldChg chg="modSp mod">
        <pc:chgData name="Evelyn Wu" userId="339c81843de8bc82" providerId="LiveId" clId="{5449D2CE-39C5-4D6E-B874-3B6C6764BE2C}" dt="2026-06-19T10:05:58.260" v="212" actId="21"/>
        <pc:sldMkLst>
          <pc:docMk/>
          <pc:sldMk cId="4082149283" sldId="556"/>
        </pc:sldMkLst>
        <pc:spChg chg="mod">
          <ac:chgData name="Evelyn Wu" userId="339c81843de8bc82" providerId="LiveId" clId="{5449D2CE-39C5-4D6E-B874-3B6C6764BE2C}" dt="2026-06-19T10:03:27.133" v="199"/>
          <ac:spMkLst>
            <pc:docMk/>
            <pc:sldMk cId="4082149283" sldId="556"/>
            <ac:spMk id="3" creationId="{CF5D0601-279B-8E10-61D5-059D19E5271E}"/>
          </ac:spMkLst>
        </pc:spChg>
        <pc:spChg chg="mod">
          <ac:chgData name="Evelyn Wu" userId="339c81843de8bc82" providerId="LiveId" clId="{5449D2CE-39C5-4D6E-B874-3B6C6764BE2C}" dt="2026-06-19T10:05:58.260" v="212" actId="21"/>
          <ac:spMkLst>
            <pc:docMk/>
            <pc:sldMk cId="4082149283" sldId="556"/>
            <ac:spMk id="4" creationId="{A4245060-3745-A123-9D18-1BBB5BA4466D}"/>
          </ac:spMkLst>
        </pc:spChg>
      </pc:sldChg>
      <pc:sldChg chg="modSp mod">
        <pc:chgData name="Evelyn Wu" userId="339c81843de8bc82" providerId="LiveId" clId="{5449D2CE-39C5-4D6E-B874-3B6C6764BE2C}" dt="2026-06-19T10:19:25.527" v="218" actId="21"/>
        <pc:sldMkLst>
          <pc:docMk/>
          <pc:sldMk cId="1725203357" sldId="557"/>
        </pc:sldMkLst>
        <pc:spChg chg="mod">
          <ac:chgData name="Evelyn Wu" userId="339c81843de8bc82" providerId="LiveId" clId="{5449D2CE-39C5-4D6E-B874-3B6C6764BE2C}" dt="2026-06-19T10:03:43.994" v="200"/>
          <ac:spMkLst>
            <pc:docMk/>
            <pc:sldMk cId="1725203357" sldId="557"/>
            <ac:spMk id="3" creationId="{CFCC8206-856A-0B42-2E6B-C20639BA5962}"/>
          </ac:spMkLst>
        </pc:spChg>
        <pc:spChg chg="mod">
          <ac:chgData name="Evelyn Wu" userId="339c81843de8bc82" providerId="LiveId" clId="{5449D2CE-39C5-4D6E-B874-3B6C6764BE2C}" dt="2026-06-19T10:19:25.527" v="218" actId="21"/>
          <ac:spMkLst>
            <pc:docMk/>
            <pc:sldMk cId="1725203357" sldId="557"/>
            <ac:spMk id="4" creationId="{2A0D596C-5A9B-16D8-E970-BDE0359CCC75}"/>
          </ac:spMkLst>
        </pc:spChg>
      </pc:sldChg>
      <pc:sldChg chg="modSp mod">
        <pc:chgData name="Evelyn Wu" userId="339c81843de8bc82" providerId="LiveId" clId="{5449D2CE-39C5-4D6E-B874-3B6C6764BE2C}" dt="2026-06-19T10:19:44.943" v="224" actId="27636"/>
        <pc:sldMkLst>
          <pc:docMk/>
          <pc:sldMk cId="4236465969" sldId="558"/>
        </pc:sldMkLst>
        <pc:spChg chg="mod">
          <ac:chgData name="Evelyn Wu" userId="339c81843de8bc82" providerId="LiveId" clId="{5449D2CE-39C5-4D6E-B874-3B6C6764BE2C}" dt="2026-06-19T10:19:44.943" v="223" actId="27636"/>
          <ac:spMkLst>
            <pc:docMk/>
            <pc:sldMk cId="4236465969" sldId="558"/>
            <ac:spMk id="3" creationId="{8DDC95A5-12CD-9250-351B-EF8E008B9438}"/>
          </ac:spMkLst>
        </pc:spChg>
        <pc:spChg chg="mod">
          <ac:chgData name="Evelyn Wu" userId="339c81843de8bc82" providerId="LiveId" clId="{5449D2CE-39C5-4D6E-B874-3B6C6764BE2C}" dt="2026-06-19T10:19:44.943" v="224" actId="27636"/>
          <ac:spMkLst>
            <pc:docMk/>
            <pc:sldMk cId="4236465969" sldId="558"/>
            <ac:spMk id="4" creationId="{5C617042-71A8-81C2-66C4-80BBA3F3F4B6}"/>
          </ac:spMkLst>
        </pc:spChg>
      </pc:sldChg>
      <pc:sldChg chg="modSp mod">
        <pc:chgData name="Evelyn Wu" userId="339c81843de8bc82" providerId="LiveId" clId="{5449D2CE-39C5-4D6E-B874-3B6C6764BE2C}" dt="2026-06-19T10:30:44.021" v="239" actId="20577"/>
        <pc:sldMkLst>
          <pc:docMk/>
          <pc:sldMk cId="4025363044" sldId="559"/>
        </pc:sldMkLst>
        <pc:spChg chg="mod">
          <ac:chgData name="Evelyn Wu" userId="339c81843de8bc82" providerId="LiveId" clId="{5449D2CE-39C5-4D6E-B874-3B6C6764BE2C}" dt="2026-06-19T10:04:59.263" v="210" actId="20577"/>
          <ac:spMkLst>
            <pc:docMk/>
            <pc:sldMk cId="4025363044" sldId="559"/>
            <ac:spMk id="3" creationId="{C73C111B-1DE0-6B24-711C-FB75A2D5261A}"/>
          </ac:spMkLst>
        </pc:spChg>
        <pc:spChg chg="mod">
          <ac:chgData name="Evelyn Wu" userId="339c81843de8bc82" providerId="LiveId" clId="{5449D2CE-39C5-4D6E-B874-3B6C6764BE2C}" dt="2026-06-19T10:30:44.021" v="239" actId="20577"/>
          <ac:spMkLst>
            <pc:docMk/>
            <pc:sldMk cId="4025363044" sldId="559"/>
            <ac:spMk id="4" creationId="{B9F3F56A-AFFA-CDF5-6FD5-E575DE1CF8BC}"/>
          </ac:spMkLst>
        </pc:spChg>
      </pc:sldChg>
      <pc:sldChg chg="modSp mod">
        <pc:chgData name="Evelyn Wu" userId="339c81843de8bc82" providerId="LiveId" clId="{5449D2CE-39C5-4D6E-B874-3B6C6764BE2C}" dt="2026-06-26T03:47:03.303" v="502" actId="20577"/>
        <pc:sldMkLst>
          <pc:docMk/>
          <pc:sldMk cId="2832717088" sldId="565"/>
        </pc:sldMkLst>
        <pc:spChg chg="mod">
          <ac:chgData name="Evelyn Wu" userId="339c81843de8bc82" providerId="LiveId" clId="{5449D2CE-39C5-4D6E-B874-3B6C6764BE2C}" dt="2026-06-26T03:47:03.303" v="502" actId="20577"/>
          <ac:spMkLst>
            <pc:docMk/>
            <pc:sldMk cId="2832717088" sldId="565"/>
            <ac:spMk id="3" creationId="{C322CF23-ADE0-51F4-FC2C-E13DC3ABCE9E}"/>
          </ac:spMkLst>
        </pc:spChg>
        <pc:spChg chg="mod">
          <ac:chgData name="Evelyn Wu" userId="339c81843de8bc82" providerId="LiveId" clId="{5449D2CE-39C5-4D6E-B874-3B6C6764BE2C}" dt="2026-06-26T03:46:53.625" v="500" actId="27636"/>
          <ac:spMkLst>
            <pc:docMk/>
            <pc:sldMk cId="2832717088" sldId="565"/>
            <ac:spMk id="4" creationId="{1C0B638B-8B06-F40D-431A-07A569671726}"/>
          </ac:spMkLst>
        </pc:spChg>
      </pc:sldChg>
      <pc:sldChg chg="modSp mod">
        <pc:chgData name="Evelyn Wu" userId="339c81843de8bc82" providerId="LiveId" clId="{5449D2CE-39C5-4D6E-B874-3B6C6764BE2C}" dt="2026-06-19T10:34:35.659" v="250" actId="113"/>
        <pc:sldMkLst>
          <pc:docMk/>
          <pc:sldMk cId="4058012742" sldId="570"/>
        </pc:sldMkLst>
        <pc:spChg chg="mod">
          <ac:chgData name="Evelyn Wu" userId="339c81843de8bc82" providerId="LiveId" clId="{5449D2CE-39C5-4D6E-B874-3B6C6764BE2C}" dt="2026-06-19T10:34:35.659" v="250" actId="113"/>
          <ac:spMkLst>
            <pc:docMk/>
            <pc:sldMk cId="4058012742" sldId="570"/>
            <ac:spMk id="3" creationId="{F9F8EA2A-D63B-5241-FCCB-2543CD2E4D73}"/>
          </ac:spMkLst>
        </pc:spChg>
      </pc:sldChg>
      <pc:sldChg chg="modSp mod">
        <pc:chgData name="Evelyn Wu" userId="339c81843de8bc82" providerId="LiveId" clId="{5449D2CE-39C5-4D6E-B874-3B6C6764BE2C}" dt="2026-06-19T10:37:15.637" v="269" actId="113"/>
        <pc:sldMkLst>
          <pc:docMk/>
          <pc:sldMk cId="3146746286" sldId="571"/>
        </pc:sldMkLst>
        <pc:spChg chg="mod">
          <ac:chgData name="Evelyn Wu" userId="339c81843de8bc82" providerId="LiveId" clId="{5449D2CE-39C5-4D6E-B874-3B6C6764BE2C}" dt="2026-06-19T10:37:15.637" v="269" actId="113"/>
          <ac:spMkLst>
            <pc:docMk/>
            <pc:sldMk cId="3146746286" sldId="571"/>
            <ac:spMk id="3" creationId="{437A23D0-5E1F-5E52-66C2-D57683905FCF}"/>
          </ac:spMkLst>
        </pc:spChg>
      </pc:sldChg>
      <pc:sldChg chg="modSp mod">
        <pc:chgData name="Evelyn Wu" userId="339c81843de8bc82" providerId="LiveId" clId="{5449D2CE-39C5-4D6E-B874-3B6C6764BE2C}" dt="2026-06-19T10:37:06.406" v="268" actId="113"/>
        <pc:sldMkLst>
          <pc:docMk/>
          <pc:sldMk cId="3119446135" sldId="573"/>
        </pc:sldMkLst>
        <pc:spChg chg="mod">
          <ac:chgData name="Evelyn Wu" userId="339c81843de8bc82" providerId="LiveId" clId="{5449D2CE-39C5-4D6E-B874-3B6C6764BE2C}" dt="2026-06-19T10:37:06.406" v="268" actId="113"/>
          <ac:spMkLst>
            <pc:docMk/>
            <pc:sldMk cId="3119446135" sldId="573"/>
            <ac:spMk id="3" creationId="{12FBA983-A757-7D5C-3A71-E06E674CAAB2}"/>
          </ac:spMkLst>
        </pc:spChg>
      </pc:sldChg>
      <pc:sldChg chg="modSp mod">
        <pc:chgData name="Evelyn Wu" userId="339c81843de8bc82" providerId="LiveId" clId="{5449D2CE-39C5-4D6E-B874-3B6C6764BE2C}" dt="2026-06-19T10:37:01.477" v="267" actId="113"/>
        <pc:sldMkLst>
          <pc:docMk/>
          <pc:sldMk cId="3011202524" sldId="574"/>
        </pc:sldMkLst>
        <pc:spChg chg="mod">
          <ac:chgData name="Evelyn Wu" userId="339c81843de8bc82" providerId="LiveId" clId="{5449D2CE-39C5-4D6E-B874-3B6C6764BE2C}" dt="2026-06-19T10:37:01.477" v="267" actId="113"/>
          <ac:spMkLst>
            <pc:docMk/>
            <pc:sldMk cId="3011202524" sldId="574"/>
            <ac:spMk id="3" creationId="{17924DA5-1FD5-6271-ADAF-17F7E6506662}"/>
          </ac:spMkLst>
        </pc:spChg>
      </pc:sldChg>
      <pc:sldChg chg="modSp mod">
        <pc:chgData name="Evelyn Wu" userId="339c81843de8bc82" providerId="LiveId" clId="{5449D2CE-39C5-4D6E-B874-3B6C6764BE2C}" dt="2026-06-19T10:36:45.218" v="265" actId="113"/>
        <pc:sldMkLst>
          <pc:docMk/>
          <pc:sldMk cId="3482580198" sldId="577"/>
        </pc:sldMkLst>
        <pc:spChg chg="mod">
          <ac:chgData name="Evelyn Wu" userId="339c81843de8bc82" providerId="LiveId" clId="{5449D2CE-39C5-4D6E-B874-3B6C6764BE2C}" dt="2026-06-19T10:36:45.218" v="265" actId="113"/>
          <ac:spMkLst>
            <pc:docMk/>
            <pc:sldMk cId="3482580198" sldId="577"/>
            <ac:spMk id="3" creationId="{981C0FF8-7137-A21E-9142-2A38C646909C}"/>
          </ac:spMkLst>
        </pc:spChg>
      </pc:sldChg>
      <pc:sldChg chg="modSp mod">
        <pc:chgData name="Evelyn Wu" userId="339c81843de8bc82" providerId="LiveId" clId="{5449D2CE-39C5-4D6E-B874-3B6C6764BE2C}" dt="2026-06-19T10:41:26.201" v="276"/>
        <pc:sldMkLst>
          <pc:docMk/>
          <pc:sldMk cId="2682603588" sldId="594"/>
        </pc:sldMkLst>
        <pc:spChg chg="mod">
          <ac:chgData name="Evelyn Wu" userId="339c81843de8bc82" providerId="LiveId" clId="{5449D2CE-39C5-4D6E-B874-3B6C6764BE2C}" dt="2026-06-19T10:41:06.808" v="275"/>
          <ac:spMkLst>
            <pc:docMk/>
            <pc:sldMk cId="2682603588" sldId="594"/>
            <ac:spMk id="3" creationId="{F94BDFD5-7CB1-61FF-B14F-0B4BCB833CCA}"/>
          </ac:spMkLst>
        </pc:spChg>
        <pc:spChg chg="mod">
          <ac:chgData name="Evelyn Wu" userId="339c81843de8bc82" providerId="LiveId" clId="{5449D2CE-39C5-4D6E-B874-3B6C6764BE2C}" dt="2026-06-19T10:41:26.201" v="276"/>
          <ac:spMkLst>
            <pc:docMk/>
            <pc:sldMk cId="2682603588" sldId="594"/>
            <ac:spMk id="4" creationId="{84B30FA2-64FA-1143-511F-571D296B7113}"/>
          </ac:spMkLst>
        </pc:spChg>
      </pc:sldChg>
      <pc:sldChg chg="modSp mod">
        <pc:chgData name="Evelyn Wu" userId="339c81843de8bc82" providerId="LiveId" clId="{5449D2CE-39C5-4D6E-B874-3B6C6764BE2C}" dt="2026-06-19T10:36:56.424" v="266" actId="113"/>
        <pc:sldMkLst>
          <pc:docMk/>
          <pc:sldMk cId="1344044259" sldId="596"/>
        </pc:sldMkLst>
        <pc:spChg chg="mod">
          <ac:chgData name="Evelyn Wu" userId="339c81843de8bc82" providerId="LiveId" clId="{5449D2CE-39C5-4D6E-B874-3B6C6764BE2C}" dt="2026-06-19T10:36:56.424" v="266" actId="113"/>
          <ac:spMkLst>
            <pc:docMk/>
            <pc:sldMk cId="1344044259" sldId="596"/>
            <ac:spMk id="3" creationId="{0048132C-1C75-F278-7BB7-48AA4C60CC2E}"/>
          </ac:spMkLst>
        </pc:spChg>
      </pc:sldChg>
      <pc:sldChg chg="modSp mod">
        <pc:chgData name="Evelyn Wu" userId="339c81843de8bc82" providerId="LiveId" clId="{5449D2CE-39C5-4D6E-B874-3B6C6764BE2C}" dt="2026-06-19T09:36:41.275" v="41"/>
        <pc:sldMkLst>
          <pc:docMk/>
          <pc:sldMk cId="3154117069" sldId="743"/>
        </pc:sldMkLst>
        <pc:spChg chg="mod">
          <ac:chgData name="Evelyn Wu" userId="339c81843de8bc82" providerId="LiveId" clId="{5449D2CE-39C5-4D6E-B874-3B6C6764BE2C}" dt="2026-06-19T09:36:20.085" v="40"/>
          <ac:spMkLst>
            <pc:docMk/>
            <pc:sldMk cId="3154117069" sldId="743"/>
            <ac:spMk id="3" creationId="{3DEB2014-25F3-C967-A4BF-73515123868D}"/>
          </ac:spMkLst>
        </pc:spChg>
        <pc:spChg chg="mod">
          <ac:chgData name="Evelyn Wu" userId="339c81843de8bc82" providerId="LiveId" clId="{5449D2CE-39C5-4D6E-B874-3B6C6764BE2C}" dt="2026-06-19T09:36:41.275" v="41"/>
          <ac:spMkLst>
            <pc:docMk/>
            <pc:sldMk cId="3154117069" sldId="743"/>
            <ac:spMk id="4" creationId="{06B4F823-28EB-CE37-CBA2-D52908186922}"/>
          </ac:spMkLst>
        </pc:spChg>
      </pc:sldChg>
      <pc:sldChg chg="modSp mod">
        <pc:chgData name="Evelyn Wu" userId="339c81843de8bc82" providerId="LiveId" clId="{5449D2CE-39C5-4D6E-B874-3B6C6764BE2C}" dt="2026-06-19T09:34:50.068" v="35"/>
        <pc:sldMkLst>
          <pc:docMk/>
          <pc:sldMk cId="3942767082" sldId="755"/>
        </pc:sldMkLst>
        <pc:spChg chg="mod">
          <ac:chgData name="Evelyn Wu" userId="339c81843de8bc82" providerId="LiveId" clId="{5449D2CE-39C5-4D6E-B874-3B6C6764BE2C}" dt="2026-06-19T09:32:45.012" v="26"/>
          <ac:spMkLst>
            <pc:docMk/>
            <pc:sldMk cId="3942767082" sldId="755"/>
            <ac:spMk id="3" creationId="{92B47849-9EE4-FD61-315D-2B5E2F12151D}"/>
          </ac:spMkLst>
        </pc:spChg>
        <pc:spChg chg="mod">
          <ac:chgData name="Evelyn Wu" userId="339c81843de8bc82" providerId="LiveId" clId="{5449D2CE-39C5-4D6E-B874-3B6C6764BE2C}" dt="2026-06-19T09:34:50.068" v="35"/>
          <ac:spMkLst>
            <pc:docMk/>
            <pc:sldMk cId="3942767082" sldId="755"/>
            <ac:spMk id="4" creationId="{7BE3A6C4-0FEF-EBBD-3F21-610E9F988F82}"/>
          </ac:spMkLst>
        </pc:spChg>
      </pc:sldChg>
      <pc:sldChg chg="modSp mod">
        <pc:chgData name="Evelyn Wu" userId="339c81843de8bc82" providerId="LiveId" clId="{5449D2CE-39C5-4D6E-B874-3B6C6764BE2C}" dt="2026-06-19T10:01:31.105" v="175"/>
        <pc:sldMkLst>
          <pc:docMk/>
          <pc:sldMk cId="176035886" sldId="759"/>
        </pc:sldMkLst>
        <pc:spChg chg="mod">
          <ac:chgData name="Evelyn Wu" userId="339c81843de8bc82" providerId="LiveId" clId="{5449D2CE-39C5-4D6E-B874-3B6C6764BE2C}" dt="2026-06-19T09:47:32.037" v="124"/>
          <ac:spMkLst>
            <pc:docMk/>
            <pc:sldMk cId="176035886" sldId="759"/>
            <ac:spMk id="3" creationId="{B061C57F-F901-5795-DF26-4994C7ABCBCD}"/>
          </ac:spMkLst>
        </pc:spChg>
        <pc:spChg chg="mod">
          <ac:chgData name="Evelyn Wu" userId="339c81843de8bc82" providerId="LiveId" clId="{5449D2CE-39C5-4D6E-B874-3B6C6764BE2C}" dt="2026-06-19T10:01:31.105" v="175"/>
          <ac:spMkLst>
            <pc:docMk/>
            <pc:sldMk cId="176035886" sldId="759"/>
            <ac:spMk id="4" creationId="{7AC53C08-8AF3-A965-260D-82D7DAEEF6BB}"/>
          </ac:spMkLst>
        </pc:spChg>
      </pc:sldChg>
      <pc:sldChg chg="modSp mod">
        <pc:chgData name="Evelyn Wu" userId="339c81843de8bc82" providerId="LiveId" clId="{5449D2CE-39C5-4D6E-B874-3B6C6764BE2C}" dt="2026-06-19T10:27:51.011" v="229"/>
        <pc:sldMkLst>
          <pc:docMk/>
          <pc:sldMk cId="59444244" sldId="760"/>
        </pc:sldMkLst>
        <pc:spChg chg="mod">
          <ac:chgData name="Evelyn Wu" userId="339c81843de8bc82" providerId="LiveId" clId="{5449D2CE-39C5-4D6E-B874-3B6C6764BE2C}" dt="2026-06-19T10:04:09.835" v="202"/>
          <ac:spMkLst>
            <pc:docMk/>
            <pc:sldMk cId="59444244" sldId="760"/>
            <ac:spMk id="3" creationId="{C7F1C522-329C-1EC3-6588-1440D4FF8D79}"/>
          </ac:spMkLst>
        </pc:spChg>
        <pc:spChg chg="mod">
          <ac:chgData name="Evelyn Wu" userId="339c81843de8bc82" providerId="LiveId" clId="{5449D2CE-39C5-4D6E-B874-3B6C6764BE2C}" dt="2026-06-19T10:27:51.011" v="229"/>
          <ac:spMkLst>
            <pc:docMk/>
            <pc:sldMk cId="59444244" sldId="760"/>
            <ac:spMk id="4" creationId="{AC58CB27-FC0A-E7E7-494C-116FD6680520}"/>
          </ac:spMkLst>
        </pc:spChg>
      </pc:sldChg>
      <pc:sldChg chg="modSp mod">
        <pc:chgData name="Evelyn Wu" userId="339c81843de8bc82" providerId="LiveId" clId="{5449D2CE-39C5-4D6E-B874-3B6C6764BE2C}" dt="2026-06-19T10:28:52.335" v="233"/>
        <pc:sldMkLst>
          <pc:docMk/>
          <pc:sldMk cId="2513210360" sldId="761"/>
        </pc:sldMkLst>
        <pc:spChg chg="mod">
          <ac:chgData name="Evelyn Wu" userId="339c81843de8bc82" providerId="LiveId" clId="{5449D2CE-39C5-4D6E-B874-3B6C6764BE2C}" dt="2026-06-19T10:28:27.168" v="231" actId="27636"/>
          <ac:spMkLst>
            <pc:docMk/>
            <pc:sldMk cId="2513210360" sldId="761"/>
            <ac:spMk id="3" creationId="{97A6BAA4-3CAC-2982-461C-34CDE3033955}"/>
          </ac:spMkLst>
        </pc:spChg>
        <pc:spChg chg="mod">
          <ac:chgData name="Evelyn Wu" userId="339c81843de8bc82" providerId="LiveId" clId="{5449D2CE-39C5-4D6E-B874-3B6C6764BE2C}" dt="2026-06-19T10:28:52.335" v="233"/>
          <ac:spMkLst>
            <pc:docMk/>
            <pc:sldMk cId="2513210360" sldId="761"/>
            <ac:spMk id="4" creationId="{9EB75F71-F1CF-611E-0C42-4E13FEEAC67C}"/>
          </ac:spMkLst>
        </pc:spChg>
      </pc:sldChg>
      <pc:sldChg chg="modSp mod">
        <pc:chgData name="Evelyn Wu" userId="339c81843de8bc82" providerId="LiveId" clId="{5449D2CE-39C5-4D6E-B874-3B6C6764BE2C}" dt="2026-06-19T10:30:23.997" v="237" actId="27636"/>
        <pc:sldMkLst>
          <pc:docMk/>
          <pc:sldMk cId="4085999252" sldId="762"/>
        </pc:sldMkLst>
        <pc:spChg chg="mod">
          <ac:chgData name="Evelyn Wu" userId="339c81843de8bc82" providerId="LiveId" clId="{5449D2CE-39C5-4D6E-B874-3B6C6764BE2C}" dt="2026-06-19T10:30:23.995" v="236" actId="27636"/>
          <ac:spMkLst>
            <pc:docMk/>
            <pc:sldMk cId="4085999252" sldId="762"/>
            <ac:spMk id="3" creationId="{EA38BBCE-F36E-FDFD-0256-55F56EB49FC7}"/>
          </ac:spMkLst>
        </pc:spChg>
        <pc:spChg chg="mod">
          <ac:chgData name="Evelyn Wu" userId="339c81843de8bc82" providerId="LiveId" clId="{5449D2CE-39C5-4D6E-B874-3B6C6764BE2C}" dt="2026-06-19T10:30:23.997" v="237" actId="27636"/>
          <ac:spMkLst>
            <pc:docMk/>
            <pc:sldMk cId="4085999252" sldId="762"/>
            <ac:spMk id="4" creationId="{7842FBF0-CC68-03D3-28C5-18488F0DE85D}"/>
          </ac:spMkLst>
        </pc:spChg>
      </pc:sldChg>
      <pc:sldChg chg="addSp delSp modSp mod ord">
        <pc:chgData name="Evelyn Wu" userId="339c81843de8bc82" providerId="LiveId" clId="{5449D2CE-39C5-4D6E-B874-3B6C6764BE2C}" dt="2026-06-20T12:19:01.600" v="439"/>
        <pc:sldMkLst>
          <pc:docMk/>
          <pc:sldMk cId="4173608198" sldId="1102"/>
        </pc:sldMkLst>
        <pc:spChg chg="mod">
          <ac:chgData name="Evelyn Wu" userId="339c81843de8bc82" providerId="LiveId" clId="{5449D2CE-39C5-4D6E-B874-3B6C6764BE2C}" dt="2026-06-20T12:13:40.813" v="334" actId="20577"/>
          <ac:spMkLst>
            <pc:docMk/>
            <pc:sldMk cId="4173608198" sldId="1102"/>
            <ac:spMk id="4" creationId="{A24EA6F8-4C45-5557-1FBB-04378996BE21}"/>
          </ac:spMkLst>
        </pc:spChg>
        <pc:spChg chg="add mod">
          <ac:chgData name="Evelyn Wu" userId="339c81843de8bc82" providerId="LiveId" clId="{5449D2CE-39C5-4D6E-B874-3B6C6764BE2C}" dt="2026-06-20T12:16:59.846" v="393" actId="1076"/>
          <ac:spMkLst>
            <pc:docMk/>
            <pc:sldMk cId="4173608198" sldId="1102"/>
            <ac:spMk id="6" creationId="{0AE907C9-26F8-0711-090B-682047AB395A}"/>
          </ac:spMkLst>
        </pc:spChg>
        <pc:spChg chg="mod">
          <ac:chgData name="Evelyn Wu" userId="339c81843de8bc82" providerId="LiveId" clId="{5449D2CE-39C5-4D6E-B874-3B6C6764BE2C}" dt="2026-06-20T12:15:00.815" v="362" actId="20577"/>
          <ac:spMkLst>
            <pc:docMk/>
            <pc:sldMk cId="4173608198" sldId="1102"/>
            <ac:spMk id="7" creationId="{D5129340-5B28-8C39-37A5-13338D756827}"/>
          </ac:spMkLst>
        </pc:spChg>
      </pc:sldChg>
      <pc:sldChg chg="modSp mod">
        <pc:chgData name="Evelyn Wu" userId="339c81843de8bc82" providerId="LiveId" clId="{5449D2CE-39C5-4D6E-B874-3B6C6764BE2C}" dt="2026-06-20T12:12:45.330" v="308" actId="20577"/>
        <pc:sldMkLst>
          <pc:docMk/>
          <pc:sldMk cId="1665006984" sldId="1136"/>
        </pc:sldMkLst>
        <pc:spChg chg="mod">
          <ac:chgData name="Evelyn Wu" userId="339c81843de8bc82" providerId="LiveId" clId="{5449D2CE-39C5-4D6E-B874-3B6C6764BE2C}" dt="2026-06-20T12:12:45.330" v="308" actId="20577"/>
          <ac:spMkLst>
            <pc:docMk/>
            <pc:sldMk cId="1665006984" sldId="1136"/>
            <ac:spMk id="7" creationId="{B477DA3C-CD6F-9424-AD8E-95D04F665BC9}"/>
          </ac:spMkLst>
        </pc:spChg>
      </pc:sldChg>
      <pc:sldChg chg="modSp mod ord">
        <pc:chgData name="Evelyn Wu" userId="339c81843de8bc82" providerId="LiveId" clId="{5449D2CE-39C5-4D6E-B874-3B6C6764BE2C}" dt="2026-06-20T11:48:56.965" v="306" actId="20577"/>
        <pc:sldMkLst>
          <pc:docMk/>
          <pc:sldMk cId="3700867671" sldId="1137"/>
        </pc:sldMkLst>
        <pc:spChg chg="mod">
          <ac:chgData name="Evelyn Wu" userId="339c81843de8bc82" providerId="LiveId" clId="{5449D2CE-39C5-4D6E-B874-3B6C6764BE2C}" dt="2026-06-20T11:48:56.965" v="306" actId="20577"/>
          <ac:spMkLst>
            <pc:docMk/>
            <pc:sldMk cId="3700867671" sldId="1137"/>
            <ac:spMk id="7" creationId="{80CEC74C-A97B-4883-EBE1-9F4D004D0C64}"/>
          </ac:spMkLst>
        </pc:spChg>
      </pc:sldChg>
      <pc:sldChg chg="modSp mod">
        <pc:chgData name="Evelyn Wu" userId="339c81843de8bc82" providerId="LiveId" clId="{5449D2CE-39C5-4D6E-B874-3B6C6764BE2C}" dt="2026-06-26T03:48:32.380" v="505"/>
        <pc:sldMkLst>
          <pc:docMk/>
          <pc:sldMk cId="3328224993" sldId="1186"/>
        </pc:sldMkLst>
        <pc:spChg chg="mod">
          <ac:chgData name="Evelyn Wu" userId="339c81843de8bc82" providerId="LiveId" clId="{5449D2CE-39C5-4D6E-B874-3B6C6764BE2C}" dt="2026-06-26T03:48:20.452" v="504"/>
          <ac:spMkLst>
            <pc:docMk/>
            <pc:sldMk cId="3328224993" sldId="1186"/>
            <ac:spMk id="3" creationId="{E5773960-4AC6-5B08-6623-0ED07A5E7FA3}"/>
          </ac:spMkLst>
        </pc:spChg>
        <pc:spChg chg="mod">
          <ac:chgData name="Evelyn Wu" userId="339c81843de8bc82" providerId="LiveId" clId="{5449D2CE-39C5-4D6E-B874-3B6C6764BE2C}" dt="2026-06-26T03:48:32.380" v="505"/>
          <ac:spMkLst>
            <pc:docMk/>
            <pc:sldMk cId="3328224993" sldId="1186"/>
            <ac:spMk id="4" creationId="{21CE9990-DAB2-3E9C-5884-F06B95173BB1}"/>
          </ac:spMkLst>
        </pc:spChg>
      </pc:sldChg>
      <pc:sldChg chg="modSp add mod">
        <pc:chgData name="Evelyn Wu" userId="339c81843de8bc82" providerId="LiveId" clId="{5449D2CE-39C5-4D6E-B874-3B6C6764BE2C}" dt="2026-06-19T09:36:51.802" v="42"/>
        <pc:sldMkLst>
          <pc:docMk/>
          <pc:sldMk cId="313593609" sldId="1199"/>
        </pc:sldMkLst>
        <pc:spChg chg="mod">
          <ac:chgData name="Evelyn Wu" userId="339c81843de8bc82" providerId="LiveId" clId="{5449D2CE-39C5-4D6E-B874-3B6C6764BE2C}" dt="2026-06-19T09:33:58.194" v="33" actId="6549"/>
          <ac:spMkLst>
            <pc:docMk/>
            <pc:sldMk cId="313593609" sldId="1199"/>
            <ac:spMk id="3" creationId="{6B4D5AB4-2CA7-3495-CA36-46298CD978F2}"/>
          </ac:spMkLst>
        </pc:spChg>
        <pc:spChg chg="mod">
          <ac:chgData name="Evelyn Wu" userId="339c81843de8bc82" providerId="LiveId" clId="{5449D2CE-39C5-4D6E-B874-3B6C6764BE2C}" dt="2026-06-19T09:36:51.802" v="42"/>
          <ac:spMkLst>
            <pc:docMk/>
            <pc:sldMk cId="313593609" sldId="1199"/>
            <ac:spMk id="4" creationId="{D6EC17D9-1FA1-4B74-1755-41A4101C5465}"/>
          </ac:spMkLst>
        </pc:spChg>
      </pc:sldChg>
      <pc:sldChg chg="add">
        <pc:chgData name="Evelyn Wu" userId="339c81843de8bc82" providerId="LiveId" clId="{5449D2CE-39C5-4D6E-B874-3B6C6764BE2C}" dt="2026-06-19T09:37:56.507" v="53" actId="2890"/>
        <pc:sldMkLst>
          <pc:docMk/>
          <pc:sldMk cId="1334255982" sldId="1200"/>
        </pc:sldMkLst>
      </pc:sldChg>
      <pc:sldChg chg="add">
        <pc:chgData name="Evelyn Wu" userId="339c81843de8bc82" providerId="LiveId" clId="{5449D2CE-39C5-4D6E-B874-3B6C6764BE2C}" dt="2026-06-19T09:37:57.351" v="54" actId="2890"/>
        <pc:sldMkLst>
          <pc:docMk/>
          <pc:sldMk cId="1135527002" sldId="1201"/>
        </pc:sldMkLst>
      </pc:sldChg>
      <pc:sldChg chg="add">
        <pc:chgData name="Evelyn Wu" userId="339c81843de8bc82" providerId="LiveId" clId="{5449D2CE-39C5-4D6E-B874-3B6C6764BE2C}" dt="2026-06-19T09:37:58.106" v="55" actId="2890"/>
        <pc:sldMkLst>
          <pc:docMk/>
          <pc:sldMk cId="2285638757" sldId="1202"/>
        </pc:sldMkLst>
      </pc:sldChg>
      <pc:sldChg chg="modSp add mod">
        <pc:chgData name="Evelyn Wu" userId="339c81843de8bc82" providerId="LiveId" clId="{5449D2CE-39C5-4D6E-B874-3B6C6764BE2C}" dt="2026-06-19T09:39:13.740" v="66"/>
        <pc:sldMkLst>
          <pc:docMk/>
          <pc:sldMk cId="2210119510" sldId="1203"/>
        </pc:sldMkLst>
        <pc:spChg chg="mod">
          <ac:chgData name="Evelyn Wu" userId="339c81843de8bc82" providerId="LiveId" clId="{5449D2CE-39C5-4D6E-B874-3B6C6764BE2C}" dt="2026-06-19T09:38:42.838" v="64" actId="27636"/>
          <ac:spMkLst>
            <pc:docMk/>
            <pc:sldMk cId="2210119510" sldId="1203"/>
            <ac:spMk id="3" creationId="{34102931-6A40-8C6B-EA8B-ABBD9DE3388C}"/>
          </ac:spMkLst>
        </pc:spChg>
        <pc:spChg chg="mod">
          <ac:chgData name="Evelyn Wu" userId="339c81843de8bc82" providerId="LiveId" clId="{5449D2CE-39C5-4D6E-B874-3B6C6764BE2C}" dt="2026-06-19T09:39:13.740" v="66"/>
          <ac:spMkLst>
            <pc:docMk/>
            <pc:sldMk cId="2210119510" sldId="1203"/>
            <ac:spMk id="4" creationId="{1F74429B-2945-EBEE-798B-CA6FF383A401}"/>
          </ac:spMkLst>
        </pc:spChg>
      </pc:sldChg>
      <pc:sldChg chg="modSp add mod">
        <pc:chgData name="Evelyn Wu" userId="339c81843de8bc82" providerId="LiveId" clId="{5449D2CE-39C5-4D6E-B874-3B6C6764BE2C}" dt="2026-06-19T09:41:03.494" v="81"/>
        <pc:sldMkLst>
          <pc:docMk/>
          <pc:sldMk cId="2667360537" sldId="1204"/>
        </pc:sldMkLst>
        <pc:spChg chg="mod">
          <ac:chgData name="Evelyn Wu" userId="339c81843de8bc82" providerId="LiveId" clId="{5449D2CE-39C5-4D6E-B874-3B6C6764BE2C}" dt="2026-06-19T09:40:05.134" v="79"/>
          <ac:spMkLst>
            <pc:docMk/>
            <pc:sldMk cId="2667360537" sldId="1204"/>
            <ac:spMk id="3" creationId="{5112DDED-F6C1-C4D3-40B9-87C30B3992FD}"/>
          </ac:spMkLst>
        </pc:spChg>
        <pc:spChg chg="mod">
          <ac:chgData name="Evelyn Wu" userId="339c81843de8bc82" providerId="LiveId" clId="{5449D2CE-39C5-4D6E-B874-3B6C6764BE2C}" dt="2026-06-19T09:41:03.494" v="81"/>
          <ac:spMkLst>
            <pc:docMk/>
            <pc:sldMk cId="2667360537" sldId="1204"/>
            <ac:spMk id="4" creationId="{423AE8CE-7ED5-982F-74E9-0EE0E25D3719}"/>
          </ac:spMkLst>
        </pc:spChg>
      </pc:sldChg>
      <pc:sldChg chg="modSp add mod">
        <pc:chgData name="Evelyn Wu" userId="339c81843de8bc82" providerId="LiveId" clId="{5449D2CE-39C5-4D6E-B874-3B6C6764BE2C}" dt="2026-06-19T09:42:51.470" v="92"/>
        <pc:sldMkLst>
          <pc:docMk/>
          <pc:sldMk cId="2478271986" sldId="1206"/>
        </pc:sldMkLst>
        <pc:spChg chg="mod">
          <ac:chgData name="Evelyn Wu" userId="339c81843de8bc82" providerId="LiveId" clId="{5449D2CE-39C5-4D6E-B874-3B6C6764BE2C}" dt="2026-06-19T09:41:41.468" v="89"/>
          <ac:spMkLst>
            <pc:docMk/>
            <pc:sldMk cId="2478271986" sldId="1206"/>
            <ac:spMk id="3" creationId="{E049DF9B-21E7-D61C-DF29-7D33EB939D16}"/>
          </ac:spMkLst>
        </pc:spChg>
        <pc:spChg chg="mod">
          <ac:chgData name="Evelyn Wu" userId="339c81843de8bc82" providerId="LiveId" clId="{5449D2CE-39C5-4D6E-B874-3B6C6764BE2C}" dt="2026-06-19T09:42:51.470" v="92"/>
          <ac:spMkLst>
            <pc:docMk/>
            <pc:sldMk cId="2478271986" sldId="1206"/>
            <ac:spMk id="4" creationId="{EAF094E2-668E-DB53-FABD-A23352722252}"/>
          </ac:spMkLst>
        </pc:spChg>
      </pc:sldChg>
      <pc:sldChg chg="modSp add mod">
        <pc:chgData name="Evelyn Wu" userId="339c81843de8bc82" providerId="LiveId" clId="{5449D2CE-39C5-4D6E-B874-3B6C6764BE2C}" dt="2026-06-19T10:37:21.063" v="270" actId="113"/>
        <pc:sldMkLst>
          <pc:docMk/>
          <pc:sldMk cId="596548091" sldId="1207"/>
        </pc:sldMkLst>
        <pc:spChg chg="mod">
          <ac:chgData name="Evelyn Wu" userId="339c81843de8bc82" providerId="LiveId" clId="{5449D2CE-39C5-4D6E-B874-3B6C6764BE2C}" dt="2026-06-19T10:37:21.063" v="270" actId="113"/>
          <ac:spMkLst>
            <pc:docMk/>
            <pc:sldMk cId="596548091" sldId="1207"/>
            <ac:spMk id="3" creationId="{3C221873-5D45-A587-3FAA-752ABE418676}"/>
          </ac:spMkLst>
        </pc:spChg>
      </pc:sldChg>
      <pc:sldChg chg="modSp add mod">
        <pc:chgData name="Evelyn Wu" userId="339c81843de8bc82" providerId="LiveId" clId="{5449D2CE-39C5-4D6E-B874-3B6C6764BE2C}" dt="2026-06-20T12:51:24.871" v="461" actId="20577"/>
        <pc:sldMkLst>
          <pc:docMk/>
          <pc:sldMk cId="4109595405" sldId="1208"/>
        </pc:sldMkLst>
        <pc:spChg chg="mod">
          <ac:chgData name="Evelyn Wu" userId="339c81843de8bc82" providerId="LiveId" clId="{5449D2CE-39C5-4D6E-B874-3B6C6764BE2C}" dt="2026-06-20T12:51:24.871" v="461" actId="20577"/>
          <ac:spMkLst>
            <pc:docMk/>
            <pc:sldMk cId="4109595405" sldId="1208"/>
            <ac:spMk id="3" creationId="{27DE9835-0D23-35A5-C6D3-2475F36F742C}"/>
          </ac:spMkLst>
        </pc:spChg>
        <pc:spChg chg="mod">
          <ac:chgData name="Evelyn Wu" userId="339c81843de8bc82" providerId="LiveId" clId="{5449D2CE-39C5-4D6E-B874-3B6C6764BE2C}" dt="2026-06-20T12:17:47.059" v="414" actId="20577"/>
          <ac:spMkLst>
            <pc:docMk/>
            <pc:sldMk cId="4109595405" sldId="1208"/>
            <ac:spMk id="4" creationId="{A86DBEAD-5073-5A4C-53D2-03D57815FD0C}"/>
          </ac:spMkLst>
        </pc:spChg>
      </pc:sldChg>
      <pc:sldChg chg="modSp add mod">
        <pc:chgData name="Evelyn Wu" userId="339c81843de8bc82" providerId="LiveId" clId="{5449D2CE-39C5-4D6E-B874-3B6C6764BE2C}" dt="2026-06-26T03:42:35.510" v="481" actId="20577"/>
        <pc:sldMkLst>
          <pc:docMk/>
          <pc:sldMk cId="2625470068" sldId="1209"/>
        </pc:sldMkLst>
        <pc:spChg chg="mod">
          <ac:chgData name="Evelyn Wu" userId="339c81843de8bc82" providerId="LiveId" clId="{5449D2CE-39C5-4D6E-B874-3B6C6764BE2C}" dt="2026-06-26T03:42:18.840" v="477" actId="108"/>
          <ac:spMkLst>
            <pc:docMk/>
            <pc:sldMk cId="2625470068" sldId="1209"/>
            <ac:spMk id="3" creationId="{66E7AB3A-39A9-5BDA-0035-ACF70CF728BB}"/>
          </ac:spMkLst>
        </pc:spChg>
        <pc:spChg chg="mod">
          <ac:chgData name="Evelyn Wu" userId="339c81843de8bc82" providerId="LiveId" clId="{5449D2CE-39C5-4D6E-B874-3B6C6764BE2C}" dt="2026-06-26T03:42:35.510" v="481" actId="20577"/>
          <ac:spMkLst>
            <pc:docMk/>
            <pc:sldMk cId="2625470068" sldId="1209"/>
            <ac:spMk id="4" creationId="{47066E87-2AE9-94D6-0EBC-134C65532210}"/>
          </ac:spMkLst>
        </pc:spChg>
      </pc:sldChg>
      <pc:sldChg chg="modSp add">
        <pc:chgData name="Evelyn Wu" userId="339c81843de8bc82" providerId="LiveId" clId="{5449D2CE-39C5-4D6E-B874-3B6C6764BE2C}" dt="2026-06-26T03:44:22.711" v="490"/>
        <pc:sldMkLst>
          <pc:docMk/>
          <pc:sldMk cId="2773899155" sldId="1210"/>
        </pc:sldMkLst>
        <pc:spChg chg="mod">
          <ac:chgData name="Evelyn Wu" userId="339c81843de8bc82" providerId="LiveId" clId="{5449D2CE-39C5-4D6E-B874-3B6C6764BE2C}" dt="2026-06-26T03:44:12.550" v="489"/>
          <ac:spMkLst>
            <pc:docMk/>
            <pc:sldMk cId="2773899155" sldId="1210"/>
            <ac:spMk id="3" creationId="{602AC87B-27A6-FE61-11A6-D3CE5C67C600}"/>
          </ac:spMkLst>
        </pc:spChg>
        <pc:spChg chg="mod">
          <ac:chgData name="Evelyn Wu" userId="339c81843de8bc82" providerId="LiveId" clId="{5449D2CE-39C5-4D6E-B874-3B6C6764BE2C}" dt="2026-06-26T03:44:22.711" v="490"/>
          <ac:spMkLst>
            <pc:docMk/>
            <pc:sldMk cId="2773899155" sldId="1210"/>
            <ac:spMk id="4" creationId="{EC493E35-2AD4-84CE-F69C-B000DEC1FA17}"/>
          </ac:spMkLst>
        </pc:spChg>
      </pc:sldChg>
      <pc:sldChg chg="add">
        <pc:chgData name="Evelyn Wu" userId="339c81843de8bc82" providerId="LiveId" clId="{5449D2CE-39C5-4D6E-B874-3B6C6764BE2C}" dt="2026-06-26T03:48:09.704" v="503" actId="2890"/>
        <pc:sldMkLst>
          <pc:docMk/>
          <pc:sldMk cId="2270219641" sldId="1211"/>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36CD9AC-5366-7990-9191-1F7BD56C77D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a:extLst>
              <a:ext uri="{FF2B5EF4-FFF2-40B4-BE49-F238E27FC236}">
                <a16:creationId xmlns:a16="http://schemas.microsoft.com/office/drawing/2014/main" id="{831C9C47-9298-6491-28B0-0B9D07C1318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F9F5D49-8F8A-41AE-9EB3-81D9F8FF74B5}" type="datetimeFigureOut">
              <a:rPr lang="en-AU" smtClean="0"/>
              <a:t>26/06/2026</a:t>
            </a:fld>
            <a:endParaRPr lang="en-AU"/>
          </a:p>
        </p:txBody>
      </p:sp>
      <p:sp>
        <p:nvSpPr>
          <p:cNvPr id="4" name="Footer Placeholder 3">
            <a:extLst>
              <a:ext uri="{FF2B5EF4-FFF2-40B4-BE49-F238E27FC236}">
                <a16:creationId xmlns:a16="http://schemas.microsoft.com/office/drawing/2014/main" id="{D288239E-C5E2-1DC7-125A-E4A53E74B2D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5" name="Slide Number Placeholder 4">
            <a:extLst>
              <a:ext uri="{FF2B5EF4-FFF2-40B4-BE49-F238E27FC236}">
                <a16:creationId xmlns:a16="http://schemas.microsoft.com/office/drawing/2014/main" id="{EE7BD2C5-69A7-5702-1CB3-F2D5464353D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B257BDB-71B2-41B8-AF08-E1F2A40A6E0F}" type="slidenum">
              <a:rPr lang="en-AU" smtClean="0"/>
              <a:t>‹#›</a:t>
            </a:fld>
            <a:endParaRPr lang="en-AU"/>
          </a:p>
        </p:txBody>
      </p:sp>
    </p:spTree>
    <p:extLst>
      <p:ext uri="{BB962C8B-B14F-4D97-AF65-F5344CB8AC3E}">
        <p14:creationId xmlns:p14="http://schemas.microsoft.com/office/powerpoint/2010/main" val="252791547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HK"/>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00410DC-967B-405D-9006-8DF08DCAEA1B}" type="datetimeFigureOut">
              <a:rPr lang="en-HK" smtClean="0"/>
              <a:t>26/6/2026</a:t>
            </a:fld>
            <a:endParaRPr lang="en-HK"/>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HK"/>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H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HK"/>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A74C536-E97C-48A5-BB09-7082E2A9D40B}" type="slidenum">
              <a:rPr lang="en-HK" smtClean="0"/>
              <a:t>‹#›</a:t>
            </a:fld>
            <a:endParaRPr lang="en-HK"/>
          </a:p>
        </p:txBody>
      </p:sp>
    </p:spTree>
    <p:extLst>
      <p:ext uri="{BB962C8B-B14F-4D97-AF65-F5344CB8AC3E}">
        <p14:creationId xmlns:p14="http://schemas.microsoft.com/office/powerpoint/2010/main" val="1015600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071CE9E-1EE3-5203-0F38-651224BF7025}"/>
              </a:ext>
            </a:extLst>
          </p:cNvPr>
          <p:cNvPicPr>
            <a:picLocks noChangeAspect="1"/>
          </p:cNvPicPr>
          <p:nvPr userDrawn="1"/>
        </p:nvPicPr>
        <p:blipFill>
          <a:blip r:embed="rId2">
            <a:extLst>
              <a:ext uri="{28A0092B-C50C-407E-A947-70E740481C1C}">
                <a14:useLocalDpi xmlns:a14="http://schemas.microsoft.com/office/drawing/2010/main" val="0"/>
              </a:ext>
            </a:extLst>
          </a:blip>
          <a:srcRect b="25000"/>
          <a:stretch>
            <a:fillRect/>
          </a:stretch>
        </p:blipFill>
        <p:spPr>
          <a:xfrm>
            <a:off x="0" y="0"/>
            <a:ext cx="9144001" cy="6858000"/>
          </a:xfrm>
          <a:prstGeom prst="rect">
            <a:avLst/>
          </a:prstGeom>
        </p:spPr>
      </p:pic>
      <p:pic>
        <p:nvPicPr>
          <p:cNvPr id="8" name="Picture 7">
            <a:extLst>
              <a:ext uri="{FF2B5EF4-FFF2-40B4-BE49-F238E27FC236}">
                <a16:creationId xmlns:a16="http://schemas.microsoft.com/office/drawing/2014/main" id="{4E6F3621-6D9E-9F37-E31A-3A4A2542C159}"/>
              </a:ext>
            </a:extLst>
          </p:cNvPr>
          <p:cNvPicPr>
            <a:picLocks noChangeAspect="1"/>
          </p:cNvPicPr>
          <p:nvPr userDrawn="1"/>
        </p:nvPicPr>
        <p:blipFill>
          <a:blip r:embed="rId3" cstate="hqprint">
            <a:extLst>
              <a:ext uri="{28A0092B-C50C-407E-A947-70E740481C1C}">
                <a14:useLocalDpi xmlns:a14="http://schemas.microsoft.com/office/drawing/2010/main" val="0"/>
              </a:ext>
            </a:extLst>
          </a:blip>
          <a:stretch>
            <a:fillRect/>
          </a:stretch>
        </p:blipFill>
        <p:spPr>
          <a:xfrm>
            <a:off x="3653692" y="159606"/>
            <a:ext cx="1836615" cy="1033096"/>
          </a:xfrm>
          <a:prstGeom prst="rect">
            <a:avLst/>
          </a:prstGeom>
        </p:spPr>
      </p:pic>
      <p:sp>
        <p:nvSpPr>
          <p:cNvPr id="9" name="Rectangle: Rounded Corners 8">
            <a:extLst>
              <a:ext uri="{FF2B5EF4-FFF2-40B4-BE49-F238E27FC236}">
                <a16:creationId xmlns:a16="http://schemas.microsoft.com/office/drawing/2014/main" id="{580E0407-09B2-9453-FDF6-639ED4539EB8}"/>
              </a:ext>
            </a:extLst>
          </p:cNvPr>
          <p:cNvSpPr/>
          <p:nvPr userDrawn="1"/>
        </p:nvSpPr>
        <p:spPr>
          <a:xfrm>
            <a:off x="220716" y="2722499"/>
            <a:ext cx="8702566" cy="1619931"/>
          </a:xfrm>
          <a:prstGeom prst="roundRect">
            <a:avLst>
              <a:gd name="adj" fmla="val 11488"/>
            </a:avLst>
          </a:prstGeom>
          <a:solidFill>
            <a:srgbClr val="5572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ts val="5200"/>
              </a:lnSpc>
            </a:pPr>
            <a:endParaRPr lang="en-HK" sz="4800" b="1" dirty="0">
              <a:solidFill>
                <a:schemeClr val="bg1"/>
              </a:solidFill>
            </a:endParaRPr>
          </a:p>
        </p:txBody>
      </p:sp>
      <p:sp>
        <p:nvSpPr>
          <p:cNvPr id="10" name="TextBox 9">
            <a:extLst>
              <a:ext uri="{FF2B5EF4-FFF2-40B4-BE49-F238E27FC236}">
                <a16:creationId xmlns:a16="http://schemas.microsoft.com/office/drawing/2014/main" id="{A9EE11F8-0B88-1F9E-870E-B41BC4417845}"/>
              </a:ext>
            </a:extLst>
          </p:cNvPr>
          <p:cNvSpPr txBox="1"/>
          <p:nvPr userDrawn="1"/>
        </p:nvSpPr>
        <p:spPr>
          <a:xfrm>
            <a:off x="-1" y="1192702"/>
            <a:ext cx="9144001" cy="1200329"/>
          </a:xfrm>
          <a:prstGeom prst="rect">
            <a:avLst/>
          </a:prstGeom>
          <a:noFill/>
        </p:spPr>
        <p:txBody>
          <a:bodyPr wrap="square" rtlCol="0">
            <a:spAutoFit/>
          </a:bodyPr>
          <a:lstStyle/>
          <a:p>
            <a:pPr algn="ctr"/>
            <a:r>
              <a:rPr lang="zh-TW" altLang="en-US" sz="4000" b="1" dirty="0"/>
              <a:t>天使之母堂</a:t>
            </a:r>
            <a:endParaRPr lang="en-HK" altLang="zh-TW" sz="4000" b="1" dirty="0"/>
          </a:p>
          <a:p>
            <a:pPr algn="ctr"/>
            <a:r>
              <a:rPr lang="en-HK" sz="3200" b="1" dirty="0"/>
              <a:t>Our Lady of the Angels Parish</a:t>
            </a:r>
          </a:p>
        </p:txBody>
      </p:sp>
      <p:sp>
        <p:nvSpPr>
          <p:cNvPr id="11" name="Rectangle: Rounded Corners 10">
            <a:extLst>
              <a:ext uri="{FF2B5EF4-FFF2-40B4-BE49-F238E27FC236}">
                <a16:creationId xmlns:a16="http://schemas.microsoft.com/office/drawing/2014/main" id="{0E2DBDB2-552D-AE50-7698-A6197AA51A19}"/>
              </a:ext>
            </a:extLst>
          </p:cNvPr>
          <p:cNvSpPr/>
          <p:nvPr userDrawn="1"/>
        </p:nvSpPr>
        <p:spPr>
          <a:xfrm>
            <a:off x="220716" y="4984531"/>
            <a:ext cx="8702566" cy="809965"/>
          </a:xfrm>
          <a:prstGeom prst="roundRect">
            <a:avLst>
              <a:gd name="adj" fmla="val 11488"/>
            </a:avLst>
          </a:prstGeom>
          <a:solidFill>
            <a:srgbClr val="BCCCBE"/>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zh-TW" altLang="en-US" sz="4400" b="1" dirty="0">
                <a:solidFill>
                  <a:schemeClr val="tx1"/>
                </a:solidFill>
              </a:rPr>
              <a:t>主礼神父　</a:t>
            </a:r>
            <a:r>
              <a:rPr lang="en-GB" altLang="zh-TW" sz="4400" b="1" dirty="0">
                <a:solidFill>
                  <a:schemeClr val="tx1"/>
                </a:solidFill>
              </a:rPr>
              <a:t>Mass Celebrant</a:t>
            </a:r>
            <a:endParaRPr lang="en-HK" sz="4400" b="1" dirty="0">
              <a:solidFill>
                <a:schemeClr val="tx1"/>
              </a:solidFill>
            </a:endParaRPr>
          </a:p>
        </p:txBody>
      </p:sp>
      <p:sp>
        <p:nvSpPr>
          <p:cNvPr id="2" name="Title 1"/>
          <p:cNvSpPr>
            <a:spLocks noGrp="1"/>
          </p:cNvSpPr>
          <p:nvPr>
            <p:ph type="ctrTitle"/>
          </p:nvPr>
        </p:nvSpPr>
        <p:spPr>
          <a:xfrm>
            <a:off x="220716" y="2899159"/>
            <a:ext cx="8702566" cy="1266610"/>
          </a:xfrm>
        </p:spPr>
        <p:txBody>
          <a:bodyPr anchor="b"/>
          <a:lstStyle>
            <a:lvl1pPr algn="ctr">
              <a:defRPr sz="4800"/>
            </a:lvl1pPr>
          </a:lstStyle>
          <a:p>
            <a:r>
              <a:rPr lang="en-US" dirty="0"/>
              <a:t>Click to edit Master title style</a:t>
            </a:r>
          </a:p>
        </p:txBody>
      </p:sp>
      <p:sp>
        <p:nvSpPr>
          <p:cNvPr id="3" name="Subtitle 2"/>
          <p:cNvSpPr>
            <a:spLocks noGrp="1"/>
          </p:cNvSpPr>
          <p:nvPr>
            <p:ph type="subTitle" idx="1"/>
          </p:nvPr>
        </p:nvSpPr>
        <p:spPr>
          <a:xfrm>
            <a:off x="1142999" y="6030119"/>
            <a:ext cx="6858000" cy="668275"/>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Tree>
    <p:extLst>
      <p:ext uri="{BB962C8B-B14F-4D97-AF65-F5344CB8AC3E}">
        <p14:creationId xmlns:p14="http://schemas.microsoft.com/office/powerpoint/2010/main" val="9368476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65AED9D-42D4-8FD2-7211-C2FB34E7EBD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1" cy="9144001"/>
          </a:xfrm>
          <a:prstGeom prst="rect">
            <a:avLst/>
          </a:prstGeom>
        </p:spPr>
      </p:pic>
      <p:sp>
        <p:nvSpPr>
          <p:cNvPr id="8" name="Rectangle: Rounded Corners 7">
            <a:extLst>
              <a:ext uri="{FF2B5EF4-FFF2-40B4-BE49-F238E27FC236}">
                <a16:creationId xmlns:a16="http://schemas.microsoft.com/office/drawing/2014/main" id="{8FCC73C9-64DE-D9DB-7A13-FB6B3B4B9E7E}"/>
              </a:ext>
            </a:extLst>
          </p:cNvPr>
          <p:cNvSpPr/>
          <p:nvPr userDrawn="1"/>
        </p:nvSpPr>
        <p:spPr>
          <a:xfrm>
            <a:off x="220714" y="1122363"/>
            <a:ext cx="8702565" cy="5524237"/>
          </a:xfrm>
          <a:prstGeom prst="roundRect">
            <a:avLst>
              <a:gd name="adj" fmla="val 2712"/>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lang="en-HK" sz="4800" b="1" dirty="0">
              <a:solidFill>
                <a:schemeClr val="tx1"/>
              </a:solidFill>
            </a:endParaRPr>
          </a:p>
        </p:txBody>
      </p:sp>
      <p:sp>
        <p:nvSpPr>
          <p:cNvPr id="9" name="Rectangle: Rounded Corners 8">
            <a:extLst>
              <a:ext uri="{FF2B5EF4-FFF2-40B4-BE49-F238E27FC236}">
                <a16:creationId xmlns:a16="http://schemas.microsoft.com/office/drawing/2014/main" id="{A5EE9A29-96CC-CE7D-6B13-574B551AF990}"/>
              </a:ext>
            </a:extLst>
          </p:cNvPr>
          <p:cNvSpPr/>
          <p:nvPr userDrawn="1"/>
        </p:nvSpPr>
        <p:spPr>
          <a:xfrm>
            <a:off x="220717" y="168142"/>
            <a:ext cx="8702566" cy="790401"/>
          </a:xfrm>
          <a:prstGeom prst="roundRect">
            <a:avLst>
              <a:gd name="adj" fmla="val 11488"/>
            </a:avLst>
          </a:prstGeom>
          <a:solidFill>
            <a:srgbClr val="5572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HK" sz="3600" b="1" dirty="0">
              <a:solidFill>
                <a:schemeClr val="bg1"/>
              </a:solidFill>
            </a:endParaRPr>
          </a:p>
        </p:txBody>
      </p:sp>
      <p:sp>
        <p:nvSpPr>
          <p:cNvPr id="2" name="Title 1"/>
          <p:cNvSpPr>
            <a:spLocks noGrp="1"/>
          </p:cNvSpPr>
          <p:nvPr>
            <p:ph type="title"/>
          </p:nvPr>
        </p:nvSpPr>
        <p:spPr>
          <a:xfrm>
            <a:off x="220713" y="168142"/>
            <a:ext cx="8702565" cy="790402"/>
          </a:xfrm>
        </p:spPr>
        <p:txBody>
          <a:bodyPr>
            <a:normAutofit/>
          </a:bodyPr>
          <a:lstStyle>
            <a:lvl1pPr algn="ctr">
              <a:defRPr sz="3600" b="1"/>
            </a:lvl1pPr>
          </a:lstStyle>
          <a:p>
            <a:r>
              <a:rPr lang="en-US" dirty="0"/>
              <a:t>Click to edit Master title style</a:t>
            </a:r>
          </a:p>
        </p:txBody>
      </p:sp>
      <p:sp>
        <p:nvSpPr>
          <p:cNvPr id="3" name="Content Placeholder 2"/>
          <p:cNvSpPr>
            <a:spLocks noGrp="1"/>
          </p:cNvSpPr>
          <p:nvPr>
            <p:ph idx="1"/>
          </p:nvPr>
        </p:nvSpPr>
        <p:spPr>
          <a:xfrm>
            <a:off x="337751" y="1235676"/>
            <a:ext cx="8460260" cy="5296929"/>
          </a:xfrm>
        </p:spPr>
        <p:txBody>
          <a:bodyPr/>
          <a:lstStyle>
            <a:lvl1pPr algn="ctr">
              <a:buNone/>
              <a:defRPr sz="6000" b="1"/>
            </a:lvl1pPr>
          </a:lstStyle>
          <a:p>
            <a:pPr lvl="0"/>
            <a:endParaRPr lang="en-US" dirty="0"/>
          </a:p>
        </p:txBody>
      </p:sp>
    </p:spTree>
    <p:extLst>
      <p:ext uri="{BB962C8B-B14F-4D97-AF65-F5344CB8AC3E}">
        <p14:creationId xmlns:p14="http://schemas.microsoft.com/office/powerpoint/2010/main" val="39406296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465203BC-5626-3F4D-17BA-8E90A16CC9F2}"/>
              </a:ext>
            </a:extLst>
          </p:cNvPr>
          <p:cNvPicPr>
            <a:picLocks noChangeAspect="1"/>
          </p:cNvPicPr>
          <p:nvPr userDrawn="1"/>
        </p:nvPicPr>
        <p:blipFill>
          <a:blip r:embed="rId2">
            <a:extLst>
              <a:ext uri="{28A0092B-C50C-407E-A947-70E740481C1C}">
                <a14:useLocalDpi xmlns:a14="http://schemas.microsoft.com/office/drawing/2010/main" val="0"/>
              </a:ext>
            </a:extLst>
          </a:blip>
          <a:srcRect b="25000"/>
          <a:stretch>
            <a:fillRect/>
          </a:stretch>
        </p:blipFill>
        <p:spPr>
          <a:xfrm>
            <a:off x="-1" y="1"/>
            <a:ext cx="9144001" cy="6858000"/>
          </a:xfrm>
          <a:prstGeom prst="rect">
            <a:avLst/>
          </a:prstGeom>
        </p:spPr>
      </p:pic>
      <p:sp>
        <p:nvSpPr>
          <p:cNvPr id="9" name="Rectangle: Rounded Corners 8">
            <a:extLst>
              <a:ext uri="{FF2B5EF4-FFF2-40B4-BE49-F238E27FC236}">
                <a16:creationId xmlns:a16="http://schemas.microsoft.com/office/drawing/2014/main" id="{4AA9FB24-8E4E-FC59-7C27-A47F3D64428D}"/>
              </a:ext>
            </a:extLst>
          </p:cNvPr>
          <p:cNvSpPr/>
          <p:nvPr userDrawn="1"/>
        </p:nvSpPr>
        <p:spPr>
          <a:xfrm>
            <a:off x="220715" y="1109893"/>
            <a:ext cx="5097721" cy="5524237"/>
          </a:xfrm>
          <a:prstGeom prst="roundRect">
            <a:avLst>
              <a:gd name="adj" fmla="val 2712"/>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just"/>
            <a:endParaRPr lang="en-HK" sz="4800" b="1" dirty="0">
              <a:solidFill>
                <a:srgbClr val="282120"/>
              </a:solidFill>
            </a:endParaRPr>
          </a:p>
        </p:txBody>
      </p:sp>
      <p:sp>
        <p:nvSpPr>
          <p:cNvPr id="10" name="Rectangle: Rounded Corners 9">
            <a:extLst>
              <a:ext uri="{FF2B5EF4-FFF2-40B4-BE49-F238E27FC236}">
                <a16:creationId xmlns:a16="http://schemas.microsoft.com/office/drawing/2014/main" id="{FA2DEF5C-0AF9-D1E4-7A37-1DE9A42C7923}"/>
              </a:ext>
            </a:extLst>
          </p:cNvPr>
          <p:cNvSpPr/>
          <p:nvPr userDrawn="1"/>
        </p:nvSpPr>
        <p:spPr>
          <a:xfrm>
            <a:off x="5539153" y="1109893"/>
            <a:ext cx="3384131" cy="5524236"/>
          </a:xfrm>
          <a:prstGeom prst="roundRect">
            <a:avLst>
              <a:gd name="adj" fmla="val 2712"/>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t"/>
          <a:lstStyle/>
          <a:p>
            <a:pPr marL="0" marR="0" lvl="0" indent="0" algn="just" defTabSz="457200" rtl="0" eaLnBrk="1" fontAlgn="auto" latinLnBrk="0" hangingPunct="1">
              <a:lnSpc>
                <a:spcPct val="100000"/>
              </a:lnSpc>
              <a:spcBef>
                <a:spcPts val="0"/>
              </a:spcBef>
              <a:spcAft>
                <a:spcPts val="0"/>
              </a:spcAft>
              <a:buClrTx/>
              <a:buSzTx/>
              <a:buFontTx/>
              <a:buNone/>
              <a:tabLst/>
              <a:defRPr/>
            </a:pPr>
            <a:endParaRPr lang="en-HK" sz="2800" b="0" i="0" u="none" strike="noStrike" kern="1200" cap="none" spc="0" normalizeH="0" baseline="0" noProof="0" dirty="0">
              <a:ln>
                <a:noFill/>
              </a:ln>
              <a:solidFill>
                <a:schemeClr val="tx1"/>
              </a:solidFill>
              <a:effectLst/>
              <a:uLnTx/>
              <a:uFillTx/>
              <a:latin typeface="EB Garamond"/>
              <a:ea typeface="DFKai-SB"/>
            </a:endParaRPr>
          </a:p>
        </p:txBody>
      </p:sp>
      <p:sp>
        <p:nvSpPr>
          <p:cNvPr id="11" name="Rectangle: Rounded Corners 10">
            <a:extLst>
              <a:ext uri="{FF2B5EF4-FFF2-40B4-BE49-F238E27FC236}">
                <a16:creationId xmlns:a16="http://schemas.microsoft.com/office/drawing/2014/main" id="{724A3B27-C851-2AE7-2E57-1C0107B7A838}"/>
              </a:ext>
            </a:extLst>
          </p:cNvPr>
          <p:cNvSpPr/>
          <p:nvPr userDrawn="1"/>
        </p:nvSpPr>
        <p:spPr>
          <a:xfrm>
            <a:off x="220717" y="168142"/>
            <a:ext cx="8702566" cy="790401"/>
          </a:xfrm>
          <a:prstGeom prst="roundRect">
            <a:avLst>
              <a:gd name="adj" fmla="val 11488"/>
            </a:avLst>
          </a:prstGeom>
          <a:solidFill>
            <a:srgbClr val="5572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3600" b="1" dirty="0">
              <a:solidFill>
                <a:schemeClr val="bg1"/>
              </a:solidFill>
            </a:endParaRPr>
          </a:p>
        </p:txBody>
      </p:sp>
      <p:sp>
        <p:nvSpPr>
          <p:cNvPr id="2" name="Title 1"/>
          <p:cNvSpPr>
            <a:spLocks noGrp="1"/>
          </p:cNvSpPr>
          <p:nvPr>
            <p:ph type="title"/>
          </p:nvPr>
        </p:nvSpPr>
        <p:spPr>
          <a:xfrm>
            <a:off x="220715" y="182968"/>
            <a:ext cx="8702566" cy="747538"/>
          </a:xfrm>
        </p:spPr>
        <p:txBody>
          <a:bodyPr/>
          <a:lstStyle>
            <a:lvl1pPr algn="ctr">
              <a:defRPr lang="en-US" sz="3600" b="1" kern="1200" dirty="0">
                <a:solidFill>
                  <a:schemeClr val="bg1"/>
                </a:solidFill>
                <a:latin typeface="+mn-lt"/>
                <a:ea typeface="+mn-ea"/>
                <a:cs typeface="+mn-cs"/>
              </a:defRPr>
            </a:lvl1pPr>
          </a:lstStyle>
          <a:p>
            <a:r>
              <a:rPr lang="en-US" dirty="0"/>
              <a:t>Click to edit Master title style</a:t>
            </a:r>
          </a:p>
        </p:txBody>
      </p:sp>
      <p:sp>
        <p:nvSpPr>
          <p:cNvPr id="3" name="Content Placeholder 2"/>
          <p:cNvSpPr>
            <a:spLocks noGrp="1"/>
          </p:cNvSpPr>
          <p:nvPr>
            <p:ph sz="half" idx="1"/>
          </p:nvPr>
        </p:nvSpPr>
        <p:spPr>
          <a:xfrm>
            <a:off x="335016" y="1253330"/>
            <a:ext cx="4863060" cy="5254561"/>
          </a:xfrm>
        </p:spPr>
        <p:txBody>
          <a:bodyPr/>
          <a:lstStyle>
            <a:lvl1pPr>
              <a:defRPr lang="en-US" sz="4800" kern="1200" dirty="0">
                <a:solidFill>
                  <a:srgbClr val="282120"/>
                </a:solidFill>
                <a:latin typeface="+mn-lt"/>
                <a:ea typeface="+mn-ea"/>
                <a:cs typeface="+mn-cs"/>
              </a:defRPr>
            </a:lvl1pPr>
            <a:lvl2pPr>
              <a:defRPr lang="en-US" sz="4800" kern="1200" dirty="0">
                <a:solidFill>
                  <a:srgbClr val="282120"/>
                </a:solidFill>
                <a:latin typeface="+mn-lt"/>
                <a:ea typeface="+mn-ea"/>
                <a:cs typeface="+mn-cs"/>
              </a:defRPr>
            </a:lvl2pPr>
            <a:lvl3pPr>
              <a:defRPr lang="en-US" sz="4800" kern="1200" dirty="0">
                <a:solidFill>
                  <a:srgbClr val="282120"/>
                </a:solidFill>
                <a:latin typeface="+mn-lt"/>
                <a:ea typeface="+mn-ea"/>
                <a:cs typeface="+mn-cs"/>
              </a:defRPr>
            </a:lvl3pPr>
            <a:lvl4pPr>
              <a:defRPr lang="en-US" sz="4800" kern="1200" dirty="0">
                <a:solidFill>
                  <a:srgbClr val="282120"/>
                </a:solidFill>
                <a:latin typeface="+mn-lt"/>
                <a:ea typeface="+mn-ea"/>
                <a:cs typeface="+mn-cs"/>
              </a:defRPr>
            </a:lvl4pPr>
            <a:lvl5pPr>
              <a:defRPr lang="en-US" sz="4800" kern="1200" dirty="0">
                <a:solidFill>
                  <a:srgbClr val="282120"/>
                </a:solidFill>
                <a:latin typeface="+mn-lt"/>
                <a:ea typeface="+mn-ea"/>
                <a:cs typeface="+mn-cs"/>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5670958" y="1253331"/>
            <a:ext cx="3138026" cy="5254560"/>
          </a:xfrm>
        </p:spPr>
        <p:txBody>
          <a:bodyPr/>
          <a:lstStyle>
            <a:lvl1pPr>
              <a:defRPr kumimoji="0" lang="en-US" sz="2800" b="0" i="0" u="none" strike="noStrike" kern="1200" cap="none" spc="0" normalizeH="0" baseline="0" dirty="0">
                <a:ln>
                  <a:noFill/>
                </a:ln>
                <a:solidFill>
                  <a:schemeClr val="tx1"/>
                </a:solidFill>
                <a:effectLst/>
                <a:uLnTx/>
                <a:uFillTx/>
                <a:latin typeface="EB Garamond"/>
                <a:ea typeface="DFKai-SB"/>
                <a:cs typeface="+mn-cs"/>
              </a:defRPr>
            </a:lvl1pPr>
            <a:lvl2pPr>
              <a:defRPr kumimoji="0" lang="en-US" sz="2800" b="0" i="0" u="none" strike="noStrike" kern="1200" cap="none" spc="0" normalizeH="0" baseline="0" dirty="0">
                <a:ln>
                  <a:noFill/>
                </a:ln>
                <a:solidFill>
                  <a:schemeClr val="tx1"/>
                </a:solidFill>
                <a:effectLst/>
                <a:uLnTx/>
                <a:uFillTx/>
                <a:latin typeface="EB Garamond"/>
                <a:ea typeface="DFKai-SB"/>
                <a:cs typeface="+mn-cs"/>
              </a:defRPr>
            </a:lvl2pPr>
            <a:lvl3pPr>
              <a:defRPr kumimoji="0" lang="en-US" sz="2800" b="0" i="0" u="none" strike="noStrike" kern="1200" cap="none" spc="0" normalizeH="0" baseline="0" dirty="0">
                <a:ln>
                  <a:noFill/>
                </a:ln>
                <a:solidFill>
                  <a:schemeClr val="tx1"/>
                </a:solidFill>
                <a:effectLst/>
                <a:uLnTx/>
                <a:uFillTx/>
                <a:latin typeface="EB Garamond"/>
                <a:ea typeface="DFKai-SB"/>
                <a:cs typeface="+mn-cs"/>
              </a:defRPr>
            </a:lvl3pPr>
            <a:lvl4pPr>
              <a:defRPr kumimoji="0" lang="en-US" sz="2800" b="0" i="0" u="none" strike="noStrike" kern="1200" cap="none" spc="0" normalizeH="0" baseline="0" dirty="0">
                <a:ln>
                  <a:noFill/>
                </a:ln>
                <a:solidFill>
                  <a:schemeClr val="tx1"/>
                </a:solidFill>
                <a:effectLst/>
                <a:uLnTx/>
                <a:uFillTx/>
                <a:latin typeface="EB Garamond"/>
                <a:ea typeface="DFKai-SB"/>
                <a:cs typeface="+mn-cs"/>
              </a:defRPr>
            </a:lvl4pPr>
            <a:lvl5pPr>
              <a:defRPr kumimoji="0" lang="en-US" sz="2800" b="0" i="0" u="none" strike="noStrike" kern="1200" cap="none" spc="0" normalizeH="0" baseline="0" dirty="0">
                <a:ln>
                  <a:noFill/>
                </a:ln>
                <a:solidFill>
                  <a:schemeClr val="tx1"/>
                </a:solidFill>
                <a:effectLst/>
                <a:uLnTx/>
                <a:uFillTx/>
                <a:latin typeface="EB Garamond"/>
                <a:ea typeface="DFKai-SB"/>
                <a:cs typeface="+mn-cs"/>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6187986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05C1223-DCA9-894C-4725-FDC52DCBCB5B}"/>
              </a:ext>
            </a:extLst>
          </p:cNvPr>
          <p:cNvPicPr>
            <a:picLocks noChangeAspect="1"/>
          </p:cNvPicPr>
          <p:nvPr userDrawn="1"/>
        </p:nvPicPr>
        <p:blipFill>
          <a:blip r:embed="rId2">
            <a:extLst>
              <a:ext uri="{28A0092B-C50C-407E-A947-70E740481C1C}">
                <a14:useLocalDpi xmlns:a14="http://schemas.microsoft.com/office/drawing/2010/main" val="0"/>
              </a:ext>
            </a:extLst>
          </a:blip>
          <a:srcRect b="25000"/>
          <a:stretch>
            <a:fillRect/>
          </a:stretch>
        </p:blipFill>
        <p:spPr>
          <a:xfrm>
            <a:off x="-1" y="1"/>
            <a:ext cx="9144001" cy="6858000"/>
          </a:xfrm>
          <a:prstGeom prst="rect">
            <a:avLst/>
          </a:prstGeom>
        </p:spPr>
      </p:pic>
      <p:sp>
        <p:nvSpPr>
          <p:cNvPr id="8" name="Rectangle: Rounded Corners 7">
            <a:extLst>
              <a:ext uri="{FF2B5EF4-FFF2-40B4-BE49-F238E27FC236}">
                <a16:creationId xmlns:a16="http://schemas.microsoft.com/office/drawing/2014/main" id="{C94BA9F8-0A31-D93B-EFD6-5CDA959D2D04}"/>
              </a:ext>
            </a:extLst>
          </p:cNvPr>
          <p:cNvSpPr/>
          <p:nvPr userDrawn="1"/>
        </p:nvSpPr>
        <p:spPr>
          <a:xfrm>
            <a:off x="220717" y="168142"/>
            <a:ext cx="8702566" cy="6516437"/>
          </a:xfrm>
          <a:prstGeom prst="roundRect">
            <a:avLst>
              <a:gd name="adj" fmla="val 2295"/>
            </a:avLst>
          </a:prstGeom>
          <a:solidFill>
            <a:srgbClr val="5572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zh-TW" sz="6000" b="1" dirty="0">
              <a:solidFill>
                <a:schemeClr val="bg1"/>
              </a:solidFill>
            </a:endParaRPr>
          </a:p>
        </p:txBody>
      </p:sp>
      <p:sp>
        <p:nvSpPr>
          <p:cNvPr id="2" name="Title 1"/>
          <p:cNvSpPr>
            <a:spLocks noGrp="1"/>
          </p:cNvSpPr>
          <p:nvPr>
            <p:ph type="title"/>
          </p:nvPr>
        </p:nvSpPr>
        <p:spPr>
          <a:xfrm>
            <a:off x="623888" y="609600"/>
            <a:ext cx="7886700" cy="5560541"/>
          </a:xfrm>
        </p:spPr>
        <p:txBody>
          <a:bodyPr anchor="ctr"/>
          <a:lstStyle>
            <a:lvl1pPr algn="ctr">
              <a:defRPr lang="en-US" sz="8800" b="1" kern="1200" dirty="0">
                <a:solidFill>
                  <a:schemeClr val="bg1"/>
                </a:solidFill>
                <a:latin typeface="+mn-lt"/>
                <a:ea typeface="+mn-ea"/>
                <a:cs typeface="+mn-cs"/>
              </a:defRPr>
            </a:lvl1pPr>
          </a:lstStyle>
          <a:p>
            <a:r>
              <a:rPr lang="en-US" dirty="0"/>
              <a:t>Click to edit Master title style</a:t>
            </a:r>
          </a:p>
        </p:txBody>
      </p:sp>
    </p:spTree>
    <p:extLst>
      <p:ext uri="{BB962C8B-B14F-4D97-AF65-F5344CB8AC3E}">
        <p14:creationId xmlns:p14="http://schemas.microsoft.com/office/powerpoint/2010/main" val="39674989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1_Section Header">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B53FA20-0F6D-430F-13AD-9A8D9F522189}"/>
              </a:ext>
            </a:extLst>
          </p:cNvPr>
          <p:cNvPicPr>
            <a:picLocks noChangeAspect="1"/>
          </p:cNvPicPr>
          <p:nvPr userDrawn="1"/>
        </p:nvPicPr>
        <p:blipFill>
          <a:blip r:embed="rId2">
            <a:extLst>
              <a:ext uri="{28A0092B-C50C-407E-A947-70E740481C1C}">
                <a14:useLocalDpi xmlns:a14="http://schemas.microsoft.com/office/drawing/2010/main" val="0"/>
              </a:ext>
            </a:extLst>
          </a:blip>
          <a:srcRect b="25000"/>
          <a:stretch>
            <a:fillRect/>
          </a:stretch>
        </p:blipFill>
        <p:spPr>
          <a:xfrm>
            <a:off x="-1" y="1"/>
            <a:ext cx="9144001" cy="6858000"/>
          </a:xfrm>
          <a:prstGeom prst="rect">
            <a:avLst/>
          </a:prstGeom>
        </p:spPr>
      </p:pic>
      <p:sp>
        <p:nvSpPr>
          <p:cNvPr id="8" name="Rectangle: Rounded Corners 7">
            <a:extLst>
              <a:ext uri="{FF2B5EF4-FFF2-40B4-BE49-F238E27FC236}">
                <a16:creationId xmlns:a16="http://schemas.microsoft.com/office/drawing/2014/main" id="{0139A13C-7E46-8287-0533-E3254554C433}"/>
              </a:ext>
            </a:extLst>
          </p:cNvPr>
          <p:cNvSpPr/>
          <p:nvPr userDrawn="1"/>
        </p:nvSpPr>
        <p:spPr>
          <a:xfrm>
            <a:off x="220717" y="168142"/>
            <a:ext cx="8702566" cy="6516437"/>
          </a:xfrm>
          <a:prstGeom prst="roundRect">
            <a:avLst>
              <a:gd name="adj" fmla="val 2295"/>
            </a:avLst>
          </a:prstGeom>
          <a:solidFill>
            <a:srgbClr val="5572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HK" sz="3600" b="1" dirty="0">
              <a:solidFill>
                <a:schemeClr val="bg1"/>
              </a:solidFill>
            </a:endParaRPr>
          </a:p>
        </p:txBody>
      </p:sp>
      <p:sp>
        <p:nvSpPr>
          <p:cNvPr id="2" name="Title 1"/>
          <p:cNvSpPr>
            <a:spLocks noGrp="1"/>
          </p:cNvSpPr>
          <p:nvPr>
            <p:ph type="title"/>
          </p:nvPr>
        </p:nvSpPr>
        <p:spPr>
          <a:xfrm>
            <a:off x="623888" y="1025999"/>
            <a:ext cx="7886700" cy="2852737"/>
          </a:xfrm>
        </p:spPr>
        <p:txBody>
          <a:bodyPr anchor="ctr"/>
          <a:lstStyle>
            <a:lvl1pPr algn="ctr">
              <a:defRPr lang="en-US" sz="6000" b="1" kern="1200" dirty="0">
                <a:solidFill>
                  <a:schemeClr val="bg1"/>
                </a:solidFill>
                <a:latin typeface="+mn-lt"/>
                <a:ea typeface="+mn-ea"/>
                <a:cs typeface="+mn-cs"/>
              </a:defRPr>
            </a:lvl1pPr>
          </a:lstStyle>
          <a:p>
            <a:r>
              <a:rPr lang="en-US" dirty="0"/>
              <a:t>Click to edit Master title style</a:t>
            </a:r>
          </a:p>
        </p:txBody>
      </p:sp>
      <p:sp>
        <p:nvSpPr>
          <p:cNvPr id="3" name="Text Placeholder 2"/>
          <p:cNvSpPr>
            <a:spLocks noGrp="1"/>
          </p:cNvSpPr>
          <p:nvPr>
            <p:ph type="body" idx="1"/>
          </p:nvPr>
        </p:nvSpPr>
        <p:spPr>
          <a:xfrm>
            <a:off x="623888" y="4022000"/>
            <a:ext cx="7886700" cy="1500187"/>
          </a:xfrm>
        </p:spPr>
        <p:txBody>
          <a:bodyPr anchor="ctr"/>
          <a:lstStyle>
            <a:lvl1pPr marL="0" indent="0" algn="ctr">
              <a:buNone/>
              <a:defRPr lang="en-US" sz="4400" b="1" kern="1200">
                <a:solidFill>
                  <a:schemeClr val="lt1"/>
                </a:solidFill>
                <a:latin typeface="+mn-lt"/>
                <a:ea typeface="+mn-ea"/>
                <a:cs typeface="+mn-cs"/>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Tree>
    <p:extLst>
      <p:ext uri="{BB962C8B-B14F-4D97-AF65-F5344CB8AC3E}">
        <p14:creationId xmlns:p14="http://schemas.microsoft.com/office/powerpoint/2010/main" val="25035509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C80562F-21D2-46FE-8F9C-1FEA7305F199}" type="datetimeFigureOut">
              <a:rPr lang="en-HK" smtClean="0"/>
              <a:t>26/6/2026</a:t>
            </a:fld>
            <a:endParaRPr lang="en-HK"/>
          </a:p>
        </p:txBody>
      </p:sp>
      <p:sp>
        <p:nvSpPr>
          <p:cNvPr id="8" name="Footer Placeholder 7"/>
          <p:cNvSpPr>
            <a:spLocks noGrp="1"/>
          </p:cNvSpPr>
          <p:nvPr>
            <p:ph type="ftr" sz="quarter" idx="11"/>
          </p:nvPr>
        </p:nvSpPr>
        <p:spPr/>
        <p:txBody>
          <a:bodyPr/>
          <a:lstStyle/>
          <a:p>
            <a:endParaRPr lang="en-HK"/>
          </a:p>
        </p:txBody>
      </p:sp>
      <p:sp>
        <p:nvSpPr>
          <p:cNvPr id="9" name="Slide Number Placeholder 8"/>
          <p:cNvSpPr>
            <a:spLocks noGrp="1"/>
          </p:cNvSpPr>
          <p:nvPr>
            <p:ph type="sldNum" sz="quarter" idx="12"/>
          </p:nvPr>
        </p:nvSpPr>
        <p:spPr/>
        <p:txBody>
          <a:bodyPr/>
          <a:lstStyle/>
          <a:p>
            <a:fld id="{609EB680-781A-42D4-92E9-5DF1787DDD34}" type="slidenum">
              <a:rPr lang="en-HK" smtClean="0"/>
              <a:t>‹#›</a:t>
            </a:fld>
            <a:endParaRPr lang="en-HK"/>
          </a:p>
        </p:txBody>
      </p:sp>
    </p:spTree>
    <p:extLst>
      <p:ext uri="{BB962C8B-B14F-4D97-AF65-F5344CB8AC3E}">
        <p14:creationId xmlns:p14="http://schemas.microsoft.com/office/powerpoint/2010/main" val="42257621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C80562F-21D2-46FE-8F9C-1FEA7305F199}" type="datetimeFigureOut">
              <a:rPr lang="en-HK" smtClean="0"/>
              <a:t>26/6/2026</a:t>
            </a:fld>
            <a:endParaRPr lang="en-HK"/>
          </a:p>
        </p:txBody>
      </p:sp>
      <p:sp>
        <p:nvSpPr>
          <p:cNvPr id="4" name="Footer Placeholder 3"/>
          <p:cNvSpPr>
            <a:spLocks noGrp="1"/>
          </p:cNvSpPr>
          <p:nvPr>
            <p:ph type="ftr" sz="quarter" idx="11"/>
          </p:nvPr>
        </p:nvSpPr>
        <p:spPr/>
        <p:txBody>
          <a:bodyPr/>
          <a:lstStyle/>
          <a:p>
            <a:endParaRPr lang="en-HK"/>
          </a:p>
        </p:txBody>
      </p:sp>
      <p:sp>
        <p:nvSpPr>
          <p:cNvPr id="5" name="Slide Number Placeholder 4"/>
          <p:cNvSpPr>
            <a:spLocks noGrp="1"/>
          </p:cNvSpPr>
          <p:nvPr>
            <p:ph type="sldNum" sz="quarter" idx="12"/>
          </p:nvPr>
        </p:nvSpPr>
        <p:spPr/>
        <p:txBody>
          <a:bodyPr/>
          <a:lstStyle/>
          <a:p>
            <a:fld id="{609EB680-781A-42D4-92E9-5DF1787DDD34}" type="slidenum">
              <a:rPr lang="en-HK" smtClean="0"/>
              <a:t>‹#›</a:t>
            </a:fld>
            <a:endParaRPr lang="en-HK"/>
          </a:p>
        </p:txBody>
      </p:sp>
    </p:spTree>
    <p:extLst>
      <p:ext uri="{BB962C8B-B14F-4D97-AF65-F5344CB8AC3E}">
        <p14:creationId xmlns:p14="http://schemas.microsoft.com/office/powerpoint/2010/main" val="269147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C80562F-21D2-46FE-8F9C-1FEA7305F199}" type="datetimeFigureOut">
              <a:rPr lang="en-HK" smtClean="0"/>
              <a:t>26/6/2026</a:t>
            </a:fld>
            <a:endParaRPr lang="en-HK"/>
          </a:p>
        </p:txBody>
      </p:sp>
      <p:sp>
        <p:nvSpPr>
          <p:cNvPr id="3" name="Footer Placeholder 2"/>
          <p:cNvSpPr>
            <a:spLocks noGrp="1"/>
          </p:cNvSpPr>
          <p:nvPr>
            <p:ph type="ftr" sz="quarter" idx="11"/>
          </p:nvPr>
        </p:nvSpPr>
        <p:spPr/>
        <p:txBody>
          <a:bodyPr/>
          <a:lstStyle/>
          <a:p>
            <a:endParaRPr lang="en-HK"/>
          </a:p>
        </p:txBody>
      </p:sp>
      <p:sp>
        <p:nvSpPr>
          <p:cNvPr id="4" name="Slide Number Placeholder 3"/>
          <p:cNvSpPr>
            <a:spLocks noGrp="1"/>
          </p:cNvSpPr>
          <p:nvPr>
            <p:ph type="sldNum" sz="quarter" idx="12"/>
          </p:nvPr>
        </p:nvSpPr>
        <p:spPr/>
        <p:txBody>
          <a:bodyPr/>
          <a:lstStyle/>
          <a:p>
            <a:fld id="{609EB680-781A-42D4-92E9-5DF1787DDD34}" type="slidenum">
              <a:rPr lang="en-HK" smtClean="0"/>
              <a:t>‹#›</a:t>
            </a:fld>
            <a:endParaRPr lang="en-HK"/>
          </a:p>
        </p:txBody>
      </p:sp>
    </p:spTree>
    <p:extLst>
      <p:ext uri="{BB962C8B-B14F-4D97-AF65-F5344CB8AC3E}">
        <p14:creationId xmlns:p14="http://schemas.microsoft.com/office/powerpoint/2010/main" val="18976001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C80562F-21D2-46FE-8F9C-1FEA7305F199}" type="datetimeFigureOut">
              <a:rPr lang="en-HK" smtClean="0"/>
              <a:t>26/6/2026</a:t>
            </a:fld>
            <a:endParaRPr lang="en-HK"/>
          </a:p>
        </p:txBody>
      </p:sp>
      <p:sp>
        <p:nvSpPr>
          <p:cNvPr id="6" name="Footer Placeholder 5"/>
          <p:cNvSpPr>
            <a:spLocks noGrp="1"/>
          </p:cNvSpPr>
          <p:nvPr>
            <p:ph type="ftr" sz="quarter" idx="11"/>
          </p:nvPr>
        </p:nvSpPr>
        <p:spPr/>
        <p:txBody>
          <a:bodyPr/>
          <a:lstStyle/>
          <a:p>
            <a:endParaRPr lang="en-HK"/>
          </a:p>
        </p:txBody>
      </p:sp>
      <p:sp>
        <p:nvSpPr>
          <p:cNvPr id="7" name="Slide Number Placeholder 6"/>
          <p:cNvSpPr>
            <a:spLocks noGrp="1"/>
          </p:cNvSpPr>
          <p:nvPr>
            <p:ph type="sldNum" sz="quarter" idx="12"/>
          </p:nvPr>
        </p:nvSpPr>
        <p:spPr/>
        <p:txBody>
          <a:bodyPr/>
          <a:lstStyle/>
          <a:p>
            <a:fld id="{609EB680-781A-42D4-92E9-5DF1787DDD34}" type="slidenum">
              <a:rPr lang="en-HK" smtClean="0"/>
              <a:t>‹#›</a:t>
            </a:fld>
            <a:endParaRPr lang="en-HK"/>
          </a:p>
        </p:txBody>
      </p:sp>
    </p:spTree>
    <p:extLst>
      <p:ext uri="{BB962C8B-B14F-4D97-AF65-F5344CB8AC3E}">
        <p14:creationId xmlns:p14="http://schemas.microsoft.com/office/powerpoint/2010/main" val="31187567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C80562F-21D2-46FE-8F9C-1FEA7305F199}" type="datetimeFigureOut">
              <a:rPr lang="en-HK" smtClean="0"/>
              <a:t>26/6/2026</a:t>
            </a:fld>
            <a:endParaRPr lang="en-HK"/>
          </a:p>
        </p:txBody>
      </p:sp>
      <p:sp>
        <p:nvSpPr>
          <p:cNvPr id="6" name="Footer Placeholder 5"/>
          <p:cNvSpPr>
            <a:spLocks noGrp="1"/>
          </p:cNvSpPr>
          <p:nvPr>
            <p:ph type="ftr" sz="quarter" idx="11"/>
          </p:nvPr>
        </p:nvSpPr>
        <p:spPr/>
        <p:txBody>
          <a:bodyPr/>
          <a:lstStyle/>
          <a:p>
            <a:endParaRPr lang="en-HK"/>
          </a:p>
        </p:txBody>
      </p:sp>
      <p:sp>
        <p:nvSpPr>
          <p:cNvPr id="7" name="Slide Number Placeholder 6"/>
          <p:cNvSpPr>
            <a:spLocks noGrp="1"/>
          </p:cNvSpPr>
          <p:nvPr>
            <p:ph type="sldNum" sz="quarter" idx="12"/>
          </p:nvPr>
        </p:nvSpPr>
        <p:spPr/>
        <p:txBody>
          <a:bodyPr/>
          <a:lstStyle/>
          <a:p>
            <a:fld id="{609EB680-781A-42D4-92E9-5DF1787DDD34}" type="slidenum">
              <a:rPr lang="en-HK" smtClean="0"/>
              <a:t>‹#›</a:t>
            </a:fld>
            <a:endParaRPr lang="en-HK"/>
          </a:p>
        </p:txBody>
      </p:sp>
    </p:spTree>
    <p:extLst>
      <p:ext uri="{BB962C8B-B14F-4D97-AF65-F5344CB8AC3E}">
        <p14:creationId xmlns:p14="http://schemas.microsoft.com/office/powerpoint/2010/main" val="5278138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C80562F-21D2-46FE-8F9C-1FEA7305F199}" type="datetimeFigureOut">
              <a:rPr lang="en-HK" smtClean="0"/>
              <a:t>26/6/2026</a:t>
            </a:fld>
            <a:endParaRPr lang="en-HK"/>
          </a:p>
        </p:txBody>
      </p:sp>
      <p:sp>
        <p:nvSpPr>
          <p:cNvPr id="5" name="Footer Placeholder 4"/>
          <p:cNvSpPr>
            <a:spLocks noGrp="1"/>
          </p:cNvSpPr>
          <p:nvPr>
            <p:ph type="ftr" sz="quarter" idx="11"/>
          </p:nvPr>
        </p:nvSpPr>
        <p:spPr/>
        <p:txBody>
          <a:bodyPr/>
          <a:lstStyle/>
          <a:p>
            <a:endParaRPr lang="en-HK"/>
          </a:p>
        </p:txBody>
      </p:sp>
      <p:sp>
        <p:nvSpPr>
          <p:cNvPr id="6" name="Slide Number Placeholder 5"/>
          <p:cNvSpPr>
            <a:spLocks noGrp="1"/>
          </p:cNvSpPr>
          <p:nvPr>
            <p:ph type="sldNum" sz="quarter" idx="12"/>
          </p:nvPr>
        </p:nvSpPr>
        <p:spPr/>
        <p:txBody>
          <a:bodyPr/>
          <a:lstStyle/>
          <a:p>
            <a:fld id="{609EB680-781A-42D4-92E9-5DF1787DDD34}" type="slidenum">
              <a:rPr lang="en-HK" smtClean="0"/>
              <a:t>‹#›</a:t>
            </a:fld>
            <a:endParaRPr lang="en-HK"/>
          </a:p>
        </p:txBody>
      </p:sp>
    </p:spTree>
    <p:extLst>
      <p:ext uri="{BB962C8B-B14F-4D97-AF65-F5344CB8AC3E}">
        <p14:creationId xmlns:p14="http://schemas.microsoft.com/office/powerpoint/2010/main" val="28036199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C80562F-21D2-46FE-8F9C-1FEA7305F199}" type="datetimeFigureOut">
              <a:rPr lang="en-HK" smtClean="0"/>
              <a:t>26/6/2026</a:t>
            </a:fld>
            <a:endParaRPr lang="en-HK"/>
          </a:p>
        </p:txBody>
      </p:sp>
      <p:sp>
        <p:nvSpPr>
          <p:cNvPr id="5" name="Footer Placeholder 4"/>
          <p:cNvSpPr>
            <a:spLocks noGrp="1"/>
          </p:cNvSpPr>
          <p:nvPr>
            <p:ph type="ftr" sz="quarter" idx="11"/>
          </p:nvPr>
        </p:nvSpPr>
        <p:spPr/>
        <p:txBody>
          <a:bodyPr/>
          <a:lstStyle/>
          <a:p>
            <a:endParaRPr lang="en-HK"/>
          </a:p>
        </p:txBody>
      </p:sp>
      <p:sp>
        <p:nvSpPr>
          <p:cNvPr id="6" name="Slide Number Placeholder 5"/>
          <p:cNvSpPr>
            <a:spLocks noGrp="1"/>
          </p:cNvSpPr>
          <p:nvPr>
            <p:ph type="sldNum" sz="quarter" idx="12"/>
          </p:nvPr>
        </p:nvSpPr>
        <p:spPr/>
        <p:txBody>
          <a:bodyPr/>
          <a:lstStyle/>
          <a:p>
            <a:fld id="{609EB680-781A-42D4-92E9-5DF1787DDD34}" type="slidenum">
              <a:rPr lang="en-HK" smtClean="0"/>
              <a:t>‹#›</a:t>
            </a:fld>
            <a:endParaRPr lang="en-HK"/>
          </a:p>
        </p:txBody>
      </p:sp>
    </p:spTree>
    <p:extLst>
      <p:ext uri="{BB962C8B-B14F-4D97-AF65-F5344CB8AC3E}">
        <p14:creationId xmlns:p14="http://schemas.microsoft.com/office/powerpoint/2010/main" val="35087918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C80562F-21D2-46FE-8F9C-1FEA7305F199}" type="datetimeFigureOut">
              <a:rPr lang="en-HK" smtClean="0"/>
              <a:t>26/6/2026</a:t>
            </a:fld>
            <a:endParaRPr lang="en-HK"/>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HK"/>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09EB680-781A-42D4-92E9-5DF1787DDD34}" type="slidenum">
              <a:rPr lang="en-HK" smtClean="0"/>
              <a:t>‹#›</a:t>
            </a:fld>
            <a:endParaRPr lang="en-HK"/>
          </a:p>
        </p:txBody>
      </p:sp>
    </p:spTree>
    <p:extLst>
      <p:ext uri="{BB962C8B-B14F-4D97-AF65-F5344CB8AC3E}">
        <p14:creationId xmlns:p14="http://schemas.microsoft.com/office/powerpoint/2010/main" val="2163810066"/>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6" r:id="rId3"/>
    <p:sldLayoutId id="2147483675" r:id="rId4"/>
    <p:sldLayoutId id="2147483684" r:id="rId5"/>
    <p:sldLayoutId id="2147483677" r:id="rId6"/>
    <p:sldLayoutId id="2147483678" r:id="rId7"/>
    <p:sldLayoutId id="2147483679" r:id="rId8"/>
    <p:sldLayoutId id="2147483680" r:id="rId9"/>
    <p:sldLayoutId id="2147483681" r:id="rId10"/>
    <p:sldLayoutId id="2147483682" r:id="rId11"/>
    <p:sldLayoutId id="2147483683" r:id="rId1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 Id="rId4" Type="http://schemas.microsoft.com/office/2007/relationships/hdphoto" Target="../media/hdphoto1.wdp"/></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 Id="rId4" Type="http://schemas.microsoft.com/office/2007/relationships/hdphoto" Target="../media/hdphoto2.wdp"/></Relationships>
</file>

<file path=ppt/slides/_rels/slide5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 Id="rId4" Type="http://schemas.microsoft.com/office/2007/relationships/hdphoto" Target="../media/hdphoto2.wdp"/></Relationships>
</file>

<file path=ppt/slides/_rels/slide8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8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9.xml.rels><?xml version="1.0" encoding="UTF-8" standalone="yes"?>
<Relationships xmlns="http://schemas.openxmlformats.org/package/2006/relationships"><Relationship Id="rId8" Type="http://schemas.openxmlformats.org/officeDocument/2006/relationships/slide" Target="slide199.xml"/><Relationship Id="rId3" Type="http://schemas.openxmlformats.org/officeDocument/2006/relationships/slide" Target="slide151.xml"/><Relationship Id="rId7" Type="http://schemas.openxmlformats.org/officeDocument/2006/relationships/image" Target="../media/image7.sv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6.svg"/><Relationship Id="rId5" Type="http://schemas.openxmlformats.org/officeDocument/2006/relationships/slide" Target="slide90.xml"/><Relationship Id="rId4" Type="http://schemas.openxmlformats.org/officeDocument/2006/relationships/image" Target="../media/image5.svg"/><Relationship Id="rId9" Type="http://schemas.openxmlformats.org/officeDocument/2006/relationships/image" Target="../media/image8.svg"/></Relationships>
</file>

<file path=ppt/slides/_rels/slide90.xml.rels><?xml version="1.0" encoding="UTF-8" standalone="yes"?>
<Relationships xmlns="http://schemas.openxmlformats.org/package/2006/relationships"><Relationship Id="rId8" Type="http://schemas.openxmlformats.org/officeDocument/2006/relationships/image" Target="../media/image11.svg"/><Relationship Id="rId13" Type="http://schemas.openxmlformats.org/officeDocument/2006/relationships/slide" Target="slide112.xml"/><Relationship Id="rId18" Type="http://schemas.openxmlformats.org/officeDocument/2006/relationships/image" Target="../media/image16.svg"/><Relationship Id="rId3" Type="http://schemas.openxmlformats.org/officeDocument/2006/relationships/slide" Target="slide98.xml"/><Relationship Id="rId7" Type="http://schemas.openxmlformats.org/officeDocument/2006/relationships/image" Target="../media/image10.svg"/><Relationship Id="rId12" Type="http://schemas.openxmlformats.org/officeDocument/2006/relationships/image" Target="../media/image13.svg"/><Relationship Id="rId17" Type="http://schemas.openxmlformats.org/officeDocument/2006/relationships/slide" Target="slide105.xml"/><Relationship Id="rId2" Type="http://schemas.openxmlformats.org/officeDocument/2006/relationships/image" Target="../media/image1.png"/><Relationship Id="rId16" Type="http://schemas.openxmlformats.org/officeDocument/2006/relationships/image" Target="../media/image15.svg"/><Relationship Id="rId1" Type="http://schemas.openxmlformats.org/officeDocument/2006/relationships/slideLayout" Target="../slideLayouts/slideLayout1.xml"/><Relationship Id="rId6" Type="http://schemas.openxmlformats.org/officeDocument/2006/relationships/slide" Target="slide91.xml"/><Relationship Id="rId11" Type="http://schemas.openxmlformats.org/officeDocument/2006/relationships/slide" Target="slide116.xml"/><Relationship Id="rId5" Type="http://schemas.openxmlformats.org/officeDocument/2006/relationships/image" Target="../media/image9.svg"/><Relationship Id="rId15" Type="http://schemas.openxmlformats.org/officeDocument/2006/relationships/slide" Target="slide108.xml"/><Relationship Id="rId10" Type="http://schemas.openxmlformats.org/officeDocument/2006/relationships/image" Target="../media/image12.svg"/><Relationship Id="rId4" Type="http://schemas.openxmlformats.org/officeDocument/2006/relationships/slide" Target="slide95.xml"/><Relationship Id="rId9" Type="http://schemas.openxmlformats.org/officeDocument/2006/relationships/slide" Target="slide102.xml"/><Relationship Id="rId14" Type="http://schemas.openxmlformats.org/officeDocument/2006/relationships/image" Target="../media/image14.sv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4.xml.rels><?xml version="1.0" encoding="UTF-8" standalone="yes"?>
<Relationships xmlns="http://schemas.openxmlformats.org/package/2006/relationships"><Relationship Id="rId2" Type="http://schemas.openxmlformats.org/officeDocument/2006/relationships/slide" Target="slide120.xml"/><Relationship Id="rId1" Type="http://schemas.openxmlformats.org/officeDocument/2006/relationships/slideLayout" Target="../slideLayouts/slideLayout3.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7.xml.rels><?xml version="1.0" encoding="UTF-8" standalone="yes"?>
<Relationships xmlns="http://schemas.openxmlformats.org/package/2006/relationships"><Relationship Id="rId2" Type="http://schemas.openxmlformats.org/officeDocument/2006/relationships/slide" Target="slide120.xml"/><Relationship Id="rId1" Type="http://schemas.openxmlformats.org/officeDocument/2006/relationships/slideLayout" Target="../slideLayouts/slideLayout3.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1.xml.rels><?xml version="1.0" encoding="UTF-8" standalone="yes"?>
<Relationships xmlns="http://schemas.openxmlformats.org/package/2006/relationships"><Relationship Id="rId2" Type="http://schemas.openxmlformats.org/officeDocument/2006/relationships/slide" Target="slide120.xml"/><Relationship Id="rId1" Type="http://schemas.openxmlformats.org/officeDocument/2006/relationships/slideLayout" Target="../slideLayouts/slideLayout3.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4.xml.rels><?xml version="1.0" encoding="UTF-8" standalone="yes"?>
<Relationships xmlns="http://schemas.openxmlformats.org/package/2006/relationships"><Relationship Id="rId2" Type="http://schemas.openxmlformats.org/officeDocument/2006/relationships/slide" Target="slide120.xml"/><Relationship Id="rId1" Type="http://schemas.openxmlformats.org/officeDocument/2006/relationships/slideLayout" Target="../slideLayouts/slideLayout3.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7.xml.rels><?xml version="1.0" encoding="UTF-8" standalone="yes"?>
<Relationships xmlns="http://schemas.openxmlformats.org/package/2006/relationships"><Relationship Id="rId2" Type="http://schemas.openxmlformats.org/officeDocument/2006/relationships/slide" Target="slide120.xml"/><Relationship Id="rId1" Type="http://schemas.openxmlformats.org/officeDocument/2006/relationships/slideLayout" Target="../slideLayouts/slideLayout3.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1.xml.rels><?xml version="1.0" encoding="UTF-8" standalone="yes"?>
<Relationships xmlns="http://schemas.openxmlformats.org/package/2006/relationships"><Relationship Id="rId2" Type="http://schemas.openxmlformats.org/officeDocument/2006/relationships/slide" Target="slide120.xml"/><Relationship Id="rId1" Type="http://schemas.openxmlformats.org/officeDocument/2006/relationships/slideLayout" Target="../slideLayouts/slideLayout3.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5.xml.rels><?xml version="1.0" encoding="UTF-8" standalone="yes"?>
<Relationships xmlns="http://schemas.openxmlformats.org/package/2006/relationships"><Relationship Id="rId2" Type="http://schemas.openxmlformats.org/officeDocument/2006/relationships/slide" Target="slide120.xml"/><Relationship Id="rId1" Type="http://schemas.openxmlformats.org/officeDocument/2006/relationships/slideLayout" Target="../slideLayouts/slideLayout3.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9.xml.rels><?xml version="1.0" encoding="UTF-8" standalone="yes"?>
<Relationships xmlns="http://schemas.openxmlformats.org/package/2006/relationships"><Relationship Id="rId2" Type="http://schemas.openxmlformats.org/officeDocument/2006/relationships/slide" Target="slide120.xml"/><Relationship Id="rId1" Type="http://schemas.openxmlformats.org/officeDocument/2006/relationships/slideLayout" Target="../slideLayouts/slideLayout3.xml"/></Relationships>
</file>

<file path=ppt/slides/_rels/slide120.xml.rels><?xml version="1.0" encoding="UTF-8" standalone="yes"?>
<Relationships xmlns="http://schemas.openxmlformats.org/package/2006/relationships"><Relationship Id="rId8" Type="http://schemas.microsoft.com/office/2007/relationships/hdphoto" Target="../media/hdphoto3.wdp"/><Relationship Id="rId3" Type="http://schemas.openxmlformats.org/officeDocument/2006/relationships/slide" Target="slide121.xml"/><Relationship Id="rId7" Type="http://schemas.openxmlformats.org/officeDocument/2006/relationships/image" Target="../media/image19.png"/><Relationship Id="rId2" Type="http://schemas.openxmlformats.org/officeDocument/2006/relationships/image" Target="../media/image1.png"/><Relationship Id="rId1" Type="http://schemas.openxmlformats.org/officeDocument/2006/relationships/slideLayout" Target="../slideLayouts/slideLayout3.xml"/><Relationship Id="rId6" Type="http://schemas.openxmlformats.org/officeDocument/2006/relationships/image" Target="../media/image18.svg"/><Relationship Id="rId5" Type="http://schemas.openxmlformats.org/officeDocument/2006/relationships/slide" Target="slide170.xml"/><Relationship Id="rId4" Type="http://schemas.openxmlformats.org/officeDocument/2006/relationships/image" Target="../media/image17.svg"/></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0.xml.rels><?xml version="1.0" encoding="UTF-8" standalone="yes"?>
<Relationships xmlns="http://schemas.openxmlformats.org/package/2006/relationships"><Relationship Id="rId2" Type="http://schemas.openxmlformats.org/officeDocument/2006/relationships/slide" Target="slide226.xml"/><Relationship Id="rId1" Type="http://schemas.openxmlformats.org/officeDocument/2006/relationships/slideLayout" Target="../slideLayouts/slideLayout3.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png"/><Relationship Id="rId1" Type="http://schemas.openxmlformats.org/officeDocument/2006/relationships/slideLayout" Target="../slideLayouts/slideLayout3.xml"/><Relationship Id="rId4" Type="http://schemas.microsoft.com/office/2007/relationships/hdphoto" Target="../media/hdphoto3.wdp"/></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9.xml.rels><?xml version="1.0" encoding="UTF-8" standalone="yes"?>
<Relationships xmlns="http://schemas.openxmlformats.org/package/2006/relationships"><Relationship Id="rId2" Type="http://schemas.openxmlformats.org/officeDocument/2006/relationships/slide" Target="slide226.xml"/><Relationship Id="rId1" Type="http://schemas.openxmlformats.org/officeDocument/2006/relationships/slideLayout" Target="../slideLayouts/slideLayout3.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5.xml.rels><?xml version="1.0" encoding="UTF-8" standalone="yes"?>
<Relationships xmlns="http://schemas.openxmlformats.org/package/2006/relationships"><Relationship Id="rId3" Type="http://schemas.openxmlformats.org/officeDocument/2006/relationships/slide" Target="slide186.xml"/><Relationship Id="rId2" Type="http://schemas.openxmlformats.org/officeDocument/2006/relationships/slide" Target="slide189.xml"/><Relationship Id="rId1" Type="http://schemas.openxmlformats.org/officeDocument/2006/relationships/slideLayout" Target="../slideLayouts/slideLayout3.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8.xml.rels><?xml version="1.0" encoding="UTF-8" standalone="yes"?>
<Relationships xmlns="http://schemas.openxmlformats.org/package/2006/relationships"><Relationship Id="rId2" Type="http://schemas.openxmlformats.org/officeDocument/2006/relationships/slide" Target="slide226.xml"/><Relationship Id="rId1" Type="http://schemas.openxmlformats.org/officeDocument/2006/relationships/slideLayout" Target="../slideLayouts/slideLayout3.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3.xml.rels><?xml version="1.0" encoding="UTF-8" standalone="yes"?>
<Relationships xmlns="http://schemas.openxmlformats.org/package/2006/relationships"><Relationship Id="rId2" Type="http://schemas.openxmlformats.org/officeDocument/2006/relationships/slide" Target="slide226.xml"/><Relationship Id="rId1" Type="http://schemas.openxmlformats.org/officeDocument/2006/relationships/slideLayout" Target="../slideLayouts/slideLayout3.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png"/><Relationship Id="rId1" Type="http://schemas.openxmlformats.org/officeDocument/2006/relationships/slideLayout" Target="../slideLayouts/slideLayout3.xml"/><Relationship Id="rId4" Type="http://schemas.microsoft.com/office/2007/relationships/hdphoto" Target="../media/hdphoto3.wdp"/></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5.xml.rels><?xml version="1.0" encoding="UTF-8" standalone="yes"?>
<Relationships xmlns="http://schemas.openxmlformats.org/package/2006/relationships"><Relationship Id="rId2" Type="http://schemas.openxmlformats.org/officeDocument/2006/relationships/slide" Target="slide226.xml"/><Relationship Id="rId1" Type="http://schemas.openxmlformats.org/officeDocument/2006/relationships/slideLayout" Target="../slideLayouts/slideLayout3.xml"/></Relationships>
</file>

<file path=ppt/slides/_rels/slide22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2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7.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4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4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7.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248.xml.rels><?xml version="1.0" encoding="UTF-8" standalone="yes"?>
<Relationships xmlns="http://schemas.openxmlformats.org/package/2006/relationships"><Relationship Id="rId3" Type="http://schemas.openxmlformats.org/officeDocument/2006/relationships/image" Target="../media/image22.svg"/><Relationship Id="rId7" Type="http://schemas.openxmlformats.org/officeDocument/2006/relationships/image" Target="../media/image26.svg"/><Relationship Id="rId2" Type="http://schemas.openxmlformats.org/officeDocument/2006/relationships/image" Target="../media/image21.svg"/><Relationship Id="rId1" Type="http://schemas.openxmlformats.org/officeDocument/2006/relationships/slideLayout" Target="../slideLayouts/slideLayout2.xml"/><Relationship Id="rId6" Type="http://schemas.openxmlformats.org/officeDocument/2006/relationships/image" Target="../media/image25.svg"/><Relationship Id="rId5" Type="http://schemas.openxmlformats.org/officeDocument/2006/relationships/image" Target="../media/image24.svg"/><Relationship Id="rId4" Type="http://schemas.openxmlformats.org/officeDocument/2006/relationships/image" Target="../media/image23.svg"/></Relationships>
</file>

<file path=ppt/slides/_rels/slide249.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svg"/><Relationship Id="rId1" Type="http://schemas.openxmlformats.org/officeDocument/2006/relationships/slideLayout" Target="../slideLayouts/slideLayout2.xml"/><Relationship Id="rId6" Type="http://schemas.openxmlformats.org/officeDocument/2006/relationships/image" Target="../media/image25.svg"/><Relationship Id="rId5" Type="http://schemas.openxmlformats.org/officeDocument/2006/relationships/image" Target="../media/image24.svg"/><Relationship Id="rId4" Type="http://schemas.openxmlformats.org/officeDocument/2006/relationships/image" Target="../media/image23.svg"/></Relationships>
</file>

<file path=ppt/slides/_rels/slide250.xml.rels><?xml version="1.0" encoding="UTF-8" standalone="yes"?>
<Relationships xmlns="http://schemas.openxmlformats.org/package/2006/relationships"><Relationship Id="rId2" Type="http://schemas.openxmlformats.org/officeDocument/2006/relationships/image" Target="../media/image22.svg"/><Relationship Id="rId1" Type="http://schemas.openxmlformats.org/officeDocument/2006/relationships/slideLayout" Target="../slideLayouts/slideLayout2.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5.xml.rels><?xml version="1.0" encoding="UTF-8" standalone="yes"?>
<Relationships xmlns="http://schemas.openxmlformats.org/package/2006/relationships"><Relationship Id="rId2" Type="http://schemas.openxmlformats.org/officeDocument/2006/relationships/slide" Target="slide256.xml"/><Relationship Id="rId1" Type="http://schemas.openxmlformats.org/officeDocument/2006/relationships/slideLayout" Target="../slideLayouts/slideLayout3.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6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6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6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6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4BC0283D-152D-73D5-5A48-88273CBAAEFB}"/>
              </a:ext>
            </a:extLst>
          </p:cNvPr>
          <p:cNvSpPr>
            <a:spLocks noGrp="1"/>
          </p:cNvSpPr>
          <p:nvPr>
            <p:ph type="ctrTitle"/>
          </p:nvPr>
        </p:nvSpPr>
        <p:spPr/>
        <p:txBody>
          <a:bodyPr/>
          <a:lstStyle/>
          <a:p>
            <a:endParaRPr lang="en-HK" dirty="0"/>
          </a:p>
        </p:txBody>
      </p:sp>
      <p:sp>
        <p:nvSpPr>
          <p:cNvPr id="8" name="Subtitle 7">
            <a:extLst>
              <a:ext uri="{FF2B5EF4-FFF2-40B4-BE49-F238E27FC236}">
                <a16:creationId xmlns:a16="http://schemas.microsoft.com/office/drawing/2014/main" id="{C75F89D1-EDBA-252F-3FCC-8456EE96094E}"/>
              </a:ext>
            </a:extLst>
          </p:cNvPr>
          <p:cNvSpPr>
            <a:spLocks noGrp="1"/>
          </p:cNvSpPr>
          <p:nvPr>
            <p:ph type="subTitle" idx="1"/>
          </p:nvPr>
        </p:nvSpPr>
        <p:spPr/>
        <p:txBody>
          <a:bodyPr/>
          <a:lstStyle/>
          <a:p>
            <a:endParaRPr lang="en-HK"/>
          </a:p>
        </p:txBody>
      </p:sp>
      <p:pic>
        <p:nvPicPr>
          <p:cNvPr id="7" name="Picture 6">
            <a:extLst>
              <a:ext uri="{FF2B5EF4-FFF2-40B4-BE49-F238E27FC236}">
                <a16:creationId xmlns:a16="http://schemas.microsoft.com/office/drawing/2014/main" id="{E780992F-1F73-8A9F-30CF-E4E9393E73D6}"/>
              </a:ext>
            </a:extLst>
          </p:cNvPr>
          <p:cNvPicPr>
            <a:picLocks noChangeAspect="1"/>
          </p:cNvPicPr>
          <p:nvPr/>
        </p:nvPicPr>
        <p:blipFill>
          <a:blip r:embed="rId2">
            <a:extLst>
              <a:ext uri="{28A0092B-C50C-407E-A947-70E740481C1C}">
                <a14:useLocalDpi xmlns:a14="http://schemas.microsoft.com/office/drawing/2010/main" val="0"/>
              </a:ext>
            </a:extLst>
          </a:blip>
          <a:srcRect b="25000"/>
          <a:stretch>
            <a:fillRect/>
          </a:stretch>
        </p:blipFill>
        <p:spPr>
          <a:xfrm>
            <a:off x="0" y="0"/>
            <a:ext cx="9144001" cy="6858000"/>
          </a:xfrm>
          <a:prstGeom prst="rect">
            <a:avLst/>
          </a:prstGeom>
        </p:spPr>
      </p:pic>
      <p:pic>
        <p:nvPicPr>
          <p:cNvPr id="11" name="Picture 10">
            <a:extLst>
              <a:ext uri="{FF2B5EF4-FFF2-40B4-BE49-F238E27FC236}">
                <a16:creationId xmlns:a16="http://schemas.microsoft.com/office/drawing/2014/main" id="{C94D02F9-0BB4-D46F-EAA6-0412D2E5FFA5}"/>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3653692" y="159606"/>
            <a:ext cx="1836615" cy="1033096"/>
          </a:xfrm>
          <a:prstGeom prst="rect">
            <a:avLst/>
          </a:prstGeom>
        </p:spPr>
      </p:pic>
      <p:sp>
        <p:nvSpPr>
          <p:cNvPr id="4" name="Rectangle: Rounded Corners 3">
            <a:extLst>
              <a:ext uri="{FF2B5EF4-FFF2-40B4-BE49-F238E27FC236}">
                <a16:creationId xmlns:a16="http://schemas.microsoft.com/office/drawing/2014/main" id="{6D8EFDA2-B100-DA7D-3D89-F29F115064A1}"/>
              </a:ext>
            </a:extLst>
          </p:cNvPr>
          <p:cNvSpPr/>
          <p:nvPr/>
        </p:nvSpPr>
        <p:spPr>
          <a:xfrm>
            <a:off x="220716" y="2606152"/>
            <a:ext cx="8702566" cy="1847339"/>
          </a:xfrm>
          <a:prstGeom prst="roundRect">
            <a:avLst>
              <a:gd name="adj" fmla="val 11488"/>
            </a:avLst>
          </a:prstGeom>
          <a:solidFill>
            <a:srgbClr val="5572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ts val="5200"/>
              </a:lnSpc>
            </a:pPr>
            <a:r>
              <a:rPr lang="zh-TW" altLang="en-US" sz="4800" b="1" dirty="0">
                <a:solidFill>
                  <a:schemeClr val="bg1"/>
                </a:solidFill>
              </a:rPr>
              <a:t>常年期</a:t>
            </a:r>
            <a:r>
              <a:rPr lang="zh-CN" altLang="en-US" sz="4800" b="1" dirty="0">
                <a:solidFill>
                  <a:schemeClr val="bg1"/>
                </a:solidFill>
              </a:rPr>
              <a:t>第十二</a:t>
            </a:r>
            <a:r>
              <a:rPr lang="zh-TW" altLang="en-US" sz="4800" b="1" dirty="0">
                <a:solidFill>
                  <a:schemeClr val="bg1"/>
                </a:solidFill>
              </a:rPr>
              <a:t>主日</a:t>
            </a:r>
            <a:br>
              <a:rPr lang="en-HK" altLang="zh-TW" sz="4800" b="1" dirty="0">
                <a:solidFill>
                  <a:schemeClr val="bg1"/>
                </a:solidFill>
              </a:rPr>
            </a:br>
            <a:r>
              <a:rPr lang="en-GB" altLang="zh-TW" sz="4400" b="1" dirty="0">
                <a:solidFill>
                  <a:schemeClr val="bg1"/>
                </a:solidFill>
              </a:rPr>
              <a:t>T</a:t>
            </a:r>
            <a:r>
              <a:rPr lang="en-US" altLang="zh-CN" sz="4400" b="1" dirty="0" err="1">
                <a:solidFill>
                  <a:schemeClr val="bg1"/>
                </a:solidFill>
              </a:rPr>
              <a:t>welf</a:t>
            </a:r>
            <a:r>
              <a:rPr lang="en-GB" altLang="zh-TW" sz="4400" b="1" dirty="0" err="1">
                <a:solidFill>
                  <a:schemeClr val="bg1"/>
                </a:solidFill>
              </a:rPr>
              <a:t>th</a:t>
            </a:r>
            <a:r>
              <a:rPr lang="en-GB" altLang="zh-TW" sz="4400" b="1" dirty="0">
                <a:solidFill>
                  <a:schemeClr val="bg1"/>
                </a:solidFill>
              </a:rPr>
              <a:t> </a:t>
            </a:r>
            <a:r>
              <a:rPr lang="en-HK" altLang="zh-TW" sz="4400" b="1" dirty="0">
                <a:solidFill>
                  <a:schemeClr val="bg1"/>
                </a:solidFill>
              </a:rPr>
              <a:t>Sunday in Ordinary Time</a:t>
            </a:r>
            <a:endParaRPr lang="en-HK" sz="4800" b="1" dirty="0">
              <a:solidFill>
                <a:schemeClr val="bg1"/>
              </a:solidFill>
            </a:endParaRPr>
          </a:p>
        </p:txBody>
      </p:sp>
      <p:sp>
        <p:nvSpPr>
          <p:cNvPr id="5" name="TextBox 4">
            <a:extLst>
              <a:ext uri="{FF2B5EF4-FFF2-40B4-BE49-F238E27FC236}">
                <a16:creationId xmlns:a16="http://schemas.microsoft.com/office/drawing/2014/main" id="{613B27FA-38E1-EE7A-8A34-7028EE265FE3}"/>
              </a:ext>
            </a:extLst>
          </p:cNvPr>
          <p:cNvSpPr txBox="1"/>
          <p:nvPr/>
        </p:nvSpPr>
        <p:spPr>
          <a:xfrm>
            <a:off x="-1" y="1192702"/>
            <a:ext cx="9144001" cy="1200329"/>
          </a:xfrm>
          <a:prstGeom prst="rect">
            <a:avLst/>
          </a:prstGeom>
          <a:noFill/>
        </p:spPr>
        <p:txBody>
          <a:bodyPr wrap="square" rtlCol="0">
            <a:spAutoFit/>
          </a:bodyPr>
          <a:lstStyle/>
          <a:p>
            <a:pPr algn="ctr"/>
            <a:r>
              <a:rPr lang="zh-TW" altLang="en-US" sz="4000" b="1" dirty="0"/>
              <a:t>天使之母堂</a:t>
            </a:r>
            <a:endParaRPr lang="en-HK" altLang="zh-TW" sz="4000" b="1" dirty="0"/>
          </a:p>
          <a:p>
            <a:pPr algn="ctr"/>
            <a:r>
              <a:rPr lang="en-HK" sz="3200" b="1" dirty="0"/>
              <a:t>Our Lady of the Angels Parish</a:t>
            </a:r>
          </a:p>
        </p:txBody>
      </p:sp>
      <p:sp>
        <p:nvSpPr>
          <p:cNvPr id="10" name="Rectangle: Rounded Corners 9">
            <a:extLst>
              <a:ext uri="{FF2B5EF4-FFF2-40B4-BE49-F238E27FC236}">
                <a16:creationId xmlns:a16="http://schemas.microsoft.com/office/drawing/2014/main" id="{C5EC7F67-135F-B91D-1903-3A202883A073}"/>
              </a:ext>
            </a:extLst>
          </p:cNvPr>
          <p:cNvSpPr/>
          <p:nvPr/>
        </p:nvSpPr>
        <p:spPr>
          <a:xfrm>
            <a:off x="220716" y="4984531"/>
            <a:ext cx="8702566" cy="809965"/>
          </a:xfrm>
          <a:prstGeom prst="roundRect">
            <a:avLst>
              <a:gd name="adj" fmla="val 11488"/>
            </a:avLst>
          </a:prstGeom>
          <a:solidFill>
            <a:srgbClr val="BCCCBE"/>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zh-TW" altLang="en-US" sz="4400" b="1" dirty="0">
                <a:solidFill>
                  <a:schemeClr val="tx1"/>
                </a:solidFill>
              </a:rPr>
              <a:t>主礼神父　</a:t>
            </a:r>
            <a:r>
              <a:rPr lang="en-GB" altLang="zh-TW" sz="4400" b="1" dirty="0">
                <a:solidFill>
                  <a:schemeClr val="tx1"/>
                </a:solidFill>
              </a:rPr>
              <a:t>Mass Celebrant</a:t>
            </a:r>
            <a:endParaRPr lang="en-HK" sz="4400" b="1" dirty="0">
              <a:solidFill>
                <a:schemeClr val="tx1"/>
              </a:solidFill>
            </a:endParaRPr>
          </a:p>
        </p:txBody>
      </p:sp>
      <p:sp>
        <p:nvSpPr>
          <p:cNvPr id="12" name="TextBox 11">
            <a:extLst>
              <a:ext uri="{FF2B5EF4-FFF2-40B4-BE49-F238E27FC236}">
                <a16:creationId xmlns:a16="http://schemas.microsoft.com/office/drawing/2014/main" id="{ADCB13AA-CA3C-4C40-8726-1189F1D16E36}"/>
              </a:ext>
            </a:extLst>
          </p:cNvPr>
          <p:cNvSpPr txBox="1"/>
          <p:nvPr/>
        </p:nvSpPr>
        <p:spPr>
          <a:xfrm>
            <a:off x="0" y="5816998"/>
            <a:ext cx="9144001" cy="646331"/>
          </a:xfrm>
          <a:prstGeom prst="rect">
            <a:avLst/>
          </a:prstGeom>
          <a:noFill/>
        </p:spPr>
        <p:txBody>
          <a:bodyPr wrap="square" rtlCol="0">
            <a:spAutoFit/>
          </a:bodyPr>
          <a:lstStyle/>
          <a:p>
            <a:pPr algn="ctr"/>
            <a:r>
              <a:rPr lang="zh-TW" altLang="en-US" sz="3600" b="1" dirty="0"/>
              <a:t>杜神父　</a:t>
            </a:r>
            <a:r>
              <a:rPr lang="en-HK" sz="2800" b="1" dirty="0"/>
              <a:t>Fr. Vince To, IVE</a:t>
            </a:r>
          </a:p>
        </p:txBody>
      </p:sp>
    </p:spTree>
    <p:extLst>
      <p:ext uri="{BB962C8B-B14F-4D97-AF65-F5344CB8AC3E}">
        <p14:creationId xmlns:p14="http://schemas.microsoft.com/office/powerpoint/2010/main" val="18368818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E3CBEA-F293-00E4-297B-EA52F47875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196BD4-405E-C26A-FDED-DBA0D40B16D6}"/>
              </a:ext>
            </a:extLst>
          </p:cNvPr>
          <p:cNvSpPr>
            <a:spLocks noGrp="1"/>
          </p:cNvSpPr>
          <p:nvPr>
            <p:ph type="ctrTitle"/>
          </p:nvPr>
        </p:nvSpPr>
        <p:spPr/>
        <p:txBody>
          <a:bodyPr/>
          <a:lstStyle/>
          <a:p>
            <a:endParaRPr lang="en-HK"/>
          </a:p>
        </p:txBody>
      </p:sp>
      <p:sp>
        <p:nvSpPr>
          <p:cNvPr id="3" name="Subtitle 2">
            <a:extLst>
              <a:ext uri="{FF2B5EF4-FFF2-40B4-BE49-F238E27FC236}">
                <a16:creationId xmlns:a16="http://schemas.microsoft.com/office/drawing/2014/main" id="{60C86970-5150-8028-5F8F-ED4870DFC1D2}"/>
              </a:ext>
            </a:extLst>
          </p:cNvPr>
          <p:cNvSpPr>
            <a:spLocks noGrp="1"/>
          </p:cNvSpPr>
          <p:nvPr>
            <p:ph type="subTitle" idx="1"/>
          </p:nvPr>
        </p:nvSpPr>
        <p:spPr/>
        <p:txBody>
          <a:bodyPr/>
          <a:lstStyle/>
          <a:p>
            <a:endParaRPr lang="en-HK"/>
          </a:p>
        </p:txBody>
      </p:sp>
      <p:pic>
        <p:nvPicPr>
          <p:cNvPr id="7" name="Picture 6">
            <a:extLst>
              <a:ext uri="{FF2B5EF4-FFF2-40B4-BE49-F238E27FC236}">
                <a16:creationId xmlns:a16="http://schemas.microsoft.com/office/drawing/2014/main" id="{00C84A20-B7D4-CEDE-802A-7D1DE5E361C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1" cy="9144001"/>
          </a:xfrm>
          <a:prstGeom prst="rect">
            <a:avLst/>
          </a:prstGeom>
        </p:spPr>
      </p:pic>
      <p:sp>
        <p:nvSpPr>
          <p:cNvPr id="8" name="Rectangle: Rounded Corners 7">
            <a:extLst>
              <a:ext uri="{FF2B5EF4-FFF2-40B4-BE49-F238E27FC236}">
                <a16:creationId xmlns:a16="http://schemas.microsoft.com/office/drawing/2014/main" id="{F3A34D23-B824-627A-25C2-1083CB8D1B34}"/>
              </a:ext>
            </a:extLst>
          </p:cNvPr>
          <p:cNvSpPr/>
          <p:nvPr/>
        </p:nvSpPr>
        <p:spPr>
          <a:xfrm>
            <a:off x="220714" y="1122363"/>
            <a:ext cx="8702565" cy="5524237"/>
          </a:xfrm>
          <a:prstGeom prst="roundRect">
            <a:avLst>
              <a:gd name="adj" fmla="val 2712"/>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zh-CN" altLang="en-US" sz="6600" b="1" dirty="0">
                <a:solidFill>
                  <a:schemeClr val="tx1"/>
                </a:solidFill>
                <a:latin typeface="DFKai-SB" panose="03000509000000000000" pitchFamily="65" charset="-120"/>
                <a:ea typeface="DFKai-SB" panose="03000509000000000000" pitchFamily="65" charset="-120"/>
              </a:rPr>
              <a:t>耶稣是主</a:t>
            </a:r>
            <a:endParaRPr lang="en-AU" altLang="zh-CN" sz="6600" b="1" dirty="0">
              <a:solidFill>
                <a:schemeClr val="tx1"/>
              </a:solidFill>
              <a:latin typeface="DFKai-SB" panose="03000509000000000000" pitchFamily="65" charset="-120"/>
              <a:ea typeface="DFKai-SB" panose="03000509000000000000" pitchFamily="65" charset="-120"/>
            </a:endParaRPr>
          </a:p>
          <a:p>
            <a:pPr algn="ctr"/>
            <a:r>
              <a:rPr lang="zh-CN" altLang="en-US" sz="5400" b="1" dirty="0">
                <a:solidFill>
                  <a:schemeClr val="tx1"/>
                </a:solidFill>
                <a:latin typeface="DFKai-SB" panose="03000509000000000000" pitchFamily="65" charset="-120"/>
                <a:ea typeface="DFKai-SB" panose="03000509000000000000" pitchFamily="65" charset="-120"/>
              </a:rPr>
              <a:t>耶稣是主，天地万物同宣布，</a:t>
            </a:r>
          </a:p>
          <a:p>
            <a:pPr algn="ctr"/>
            <a:r>
              <a:rPr lang="zh-CN" altLang="en-US" sz="5400" b="1" dirty="0">
                <a:solidFill>
                  <a:schemeClr val="tx1"/>
                </a:solidFill>
                <a:latin typeface="DFKai-SB" panose="03000509000000000000" pitchFamily="65" charset="-120"/>
                <a:ea typeface="DFKai-SB" panose="03000509000000000000" pitchFamily="65" charset="-120"/>
              </a:rPr>
              <a:t>祂亲手栽插花和树</a:t>
            </a:r>
          </a:p>
          <a:p>
            <a:pPr algn="ctr"/>
            <a:r>
              <a:rPr lang="zh-CN" altLang="en-US" sz="5400" b="1" dirty="0">
                <a:solidFill>
                  <a:schemeClr val="tx1"/>
                </a:solidFill>
                <a:latin typeface="DFKai-SB" panose="03000509000000000000" pitchFamily="65" charset="-120"/>
                <a:ea typeface="DFKai-SB" panose="03000509000000000000" pitchFamily="65" charset="-120"/>
              </a:rPr>
              <a:t>细心保护。</a:t>
            </a:r>
          </a:p>
          <a:p>
            <a:pPr algn="ctr"/>
            <a:r>
              <a:rPr lang="zh-CN" altLang="en-US" sz="5400" b="1" dirty="0">
                <a:solidFill>
                  <a:schemeClr val="tx1"/>
                </a:solidFill>
                <a:latin typeface="DFKai-SB" panose="03000509000000000000" pitchFamily="65" charset="-120"/>
                <a:ea typeface="DFKai-SB" panose="03000509000000000000" pitchFamily="65" charset="-120"/>
              </a:rPr>
              <a:t>耶稣是主，宇宙众神都欢呼，</a:t>
            </a:r>
          </a:p>
          <a:p>
            <a:pPr algn="ctr"/>
            <a:r>
              <a:rPr lang="zh-TW" altLang="en-US" sz="4000" b="1" dirty="0">
                <a:solidFill>
                  <a:schemeClr val="tx1"/>
                </a:solidFill>
                <a:latin typeface="DFKai-SB" panose="03000509000000000000" pitchFamily="65" charset="-120"/>
                <a:ea typeface="DFKai-SB" panose="03000509000000000000" pitchFamily="65" charset="-120"/>
              </a:rPr>
              <a:t> </a:t>
            </a:r>
            <a:endParaRPr lang="en-HK" sz="4000" b="1" dirty="0">
              <a:solidFill>
                <a:schemeClr val="tx1"/>
              </a:solidFill>
            </a:endParaRPr>
          </a:p>
        </p:txBody>
      </p:sp>
      <p:sp>
        <p:nvSpPr>
          <p:cNvPr id="10" name="Rectangle: Rounded Corners 9">
            <a:extLst>
              <a:ext uri="{FF2B5EF4-FFF2-40B4-BE49-F238E27FC236}">
                <a16:creationId xmlns:a16="http://schemas.microsoft.com/office/drawing/2014/main" id="{6556905C-7E7E-B680-42E3-D4E2FC5F66FC}"/>
              </a:ext>
            </a:extLst>
          </p:cNvPr>
          <p:cNvSpPr/>
          <p:nvPr/>
        </p:nvSpPr>
        <p:spPr>
          <a:xfrm>
            <a:off x="220717" y="168142"/>
            <a:ext cx="8702566" cy="790401"/>
          </a:xfrm>
          <a:prstGeom prst="roundRect">
            <a:avLst>
              <a:gd name="adj" fmla="val 11488"/>
            </a:avLst>
          </a:prstGeom>
          <a:solidFill>
            <a:srgbClr val="5572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3600" b="1">
                <a:solidFill>
                  <a:schemeClr val="bg1"/>
                </a:solidFill>
              </a:rPr>
              <a:t>进堂咏　</a:t>
            </a:r>
            <a:r>
              <a:rPr lang="en-US" altLang="zh-TW" sz="3600" b="1">
                <a:solidFill>
                  <a:schemeClr val="bg1"/>
                </a:solidFill>
              </a:rPr>
              <a:t>Entrance Hymn</a:t>
            </a:r>
            <a:endParaRPr lang="en-HK" sz="3600" b="1">
              <a:solidFill>
                <a:schemeClr val="bg1"/>
              </a:solidFill>
            </a:endParaRPr>
          </a:p>
        </p:txBody>
      </p:sp>
      <p:grpSp>
        <p:nvGrpSpPr>
          <p:cNvPr id="4" name="Group 3">
            <a:extLst>
              <a:ext uri="{FF2B5EF4-FFF2-40B4-BE49-F238E27FC236}">
                <a16:creationId xmlns:a16="http://schemas.microsoft.com/office/drawing/2014/main" id="{E1A24B93-76D9-F51F-A07C-00714C0A2D39}"/>
              </a:ext>
            </a:extLst>
          </p:cNvPr>
          <p:cNvGrpSpPr/>
          <p:nvPr/>
        </p:nvGrpSpPr>
        <p:grpSpPr>
          <a:xfrm>
            <a:off x="7514746" y="5835491"/>
            <a:ext cx="1193338" cy="590417"/>
            <a:chOff x="7615646" y="5917473"/>
            <a:chExt cx="1193338" cy="590417"/>
          </a:xfrm>
        </p:grpSpPr>
        <p:sp>
          <p:nvSpPr>
            <p:cNvPr id="5" name="Rectangle: Rounded Corners 4">
              <a:extLst>
                <a:ext uri="{FF2B5EF4-FFF2-40B4-BE49-F238E27FC236}">
                  <a16:creationId xmlns:a16="http://schemas.microsoft.com/office/drawing/2014/main" id="{25EDD182-977A-D994-8143-5AD452A95391}"/>
                </a:ext>
              </a:extLst>
            </p:cNvPr>
            <p:cNvSpPr/>
            <p:nvPr/>
          </p:nvSpPr>
          <p:spPr>
            <a:xfrm>
              <a:off x="7615646" y="5917473"/>
              <a:ext cx="1193338" cy="590417"/>
            </a:xfrm>
            <a:prstGeom prst="roundRect">
              <a:avLst/>
            </a:prstGeom>
            <a:solidFill>
              <a:srgbClr val="55725D"/>
            </a:solidFill>
            <a:ln>
              <a:solidFill>
                <a:srgbClr val="557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zh-TW" altLang="en-US" sz="2400" b="1" dirty="0"/>
                <a:t>站立</a:t>
              </a:r>
              <a:endParaRPr lang="en-HK" sz="2400" b="1" dirty="0"/>
            </a:p>
          </p:txBody>
        </p:sp>
        <p:pic>
          <p:nvPicPr>
            <p:cNvPr id="6" name="Picture 5" descr="A black silhouette of a person and two children&#10;&#10;AI-generated content may be incorrect.">
              <a:extLst>
                <a:ext uri="{FF2B5EF4-FFF2-40B4-BE49-F238E27FC236}">
                  <a16:creationId xmlns:a16="http://schemas.microsoft.com/office/drawing/2014/main" id="{E967DD8F-63C2-DBA3-40C2-6D68A2757B8C}"/>
                </a:ext>
              </a:extLst>
            </p:cNvPr>
            <p:cNvPicPr>
              <a:picLocks noChangeAspect="1"/>
            </p:cNvPicPr>
            <p:nvPr/>
          </p:nvPicPr>
          <p:blipFill>
            <a:blip r:embed="rId3">
              <a:lum bright="70000" contrast="-70000"/>
              <a:extLst>
                <a:ext uri="{BEBA8EAE-BF5A-486C-A8C5-ECC9F3942E4B}">
                  <a14:imgProps xmlns:a14="http://schemas.microsoft.com/office/drawing/2010/main">
                    <a14:imgLayer r:embed="rId4">
                      <a14:imgEffect>
                        <a14:backgroundRemoval t="10000" b="90000" l="10000" r="90000"/>
                      </a14:imgEffect>
                    </a14:imgLayer>
                  </a14:imgProps>
                </a:ext>
              </a:extLst>
            </a:blip>
            <a:stretch>
              <a:fillRect/>
            </a:stretch>
          </p:blipFill>
          <p:spPr>
            <a:xfrm>
              <a:off x="7662476" y="6018360"/>
              <a:ext cx="444466" cy="388641"/>
            </a:xfrm>
            <a:prstGeom prst="rect">
              <a:avLst/>
            </a:prstGeom>
            <a:noFill/>
            <a:ln>
              <a:noFill/>
            </a:ln>
          </p:spPr>
        </p:pic>
      </p:grpSp>
    </p:spTree>
    <p:extLst>
      <p:ext uri="{BB962C8B-B14F-4D97-AF65-F5344CB8AC3E}">
        <p14:creationId xmlns:p14="http://schemas.microsoft.com/office/powerpoint/2010/main" val="30416644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A172CC-69AB-E84D-0CAB-2329F2D0CE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CF8E79-6885-CF83-7422-DF32519D2803}"/>
              </a:ext>
            </a:extLst>
          </p:cNvPr>
          <p:cNvSpPr>
            <a:spLocks noGrp="1"/>
          </p:cNvSpPr>
          <p:nvPr>
            <p:ph type="ctrTitle"/>
          </p:nvPr>
        </p:nvSpPr>
        <p:spPr/>
        <p:txBody>
          <a:bodyPr/>
          <a:lstStyle/>
          <a:p>
            <a:endParaRPr lang="en-HK"/>
          </a:p>
        </p:txBody>
      </p:sp>
      <p:sp>
        <p:nvSpPr>
          <p:cNvPr id="3" name="Subtitle 2">
            <a:extLst>
              <a:ext uri="{FF2B5EF4-FFF2-40B4-BE49-F238E27FC236}">
                <a16:creationId xmlns:a16="http://schemas.microsoft.com/office/drawing/2014/main" id="{7FAA669E-174C-32D0-765B-2E9344829236}"/>
              </a:ext>
            </a:extLst>
          </p:cNvPr>
          <p:cNvSpPr>
            <a:spLocks noGrp="1"/>
          </p:cNvSpPr>
          <p:nvPr>
            <p:ph type="subTitle" idx="1"/>
          </p:nvPr>
        </p:nvSpPr>
        <p:spPr/>
        <p:txBody>
          <a:bodyPr/>
          <a:lstStyle/>
          <a:p>
            <a:endParaRPr lang="en-HK"/>
          </a:p>
        </p:txBody>
      </p:sp>
      <p:pic>
        <p:nvPicPr>
          <p:cNvPr id="7" name="Picture 6">
            <a:extLst>
              <a:ext uri="{FF2B5EF4-FFF2-40B4-BE49-F238E27FC236}">
                <a16:creationId xmlns:a16="http://schemas.microsoft.com/office/drawing/2014/main" id="{DA3C76A2-9E33-4507-0D8F-8A54723B14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1" cy="9144001"/>
          </a:xfrm>
          <a:prstGeom prst="rect">
            <a:avLst/>
          </a:prstGeom>
        </p:spPr>
      </p:pic>
      <p:sp>
        <p:nvSpPr>
          <p:cNvPr id="8" name="Rectangle: Rounded Corners 7">
            <a:extLst>
              <a:ext uri="{FF2B5EF4-FFF2-40B4-BE49-F238E27FC236}">
                <a16:creationId xmlns:a16="http://schemas.microsoft.com/office/drawing/2014/main" id="{CDDCB91B-5622-F795-F0BB-7E39CDC4BDD4}"/>
              </a:ext>
            </a:extLst>
          </p:cNvPr>
          <p:cNvSpPr/>
          <p:nvPr/>
        </p:nvSpPr>
        <p:spPr>
          <a:xfrm>
            <a:off x="220714" y="1122363"/>
            <a:ext cx="8702565" cy="5524237"/>
          </a:xfrm>
          <a:prstGeom prst="roundRect">
            <a:avLst>
              <a:gd name="adj" fmla="val 2712"/>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lang="en-AU" altLang="zh-CN" sz="5000" b="1" dirty="0">
              <a:solidFill>
                <a:schemeClr val="tx1"/>
              </a:solidFill>
              <a:latin typeface="DFKai-SB" panose="03000509000000000000" pitchFamily="65" charset="-120"/>
              <a:ea typeface="DFKai-SB" panose="03000509000000000000" pitchFamily="65" charset="-120"/>
            </a:endParaRPr>
          </a:p>
          <a:p>
            <a:pPr algn="ctr"/>
            <a:r>
              <a:rPr lang="zh-CN" altLang="en-US" sz="5400" b="1" dirty="0">
                <a:solidFill>
                  <a:schemeClr val="tx1"/>
                </a:solidFill>
                <a:latin typeface="DFKai-SB" panose="03000509000000000000" pitchFamily="65" charset="-120"/>
                <a:ea typeface="DFKai-SB" panose="03000509000000000000" pitchFamily="65" charset="-120"/>
              </a:rPr>
              <a:t>日月星辰同俯拜说</a:t>
            </a:r>
          </a:p>
          <a:p>
            <a:pPr algn="ctr"/>
            <a:r>
              <a:rPr lang="zh-CN" altLang="en-US" sz="5400" b="1" dirty="0">
                <a:solidFill>
                  <a:schemeClr val="tx1"/>
                </a:solidFill>
                <a:latin typeface="DFKai-SB" panose="03000509000000000000" pitchFamily="65" charset="-120"/>
                <a:ea typeface="DFKai-SB" panose="03000509000000000000" pitchFamily="65" charset="-120"/>
              </a:rPr>
              <a:t>耶稣是主。</a:t>
            </a:r>
          </a:p>
          <a:p>
            <a:pPr algn="ctr"/>
            <a:r>
              <a:rPr lang="zh-CN" altLang="en-US" sz="5400" b="1" dirty="0">
                <a:solidFill>
                  <a:schemeClr val="tx1"/>
                </a:solidFill>
                <a:latin typeface="DFKai-SB" panose="03000509000000000000" pitchFamily="65" charset="-120"/>
                <a:ea typeface="DFKai-SB" panose="03000509000000000000" pitchFamily="65" charset="-120"/>
              </a:rPr>
              <a:t>耶稣是主！耶稣是主！</a:t>
            </a:r>
          </a:p>
          <a:p>
            <a:pPr algn="ctr"/>
            <a:r>
              <a:rPr lang="zh-CN" altLang="en-US" sz="5400" b="1" dirty="0">
                <a:solidFill>
                  <a:schemeClr val="tx1"/>
                </a:solidFill>
                <a:latin typeface="DFKai-SB" panose="03000509000000000000" pitchFamily="65" charset="-120"/>
                <a:ea typeface="DFKai-SB" panose="03000509000000000000" pitchFamily="65" charset="-120"/>
              </a:rPr>
              <a:t>赞美祂，</a:t>
            </a:r>
          </a:p>
          <a:p>
            <a:pPr algn="ctr"/>
            <a:r>
              <a:rPr lang="zh-CN" altLang="en-US" sz="5400" b="1" dirty="0">
                <a:solidFill>
                  <a:schemeClr val="tx1"/>
                </a:solidFill>
                <a:latin typeface="DFKai-SB" panose="03000509000000000000" pitchFamily="65" charset="-120"/>
                <a:ea typeface="DFKai-SB" panose="03000509000000000000" pitchFamily="65" charset="-120"/>
              </a:rPr>
              <a:t>阿肋路亚因耶稣是主。</a:t>
            </a:r>
          </a:p>
          <a:p>
            <a:pPr algn="ctr"/>
            <a:r>
              <a:rPr lang="zh-TW" altLang="en-US" sz="4000" b="1" dirty="0">
                <a:solidFill>
                  <a:schemeClr val="tx1"/>
                </a:solidFill>
                <a:latin typeface="DFKai-SB" panose="03000509000000000000" pitchFamily="65" charset="-120"/>
                <a:ea typeface="DFKai-SB" panose="03000509000000000000" pitchFamily="65" charset="-120"/>
              </a:rPr>
              <a:t> </a:t>
            </a:r>
            <a:endParaRPr lang="en-HK" sz="4000" b="1" dirty="0">
              <a:solidFill>
                <a:schemeClr val="tx1"/>
              </a:solidFill>
            </a:endParaRPr>
          </a:p>
        </p:txBody>
      </p:sp>
      <p:sp>
        <p:nvSpPr>
          <p:cNvPr id="10" name="Rectangle: Rounded Corners 9">
            <a:extLst>
              <a:ext uri="{FF2B5EF4-FFF2-40B4-BE49-F238E27FC236}">
                <a16:creationId xmlns:a16="http://schemas.microsoft.com/office/drawing/2014/main" id="{FA74173D-BB8A-90EF-4B2C-50B6AAB22D64}"/>
              </a:ext>
            </a:extLst>
          </p:cNvPr>
          <p:cNvSpPr/>
          <p:nvPr/>
        </p:nvSpPr>
        <p:spPr>
          <a:xfrm>
            <a:off x="220717" y="168142"/>
            <a:ext cx="8702566" cy="790401"/>
          </a:xfrm>
          <a:prstGeom prst="roundRect">
            <a:avLst>
              <a:gd name="adj" fmla="val 11488"/>
            </a:avLst>
          </a:prstGeom>
          <a:solidFill>
            <a:srgbClr val="5572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3600" b="1">
                <a:solidFill>
                  <a:schemeClr val="bg1"/>
                </a:solidFill>
              </a:rPr>
              <a:t>进堂咏　</a:t>
            </a:r>
            <a:r>
              <a:rPr lang="en-US" altLang="zh-TW" sz="3600" b="1">
                <a:solidFill>
                  <a:schemeClr val="bg1"/>
                </a:solidFill>
              </a:rPr>
              <a:t>Entrance Hymn</a:t>
            </a:r>
            <a:endParaRPr lang="en-HK" sz="3600" b="1">
              <a:solidFill>
                <a:schemeClr val="bg1"/>
              </a:solidFill>
            </a:endParaRPr>
          </a:p>
        </p:txBody>
      </p:sp>
    </p:spTree>
    <p:extLst>
      <p:ext uri="{BB962C8B-B14F-4D97-AF65-F5344CB8AC3E}">
        <p14:creationId xmlns:p14="http://schemas.microsoft.com/office/powerpoint/2010/main" val="11632363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C1013E-8B5E-94FC-8716-035784A1AA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6F86FC-B0B9-550D-6F0F-183F5D645258}"/>
              </a:ext>
            </a:extLst>
          </p:cNvPr>
          <p:cNvSpPr>
            <a:spLocks noGrp="1"/>
          </p:cNvSpPr>
          <p:nvPr>
            <p:ph type="ctrTitle"/>
          </p:nvPr>
        </p:nvSpPr>
        <p:spPr/>
        <p:txBody>
          <a:bodyPr/>
          <a:lstStyle/>
          <a:p>
            <a:endParaRPr lang="en-HK"/>
          </a:p>
        </p:txBody>
      </p:sp>
      <p:sp>
        <p:nvSpPr>
          <p:cNvPr id="3" name="Subtitle 2">
            <a:extLst>
              <a:ext uri="{FF2B5EF4-FFF2-40B4-BE49-F238E27FC236}">
                <a16:creationId xmlns:a16="http://schemas.microsoft.com/office/drawing/2014/main" id="{CD60C541-F02A-CAAF-7104-328D85C857B9}"/>
              </a:ext>
            </a:extLst>
          </p:cNvPr>
          <p:cNvSpPr>
            <a:spLocks noGrp="1"/>
          </p:cNvSpPr>
          <p:nvPr>
            <p:ph type="subTitle" idx="1"/>
          </p:nvPr>
        </p:nvSpPr>
        <p:spPr/>
        <p:txBody>
          <a:bodyPr/>
          <a:lstStyle/>
          <a:p>
            <a:endParaRPr lang="en-HK"/>
          </a:p>
        </p:txBody>
      </p:sp>
      <p:pic>
        <p:nvPicPr>
          <p:cNvPr id="7" name="Picture 6">
            <a:extLst>
              <a:ext uri="{FF2B5EF4-FFF2-40B4-BE49-F238E27FC236}">
                <a16:creationId xmlns:a16="http://schemas.microsoft.com/office/drawing/2014/main" id="{17640FA4-CA5D-C43B-D5E5-E94EFFF0C06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1" cy="9144001"/>
          </a:xfrm>
          <a:prstGeom prst="rect">
            <a:avLst/>
          </a:prstGeom>
        </p:spPr>
      </p:pic>
      <p:sp>
        <p:nvSpPr>
          <p:cNvPr id="8" name="Rectangle: Rounded Corners 7">
            <a:extLst>
              <a:ext uri="{FF2B5EF4-FFF2-40B4-BE49-F238E27FC236}">
                <a16:creationId xmlns:a16="http://schemas.microsoft.com/office/drawing/2014/main" id="{E2533777-4A4D-5BBD-F9F3-0C0CE49CCD82}"/>
              </a:ext>
            </a:extLst>
          </p:cNvPr>
          <p:cNvSpPr/>
          <p:nvPr/>
        </p:nvSpPr>
        <p:spPr>
          <a:xfrm>
            <a:off x="220714" y="1122363"/>
            <a:ext cx="8702565" cy="5524237"/>
          </a:xfrm>
          <a:prstGeom prst="roundRect">
            <a:avLst>
              <a:gd name="adj" fmla="val 2712"/>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zh-CN" altLang="en-US" sz="5400" b="1" dirty="0">
                <a:solidFill>
                  <a:schemeClr val="tx1"/>
                </a:solidFill>
                <a:latin typeface="DFKai-SB" panose="03000509000000000000" pitchFamily="65" charset="-120"/>
                <a:ea typeface="DFKai-SB" panose="03000509000000000000" pitchFamily="65" charset="-120"/>
              </a:rPr>
              <a:t>耶稣是主，</a:t>
            </a:r>
          </a:p>
          <a:p>
            <a:pPr algn="ctr"/>
            <a:r>
              <a:rPr lang="zh-CN" altLang="en-US" sz="5400" b="1" dirty="0">
                <a:solidFill>
                  <a:schemeClr val="tx1"/>
                </a:solidFill>
                <a:latin typeface="DFKai-SB" panose="03000509000000000000" pitchFamily="65" charset="-120"/>
                <a:ea typeface="DFKai-SB" panose="03000509000000000000" pitchFamily="65" charset="-120"/>
              </a:rPr>
              <a:t>却拾下生命荣冠，</a:t>
            </a:r>
          </a:p>
          <a:p>
            <a:pPr algn="ctr"/>
            <a:r>
              <a:rPr lang="zh-CN" altLang="en-US" sz="5400" b="1" dirty="0">
                <a:solidFill>
                  <a:schemeClr val="tx1"/>
                </a:solidFill>
                <a:latin typeface="DFKai-SB" panose="03000509000000000000" pitchFamily="65" charset="-120"/>
                <a:ea typeface="DFKai-SB" panose="03000509000000000000" pitchFamily="65" charset="-120"/>
              </a:rPr>
              <a:t>道成肉身</a:t>
            </a:r>
          </a:p>
          <a:p>
            <a:pPr algn="ctr"/>
            <a:r>
              <a:rPr lang="zh-CN" altLang="en-US" sz="5400" b="1" dirty="0">
                <a:solidFill>
                  <a:schemeClr val="tx1"/>
                </a:solidFill>
                <a:latin typeface="DFKai-SB" panose="03000509000000000000" pitchFamily="65" charset="-120"/>
                <a:ea typeface="DFKai-SB" panose="03000509000000000000" pitchFamily="65" charset="-120"/>
              </a:rPr>
              <a:t>受苦受死在加略山。</a:t>
            </a:r>
          </a:p>
          <a:p>
            <a:pPr algn="ctr"/>
            <a:r>
              <a:rPr lang="zh-CN" altLang="en-US" sz="5400" b="1" dirty="0">
                <a:solidFill>
                  <a:schemeClr val="tx1"/>
                </a:solidFill>
                <a:latin typeface="DFKai-SB" panose="03000509000000000000" pitchFamily="65" charset="-120"/>
                <a:ea typeface="DFKai-SB" panose="03000509000000000000" pitchFamily="65" charset="-120"/>
              </a:rPr>
              <a:t>耶稣是主，</a:t>
            </a:r>
          </a:p>
          <a:p>
            <a:pPr algn="ctr"/>
            <a:r>
              <a:rPr lang="zh-CN" altLang="en-US" sz="5400" b="1" dirty="0">
                <a:solidFill>
                  <a:schemeClr val="tx1"/>
                </a:solidFill>
                <a:latin typeface="DFKai-SB" panose="03000509000000000000" pitchFamily="65" charset="-120"/>
                <a:ea typeface="DFKai-SB" panose="03000509000000000000" pitchFamily="65" charset="-120"/>
              </a:rPr>
              <a:t>生命全由祂而来，</a:t>
            </a:r>
            <a:r>
              <a:rPr lang="zh-TW" altLang="en-US" sz="5400" b="1" dirty="0">
                <a:solidFill>
                  <a:schemeClr val="tx1"/>
                </a:solidFill>
                <a:latin typeface="DFKai-SB" panose="03000509000000000000" pitchFamily="65" charset="-120"/>
                <a:ea typeface="DFKai-SB" panose="03000509000000000000" pitchFamily="65" charset="-120"/>
              </a:rPr>
              <a:t> </a:t>
            </a:r>
            <a:endParaRPr lang="en-HK" sz="5400" b="1" dirty="0">
              <a:solidFill>
                <a:schemeClr val="tx1"/>
              </a:solidFill>
            </a:endParaRPr>
          </a:p>
        </p:txBody>
      </p:sp>
      <p:sp>
        <p:nvSpPr>
          <p:cNvPr id="10" name="Rectangle: Rounded Corners 9">
            <a:extLst>
              <a:ext uri="{FF2B5EF4-FFF2-40B4-BE49-F238E27FC236}">
                <a16:creationId xmlns:a16="http://schemas.microsoft.com/office/drawing/2014/main" id="{26B00556-CBCE-1D37-47D9-D32821651719}"/>
              </a:ext>
            </a:extLst>
          </p:cNvPr>
          <p:cNvSpPr/>
          <p:nvPr/>
        </p:nvSpPr>
        <p:spPr>
          <a:xfrm>
            <a:off x="220717" y="168142"/>
            <a:ext cx="8702566" cy="790401"/>
          </a:xfrm>
          <a:prstGeom prst="roundRect">
            <a:avLst>
              <a:gd name="adj" fmla="val 11488"/>
            </a:avLst>
          </a:prstGeom>
          <a:solidFill>
            <a:srgbClr val="5572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3600" b="1">
                <a:solidFill>
                  <a:schemeClr val="bg1"/>
                </a:solidFill>
              </a:rPr>
              <a:t>进堂咏　</a:t>
            </a:r>
            <a:r>
              <a:rPr lang="en-US" altLang="zh-TW" sz="3600" b="1">
                <a:solidFill>
                  <a:schemeClr val="bg1"/>
                </a:solidFill>
              </a:rPr>
              <a:t>Entrance Hymn</a:t>
            </a:r>
            <a:endParaRPr lang="en-HK" sz="3600" b="1">
              <a:solidFill>
                <a:schemeClr val="bg1"/>
              </a:solidFill>
            </a:endParaRPr>
          </a:p>
        </p:txBody>
      </p:sp>
    </p:spTree>
    <p:extLst>
      <p:ext uri="{BB962C8B-B14F-4D97-AF65-F5344CB8AC3E}">
        <p14:creationId xmlns:p14="http://schemas.microsoft.com/office/powerpoint/2010/main" val="23318003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C59A8-1877-FEAC-C946-61229B202A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CFDD49-CABC-D37E-3B6C-17730E5F6EB0}"/>
              </a:ext>
            </a:extLst>
          </p:cNvPr>
          <p:cNvSpPr>
            <a:spLocks noGrp="1"/>
          </p:cNvSpPr>
          <p:nvPr>
            <p:ph type="ctrTitle"/>
          </p:nvPr>
        </p:nvSpPr>
        <p:spPr/>
        <p:txBody>
          <a:bodyPr/>
          <a:lstStyle/>
          <a:p>
            <a:endParaRPr lang="en-HK"/>
          </a:p>
        </p:txBody>
      </p:sp>
      <p:sp>
        <p:nvSpPr>
          <p:cNvPr id="3" name="Subtitle 2">
            <a:extLst>
              <a:ext uri="{FF2B5EF4-FFF2-40B4-BE49-F238E27FC236}">
                <a16:creationId xmlns:a16="http://schemas.microsoft.com/office/drawing/2014/main" id="{E83BF584-C79F-B65D-988A-932216076F6F}"/>
              </a:ext>
            </a:extLst>
          </p:cNvPr>
          <p:cNvSpPr>
            <a:spLocks noGrp="1"/>
          </p:cNvSpPr>
          <p:nvPr>
            <p:ph type="subTitle" idx="1"/>
          </p:nvPr>
        </p:nvSpPr>
        <p:spPr/>
        <p:txBody>
          <a:bodyPr/>
          <a:lstStyle/>
          <a:p>
            <a:endParaRPr lang="en-HK"/>
          </a:p>
        </p:txBody>
      </p:sp>
      <p:pic>
        <p:nvPicPr>
          <p:cNvPr id="7" name="Picture 6">
            <a:extLst>
              <a:ext uri="{FF2B5EF4-FFF2-40B4-BE49-F238E27FC236}">
                <a16:creationId xmlns:a16="http://schemas.microsoft.com/office/drawing/2014/main" id="{C6CA67B3-580C-57A1-93AE-2042F6647F3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1" cy="9144001"/>
          </a:xfrm>
          <a:prstGeom prst="rect">
            <a:avLst/>
          </a:prstGeom>
        </p:spPr>
      </p:pic>
      <p:sp>
        <p:nvSpPr>
          <p:cNvPr id="8" name="Rectangle: Rounded Corners 7">
            <a:extLst>
              <a:ext uri="{FF2B5EF4-FFF2-40B4-BE49-F238E27FC236}">
                <a16:creationId xmlns:a16="http://schemas.microsoft.com/office/drawing/2014/main" id="{B57885CE-A832-5EA6-D786-6F65D95EAD10}"/>
              </a:ext>
            </a:extLst>
          </p:cNvPr>
          <p:cNvSpPr/>
          <p:nvPr/>
        </p:nvSpPr>
        <p:spPr>
          <a:xfrm>
            <a:off x="220714" y="1122363"/>
            <a:ext cx="8702565" cy="5524237"/>
          </a:xfrm>
          <a:prstGeom prst="roundRect">
            <a:avLst>
              <a:gd name="adj" fmla="val 2712"/>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lang="en-AU" altLang="zh-CN" sz="5000" b="1" dirty="0">
              <a:solidFill>
                <a:schemeClr val="tx1"/>
              </a:solidFill>
              <a:latin typeface="DFKai-SB" panose="03000509000000000000" pitchFamily="65" charset="-120"/>
              <a:ea typeface="DFKai-SB" panose="03000509000000000000" pitchFamily="65" charset="-120"/>
            </a:endParaRPr>
          </a:p>
          <a:p>
            <a:pPr algn="ctr"/>
            <a:r>
              <a:rPr lang="zh-CN" altLang="en-US" sz="5400" b="1" dirty="0">
                <a:solidFill>
                  <a:schemeClr val="tx1"/>
                </a:solidFill>
                <a:latin typeface="DFKai-SB" panose="03000509000000000000" pitchFamily="65" charset="-120"/>
                <a:ea typeface="DFKai-SB" panose="03000509000000000000" pitchFamily="65" charset="-120"/>
              </a:rPr>
              <a:t>祂为爱流血舍身</a:t>
            </a:r>
          </a:p>
          <a:p>
            <a:pPr algn="ctr"/>
            <a:r>
              <a:rPr lang="zh-CN" altLang="en-US" sz="5400" b="1" dirty="0">
                <a:solidFill>
                  <a:schemeClr val="tx1"/>
                </a:solidFill>
                <a:latin typeface="DFKai-SB" panose="03000509000000000000" pitchFamily="65" charset="-120"/>
                <a:ea typeface="DFKai-SB" panose="03000509000000000000" pitchFamily="65" charset="-120"/>
              </a:rPr>
              <a:t>叫我们得赎。</a:t>
            </a:r>
          </a:p>
          <a:p>
            <a:pPr algn="ctr"/>
            <a:r>
              <a:rPr lang="zh-CN" altLang="en-US" sz="5400" b="1" dirty="0">
                <a:solidFill>
                  <a:schemeClr val="tx1"/>
                </a:solidFill>
                <a:latin typeface="DFKai-SB" panose="03000509000000000000" pitchFamily="65" charset="-120"/>
                <a:ea typeface="DFKai-SB" panose="03000509000000000000" pitchFamily="65" charset="-120"/>
              </a:rPr>
              <a:t>耶稣是主！耶稣是主！</a:t>
            </a:r>
          </a:p>
          <a:p>
            <a:pPr algn="ctr"/>
            <a:r>
              <a:rPr lang="zh-CN" altLang="en-US" sz="5400" b="1" dirty="0">
                <a:solidFill>
                  <a:schemeClr val="tx1"/>
                </a:solidFill>
                <a:latin typeface="DFKai-SB" panose="03000509000000000000" pitchFamily="65" charset="-120"/>
                <a:ea typeface="DFKai-SB" panose="03000509000000000000" pitchFamily="65" charset="-120"/>
              </a:rPr>
              <a:t>赞美祂，</a:t>
            </a:r>
          </a:p>
          <a:p>
            <a:pPr algn="ctr"/>
            <a:r>
              <a:rPr lang="zh-CN" altLang="en-US" sz="5400" b="1" dirty="0">
                <a:solidFill>
                  <a:schemeClr val="tx1"/>
                </a:solidFill>
                <a:latin typeface="DFKai-SB" panose="03000509000000000000" pitchFamily="65" charset="-120"/>
                <a:ea typeface="DFKai-SB" panose="03000509000000000000" pitchFamily="65" charset="-120"/>
              </a:rPr>
              <a:t>阿肋路亚因耶稣是主。</a:t>
            </a:r>
          </a:p>
          <a:p>
            <a:pPr algn="ctr"/>
            <a:r>
              <a:rPr lang="zh-TW" altLang="en-US" sz="4000" b="1" dirty="0">
                <a:solidFill>
                  <a:schemeClr val="tx1"/>
                </a:solidFill>
                <a:latin typeface="DFKai-SB" panose="03000509000000000000" pitchFamily="65" charset="-120"/>
                <a:ea typeface="DFKai-SB" panose="03000509000000000000" pitchFamily="65" charset="-120"/>
              </a:rPr>
              <a:t> </a:t>
            </a:r>
            <a:endParaRPr lang="en-HK" sz="4000" b="1" dirty="0">
              <a:solidFill>
                <a:schemeClr val="tx1"/>
              </a:solidFill>
            </a:endParaRPr>
          </a:p>
        </p:txBody>
      </p:sp>
      <p:sp>
        <p:nvSpPr>
          <p:cNvPr id="10" name="Rectangle: Rounded Corners 9">
            <a:extLst>
              <a:ext uri="{FF2B5EF4-FFF2-40B4-BE49-F238E27FC236}">
                <a16:creationId xmlns:a16="http://schemas.microsoft.com/office/drawing/2014/main" id="{7AFCF510-E2F9-B5D0-4328-B0ABDCFF5FB2}"/>
              </a:ext>
            </a:extLst>
          </p:cNvPr>
          <p:cNvSpPr/>
          <p:nvPr/>
        </p:nvSpPr>
        <p:spPr>
          <a:xfrm>
            <a:off x="220717" y="168142"/>
            <a:ext cx="8702566" cy="790401"/>
          </a:xfrm>
          <a:prstGeom prst="roundRect">
            <a:avLst>
              <a:gd name="adj" fmla="val 11488"/>
            </a:avLst>
          </a:prstGeom>
          <a:solidFill>
            <a:srgbClr val="5572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3600" b="1">
                <a:solidFill>
                  <a:schemeClr val="bg1"/>
                </a:solidFill>
              </a:rPr>
              <a:t>进堂咏　</a:t>
            </a:r>
            <a:r>
              <a:rPr lang="en-US" altLang="zh-TW" sz="3600" b="1">
                <a:solidFill>
                  <a:schemeClr val="bg1"/>
                </a:solidFill>
              </a:rPr>
              <a:t>Entrance Hymn</a:t>
            </a:r>
            <a:endParaRPr lang="en-HK" sz="3600" b="1">
              <a:solidFill>
                <a:schemeClr val="bg1"/>
              </a:solidFill>
            </a:endParaRPr>
          </a:p>
        </p:txBody>
      </p:sp>
    </p:spTree>
    <p:extLst>
      <p:ext uri="{BB962C8B-B14F-4D97-AF65-F5344CB8AC3E}">
        <p14:creationId xmlns:p14="http://schemas.microsoft.com/office/powerpoint/2010/main" val="25629406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AFA490-21A8-E4C7-32E2-C6D9E2A101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370A51-9F9C-27D2-7E28-C6CCBB328BC1}"/>
              </a:ext>
            </a:extLst>
          </p:cNvPr>
          <p:cNvSpPr>
            <a:spLocks noGrp="1"/>
          </p:cNvSpPr>
          <p:nvPr>
            <p:ph type="ctrTitle"/>
          </p:nvPr>
        </p:nvSpPr>
        <p:spPr/>
        <p:txBody>
          <a:bodyPr/>
          <a:lstStyle/>
          <a:p>
            <a:endParaRPr lang="en-HK"/>
          </a:p>
        </p:txBody>
      </p:sp>
      <p:sp>
        <p:nvSpPr>
          <p:cNvPr id="3" name="Subtitle 2">
            <a:extLst>
              <a:ext uri="{FF2B5EF4-FFF2-40B4-BE49-F238E27FC236}">
                <a16:creationId xmlns:a16="http://schemas.microsoft.com/office/drawing/2014/main" id="{971209C9-9470-DA4C-F2A0-FD0BDCE1437B}"/>
              </a:ext>
            </a:extLst>
          </p:cNvPr>
          <p:cNvSpPr>
            <a:spLocks noGrp="1"/>
          </p:cNvSpPr>
          <p:nvPr>
            <p:ph type="subTitle" idx="1"/>
          </p:nvPr>
        </p:nvSpPr>
        <p:spPr/>
        <p:txBody>
          <a:bodyPr/>
          <a:lstStyle/>
          <a:p>
            <a:endParaRPr lang="en-HK"/>
          </a:p>
        </p:txBody>
      </p:sp>
      <p:pic>
        <p:nvPicPr>
          <p:cNvPr id="7" name="Picture 6">
            <a:extLst>
              <a:ext uri="{FF2B5EF4-FFF2-40B4-BE49-F238E27FC236}">
                <a16:creationId xmlns:a16="http://schemas.microsoft.com/office/drawing/2014/main" id="{68415230-EC04-2FB0-3547-6D7607BF4B3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1" cy="9144001"/>
          </a:xfrm>
          <a:prstGeom prst="rect">
            <a:avLst/>
          </a:prstGeom>
        </p:spPr>
      </p:pic>
      <p:sp>
        <p:nvSpPr>
          <p:cNvPr id="8" name="Rectangle: Rounded Corners 7">
            <a:extLst>
              <a:ext uri="{FF2B5EF4-FFF2-40B4-BE49-F238E27FC236}">
                <a16:creationId xmlns:a16="http://schemas.microsoft.com/office/drawing/2014/main" id="{C7DD6C80-E9A5-E699-F8F1-37813F0B1BAD}"/>
              </a:ext>
            </a:extLst>
          </p:cNvPr>
          <p:cNvSpPr/>
          <p:nvPr/>
        </p:nvSpPr>
        <p:spPr>
          <a:xfrm>
            <a:off x="220714" y="1122363"/>
            <a:ext cx="8702565" cy="5524237"/>
          </a:xfrm>
          <a:prstGeom prst="roundRect">
            <a:avLst>
              <a:gd name="adj" fmla="val 2712"/>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zh-CN" altLang="en-US" sz="5400" b="1" dirty="0">
                <a:solidFill>
                  <a:schemeClr val="tx1"/>
                </a:solidFill>
                <a:latin typeface="DFKai-SB" panose="03000509000000000000" pitchFamily="65" charset="-120"/>
                <a:ea typeface="DFKai-SB" panose="03000509000000000000" pitchFamily="65" charset="-120"/>
              </a:rPr>
              <a:t>耶稣是主，</a:t>
            </a:r>
          </a:p>
          <a:p>
            <a:pPr algn="ctr"/>
            <a:r>
              <a:rPr lang="zh-CN" altLang="en-US" sz="5400" b="1" dirty="0">
                <a:solidFill>
                  <a:schemeClr val="tx1"/>
                </a:solidFill>
                <a:latin typeface="DFKai-SB" panose="03000509000000000000" pitchFamily="65" charset="-120"/>
                <a:ea typeface="DFKai-SB" panose="03000509000000000000" pitchFamily="65" charset="-120"/>
              </a:rPr>
              <a:t>大能战胜了罪恶，</a:t>
            </a:r>
          </a:p>
          <a:p>
            <a:pPr algn="ctr"/>
            <a:r>
              <a:rPr lang="zh-CN" altLang="en-US" sz="5400" b="1" dirty="0">
                <a:solidFill>
                  <a:schemeClr val="tx1"/>
                </a:solidFill>
                <a:latin typeface="DFKai-SB" panose="03000509000000000000" pitchFamily="65" charset="-120"/>
                <a:ea typeface="DFKai-SB" panose="03000509000000000000" pitchFamily="65" charset="-120"/>
              </a:rPr>
              <a:t>祂已复活</a:t>
            </a:r>
          </a:p>
          <a:p>
            <a:pPr algn="ctr"/>
            <a:r>
              <a:rPr lang="zh-CN" altLang="en-US" sz="5400" b="1" dirty="0">
                <a:solidFill>
                  <a:schemeClr val="tx1"/>
                </a:solidFill>
                <a:latin typeface="DFKai-SB" panose="03000509000000000000" pitchFamily="65" charset="-120"/>
                <a:ea typeface="DFKai-SB" panose="03000509000000000000" pitchFamily="65" charset="-120"/>
              </a:rPr>
              <a:t>吸引你我同奔天路。</a:t>
            </a:r>
          </a:p>
          <a:p>
            <a:pPr algn="ctr"/>
            <a:r>
              <a:rPr lang="zh-CN" altLang="en-US" sz="5400" b="1" dirty="0">
                <a:solidFill>
                  <a:schemeClr val="tx1"/>
                </a:solidFill>
                <a:latin typeface="DFKai-SB" panose="03000509000000000000" pitchFamily="65" charset="-120"/>
                <a:ea typeface="DFKai-SB" panose="03000509000000000000" pitchFamily="65" charset="-120"/>
              </a:rPr>
              <a:t>耶稣是主，</a:t>
            </a:r>
          </a:p>
          <a:p>
            <a:pPr algn="ctr"/>
            <a:r>
              <a:rPr lang="zh-CN" altLang="en-US" sz="5400" b="1" dirty="0">
                <a:solidFill>
                  <a:schemeClr val="tx1"/>
                </a:solidFill>
                <a:latin typeface="DFKai-SB" panose="03000509000000000000" pitchFamily="65" charset="-120"/>
                <a:ea typeface="DFKai-SB" panose="03000509000000000000" pitchFamily="65" charset="-120"/>
              </a:rPr>
              <a:t>父差遣圣神证明，</a:t>
            </a:r>
            <a:r>
              <a:rPr lang="zh-TW" altLang="en-US" sz="5400" b="1" dirty="0">
                <a:solidFill>
                  <a:schemeClr val="tx1"/>
                </a:solidFill>
                <a:latin typeface="DFKai-SB" panose="03000509000000000000" pitchFamily="65" charset="-120"/>
                <a:ea typeface="DFKai-SB" panose="03000509000000000000" pitchFamily="65" charset="-120"/>
              </a:rPr>
              <a:t> </a:t>
            </a:r>
            <a:endParaRPr lang="en-HK" sz="5400" b="1" dirty="0">
              <a:solidFill>
                <a:schemeClr val="tx1"/>
              </a:solidFill>
            </a:endParaRPr>
          </a:p>
        </p:txBody>
      </p:sp>
      <p:sp>
        <p:nvSpPr>
          <p:cNvPr id="10" name="Rectangle: Rounded Corners 9">
            <a:extLst>
              <a:ext uri="{FF2B5EF4-FFF2-40B4-BE49-F238E27FC236}">
                <a16:creationId xmlns:a16="http://schemas.microsoft.com/office/drawing/2014/main" id="{BEEEEF59-E6FA-A7F5-53F3-BDD322B73528}"/>
              </a:ext>
            </a:extLst>
          </p:cNvPr>
          <p:cNvSpPr/>
          <p:nvPr/>
        </p:nvSpPr>
        <p:spPr>
          <a:xfrm>
            <a:off x="220717" y="168142"/>
            <a:ext cx="8702566" cy="790401"/>
          </a:xfrm>
          <a:prstGeom prst="roundRect">
            <a:avLst>
              <a:gd name="adj" fmla="val 11488"/>
            </a:avLst>
          </a:prstGeom>
          <a:solidFill>
            <a:srgbClr val="5572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3600" b="1">
                <a:solidFill>
                  <a:schemeClr val="bg1"/>
                </a:solidFill>
              </a:rPr>
              <a:t>进堂咏　</a:t>
            </a:r>
            <a:r>
              <a:rPr lang="en-US" altLang="zh-TW" sz="3600" b="1">
                <a:solidFill>
                  <a:schemeClr val="bg1"/>
                </a:solidFill>
              </a:rPr>
              <a:t>Entrance Hymn</a:t>
            </a:r>
            <a:endParaRPr lang="en-HK" sz="3600" b="1">
              <a:solidFill>
                <a:schemeClr val="bg1"/>
              </a:solidFill>
            </a:endParaRPr>
          </a:p>
        </p:txBody>
      </p:sp>
    </p:spTree>
    <p:extLst>
      <p:ext uri="{BB962C8B-B14F-4D97-AF65-F5344CB8AC3E}">
        <p14:creationId xmlns:p14="http://schemas.microsoft.com/office/powerpoint/2010/main" val="28140513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6E2631-D539-6FEB-0A90-F30C3C8E4E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3F710F-044F-E571-FEBF-B79F199ECD17}"/>
              </a:ext>
            </a:extLst>
          </p:cNvPr>
          <p:cNvSpPr>
            <a:spLocks noGrp="1"/>
          </p:cNvSpPr>
          <p:nvPr>
            <p:ph type="ctrTitle"/>
          </p:nvPr>
        </p:nvSpPr>
        <p:spPr/>
        <p:txBody>
          <a:bodyPr/>
          <a:lstStyle/>
          <a:p>
            <a:endParaRPr lang="en-HK"/>
          </a:p>
        </p:txBody>
      </p:sp>
      <p:sp>
        <p:nvSpPr>
          <p:cNvPr id="3" name="Subtitle 2">
            <a:extLst>
              <a:ext uri="{FF2B5EF4-FFF2-40B4-BE49-F238E27FC236}">
                <a16:creationId xmlns:a16="http://schemas.microsoft.com/office/drawing/2014/main" id="{02089190-FF2A-852D-C503-64B7DBE3B2F2}"/>
              </a:ext>
            </a:extLst>
          </p:cNvPr>
          <p:cNvSpPr>
            <a:spLocks noGrp="1"/>
          </p:cNvSpPr>
          <p:nvPr>
            <p:ph type="subTitle" idx="1"/>
          </p:nvPr>
        </p:nvSpPr>
        <p:spPr/>
        <p:txBody>
          <a:bodyPr/>
          <a:lstStyle/>
          <a:p>
            <a:endParaRPr lang="en-HK"/>
          </a:p>
        </p:txBody>
      </p:sp>
      <p:pic>
        <p:nvPicPr>
          <p:cNvPr id="7" name="Picture 6">
            <a:extLst>
              <a:ext uri="{FF2B5EF4-FFF2-40B4-BE49-F238E27FC236}">
                <a16:creationId xmlns:a16="http://schemas.microsoft.com/office/drawing/2014/main" id="{39155A49-AFF9-8717-C746-7094DE3172C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1" cy="9144001"/>
          </a:xfrm>
          <a:prstGeom prst="rect">
            <a:avLst/>
          </a:prstGeom>
        </p:spPr>
      </p:pic>
      <p:sp>
        <p:nvSpPr>
          <p:cNvPr id="8" name="Rectangle: Rounded Corners 7">
            <a:extLst>
              <a:ext uri="{FF2B5EF4-FFF2-40B4-BE49-F238E27FC236}">
                <a16:creationId xmlns:a16="http://schemas.microsoft.com/office/drawing/2014/main" id="{F154A5F0-EE8B-2415-FEFA-73FBF61785A5}"/>
              </a:ext>
            </a:extLst>
          </p:cNvPr>
          <p:cNvSpPr/>
          <p:nvPr/>
        </p:nvSpPr>
        <p:spPr>
          <a:xfrm>
            <a:off x="220714" y="1122363"/>
            <a:ext cx="8702565" cy="5524237"/>
          </a:xfrm>
          <a:prstGeom prst="roundRect">
            <a:avLst>
              <a:gd name="adj" fmla="val 2712"/>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lang="en-AU" altLang="zh-CN" sz="5000" b="1" dirty="0">
              <a:solidFill>
                <a:schemeClr val="tx1"/>
              </a:solidFill>
              <a:latin typeface="DFKai-SB" panose="03000509000000000000" pitchFamily="65" charset="-120"/>
              <a:ea typeface="DFKai-SB" panose="03000509000000000000" pitchFamily="65" charset="-120"/>
            </a:endParaRPr>
          </a:p>
          <a:p>
            <a:pPr algn="ctr"/>
            <a:r>
              <a:rPr lang="zh-CN" altLang="en-US" sz="5400" b="1" dirty="0">
                <a:solidFill>
                  <a:schemeClr val="tx1"/>
                </a:solidFill>
                <a:latin typeface="DFKai-SB" panose="03000509000000000000" pitchFamily="65" charset="-120"/>
                <a:ea typeface="DFKai-SB" panose="03000509000000000000" pitchFamily="65" charset="-120"/>
              </a:rPr>
              <a:t>用神迹奇事</a:t>
            </a:r>
          </a:p>
          <a:p>
            <a:pPr algn="ctr"/>
            <a:r>
              <a:rPr lang="zh-CN" altLang="en-US" sz="5400" b="1" dirty="0">
                <a:solidFill>
                  <a:schemeClr val="tx1"/>
                </a:solidFill>
                <a:latin typeface="DFKai-SB" panose="03000509000000000000" pitchFamily="65" charset="-120"/>
                <a:ea typeface="DFKai-SB" panose="03000509000000000000" pitchFamily="65" charset="-120"/>
              </a:rPr>
              <a:t>证明耶稣确是主。</a:t>
            </a:r>
          </a:p>
          <a:p>
            <a:pPr algn="ctr"/>
            <a:r>
              <a:rPr lang="zh-CN" altLang="en-US" sz="5400" b="1" dirty="0">
                <a:solidFill>
                  <a:schemeClr val="tx1"/>
                </a:solidFill>
                <a:latin typeface="DFKai-SB" panose="03000509000000000000" pitchFamily="65" charset="-120"/>
                <a:ea typeface="DFKai-SB" panose="03000509000000000000" pitchFamily="65" charset="-120"/>
              </a:rPr>
              <a:t>耶稣是主！耶稣是主！</a:t>
            </a:r>
          </a:p>
          <a:p>
            <a:pPr algn="ctr"/>
            <a:r>
              <a:rPr lang="zh-CN" altLang="en-US" sz="5400" b="1" dirty="0">
                <a:solidFill>
                  <a:schemeClr val="tx1"/>
                </a:solidFill>
                <a:latin typeface="DFKai-SB" panose="03000509000000000000" pitchFamily="65" charset="-120"/>
                <a:ea typeface="DFKai-SB" panose="03000509000000000000" pitchFamily="65" charset="-120"/>
              </a:rPr>
              <a:t>赞美祂，</a:t>
            </a:r>
          </a:p>
          <a:p>
            <a:pPr algn="ctr"/>
            <a:r>
              <a:rPr lang="zh-CN" altLang="en-US" sz="5400" b="1" dirty="0">
                <a:solidFill>
                  <a:schemeClr val="tx1"/>
                </a:solidFill>
                <a:latin typeface="DFKai-SB" panose="03000509000000000000" pitchFamily="65" charset="-120"/>
                <a:ea typeface="DFKai-SB" panose="03000509000000000000" pitchFamily="65" charset="-120"/>
              </a:rPr>
              <a:t>阿肋路亚因耶稣是主。</a:t>
            </a:r>
            <a:endParaRPr lang="zh-CN" altLang="en-US" sz="5000" b="1" dirty="0">
              <a:solidFill>
                <a:schemeClr val="tx1"/>
              </a:solidFill>
              <a:latin typeface="DFKai-SB" panose="03000509000000000000" pitchFamily="65" charset="-120"/>
              <a:ea typeface="DFKai-SB" panose="03000509000000000000" pitchFamily="65" charset="-120"/>
            </a:endParaRPr>
          </a:p>
        </p:txBody>
      </p:sp>
      <p:sp>
        <p:nvSpPr>
          <p:cNvPr id="10" name="Rectangle: Rounded Corners 9">
            <a:extLst>
              <a:ext uri="{FF2B5EF4-FFF2-40B4-BE49-F238E27FC236}">
                <a16:creationId xmlns:a16="http://schemas.microsoft.com/office/drawing/2014/main" id="{599F61C6-B79A-C4C1-004B-ACE9713B4F75}"/>
              </a:ext>
            </a:extLst>
          </p:cNvPr>
          <p:cNvSpPr/>
          <p:nvPr/>
        </p:nvSpPr>
        <p:spPr>
          <a:xfrm>
            <a:off x="220717" y="168142"/>
            <a:ext cx="8702566" cy="790401"/>
          </a:xfrm>
          <a:prstGeom prst="roundRect">
            <a:avLst>
              <a:gd name="adj" fmla="val 11488"/>
            </a:avLst>
          </a:prstGeom>
          <a:solidFill>
            <a:srgbClr val="5572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3600" b="1">
                <a:solidFill>
                  <a:schemeClr val="bg1"/>
                </a:solidFill>
              </a:rPr>
              <a:t>进堂咏　</a:t>
            </a:r>
            <a:r>
              <a:rPr lang="en-US" altLang="zh-TW" sz="3600" b="1">
                <a:solidFill>
                  <a:schemeClr val="bg1"/>
                </a:solidFill>
              </a:rPr>
              <a:t>Entrance Hymn</a:t>
            </a:r>
            <a:endParaRPr lang="en-HK" sz="3600" b="1">
              <a:solidFill>
                <a:schemeClr val="bg1"/>
              </a:solidFill>
            </a:endParaRPr>
          </a:p>
        </p:txBody>
      </p:sp>
    </p:spTree>
    <p:extLst>
      <p:ext uri="{BB962C8B-B14F-4D97-AF65-F5344CB8AC3E}">
        <p14:creationId xmlns:p14="http://schemas.microsoft.com/office/powerpoint/2010/main" val="34490186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12ECE5-89C5-9B0D-73C9-4619CA1373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0604C0-26D8-5246-5062-D773F4E283F0}"/>
              </a:ext>
            </a:extLst>
          </p:cNvPr>
          <p:cNvSpPr>
            <a:spLocks noGrp="1"/>
          </p:cNvSpPr>
          <p:nvPr>
            <p:ph type="ctrTitle"/>
          </p:nvPr>
        </p:nvSpPr>
        <p:spPr/>
        <p:txBody>
          <a:bodyPr/>
          <a:lstStyle/>
          <a:p>
            <a:endParaRPr lang="en-HK"/>
          </a:p>
        </p:txBody>
      </p:sp>
      <p:sp>
        <p:nvSpPr>
          <p:cNvPr id="3" name="Subtitle 2">
            <a:extLst>
              <a:ext uri="{FF2B5EF4-FFF2-40B4-BE49-F238E27FC236}">
                <a16:creationId xmlns:a16="http://schemas.microsoft.com/office/drawing/2014/main" id="{9AA1DFF7-E434-8D2C-AE51-D0FDE9E12435}"/>
              </a:ext>
            </a:extLst>
          </p:cNvPr>
          <p:cNvSpPr>
            <a:spLocks noGrp="1"/>
          </p:cNvSpPr>
          <p:nvPr>
            <p:ph type="subTitle" idx="1"/>
          </p:nvPr>
        </p:nvSpPr>
        <p:spPr/>
        <p:txBody>
          <a:bodyPr/>
          <a:lstStyle/>
          <a:p>
            <a:endParaRPr lang="en-HK"/>
          </a:p>
        </p:txBody>
      </p:sp>
      <p:pic>
        <p:nvPicPr>
          <p:cNvPr id="7" name="Picture 6">
            <a:extLst>
              <a:ext uri="{FF2B5EF4-FFF2-40B4-BE49-F238E27FC236}">
                <a16:creationId xmlns:a16="http://schemas.microsoft.com/office/drawing/2014/main" id="{F1595F9A-DCAF-9E18-D5BD-23B989F0417E}"/>
              </a:ext>
            </a:extLst>
          </p:cNvPr>
          <p:cNvPicPr>
            <a:picLocks noChangeAspect="1"/>
          </p:cNvPicPr>
          <p:nvPr/>
        </p:nvPicPr>
        <p:blipFill>
          <a:blip r:embed="rId2">
            <a:extLst>
              <a:ext uri="{28A0092B-C50C-407E-A947-70E740481C1C}">
                <a14:useLocalDpi xmlns:a14="http://schemas.microsoft.com/office/drawing/2010/main" val="0"/>
              </a:ext>
            </a:extLst>
          </a:blip>
          <a:srcRect b="25000"/>
          <a:stretch>
            <a:fillRect/>
          </a:stretch>
        </p:blipFill>
        <p:spPr>
          <a:xfrm>
            <a:off x="-1" y="1"/>
            <a:ext cx="9144001" cy="6858000"/>
          </a:xfrm>
          <a:prstGeom prst="rect">
            <a:avLst/>
          </a:prstGeom>
        </p:spPr>
      </p:pic>
      <p:sp>
        <p:nvSpPr>
          <p:cNvPr id="8" name="Rectangle: Rounded Corners 7">
            <a:extLst>
              <a:ext uri="{FF2B5EF4-FFF2-40B4-BE49-F238E27FC236}">
                <a16:creationId xmlns:a16="http://schemas.microsoft.com/office/drawing/2014/main" id="{66033B9B-FF02-7F61-35C4-8E9D7856C602}"/>
              </a:ext>
            </a:extLst>
          </p:cNvPr>
          <p:cNvSpPr/>
          <p:nvPr/>
        </p:nvSpPr>
        <p:spPr>
          <a:xfrm>
            <a:off x="220715" y="1109893"/>
            <a:ext cx="5097721" cy="5524237"/>
          </a:xfrm>
          <a:prstGeom prst="roundRect">
            <a:avLst>
              <a:gd name="adj" fmla="val 2712"/>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just"/>
            <a:r>
              <a:rPr lang="zh-TW" altLang="en-US" sz="4800" dirty="0">
                <a:solidFill>
                  <a:srgbClr val="282120"/>
                </a:solidFill>
              </a:rPr>
              <a:t>因父，及子，及圣神之名。</a:t>
            </a:r>
            <a:endParaRPr lang="en-HK" altLang="zh-TW" sz="4800" dirty="0">
              <a:solidFill>
                <a:srgbClr val="282120"/>
              </a:solidFill>
            </a:endParaRPr>
          </a:p>
          <a:p>
            <a:pPr algn="just"/>
            <a:endParaRPr lang="en-HK" sz="4800" dirty="0">
              <a:solidFill>
                <a:srgbClr val="282120"/>
              </a:solidFill>
            </a:endParaRPr>
          </a:p>
          <a:p>
            <a:pPr algn="just"/>
            <a:endParaRPr lang="en-HK" sz="4800" dirty="0">
              <a:solidFill>
                <a:srgbClr val="282120"/>
              </a:solidFill>
            </a:endParaRPr>
          </a:p>
          <a:p>
            <a:pPr algn="just"/>
            <a:r>
              <a:rPr lang="zh-TW" altLang="en-US" sz="4800" b="1" dirty="0">
                <a:solidFill>
                  <a:srgbClr val="282120"/>
                </a:solidFill>
              </a:rPr>
              <a:t>答：阿们。</a:t>
            </a:r>
            <a:endParaRPr lang="en-HK" sz="4800" b="1" dirty="0">
              <a:solidFill>
                <a:srgbClr val="282120"/>
              </a:solidFill>
            </a:endParaRPr>
          </a:p>
        </p:txBody>
      </p:sp>
      <p:sp>
        <p:nvSpPr>
          <p:cNvPr id="9" name="Rectangle: Rounded Corners 8">
            <a:extLst>
              <a:ext uri="{FF2B5EF4-FFF2-40B4-BE49-F238E27FC236}">
                <a16:creationId xmlns:a16="http://schemas.microsoft.com/office/drawing/2014/main" id="{72FC49EA-F882-C787-3C16-6D3AF7C1C48D}"/>
              </a:ext>
            </a:extLst>
          </p:cNvPr>
          <p:cNvSpPr/>
          <p:nvPr/>
        </p:nvSpPr>
        <p:spPr>
          <a:xfrm>
            <a:off x="5539153" y="1109893"/>
            <a:ext cx="3384131" cy="5524236"/>
          </a:xfrm>
          <a:prstGeom prst="roundRect">
            <a:avLst>
              <a:gd name="adj" fmla="val 2712"/>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t"/>
          <a:lstStyle/>
          <a:p>
            <a:pPr marL="0" marR="0" lvl="0" indent="0" algn="just" defTabSz="457200" rtl="0" eaLnBrk="1" fontAlgn="auto" latinLnBrk="0" hangingPunct="1">
              <a:lnSpc>
                <a:spcPct val="100000"/>
              </a:lnSpc>
              <a:spcBef>
                <a:spcPts val="0"/>
              </a:spcBef>
              <a:spcAft>
                <a:spcPts val="0"/>
              </a:spcAft>
              <a:buClrTx/>
              <a:buSzTx/>
              <a:buFontTx/>
              <a:buNone/>
              <a:tabLst/>
              <a:defRPr/>
            </a:pPr>
            <a:r>
              <a:rPr kumimoji="0" lang="en-GB" sz="2800" b="0" i="0" u="none" strike="noStrike" kern="1200" cap="none" spc="0" normalizeH="0" baseline="0" noProof="0" dirty="0">
                <a:ln>
                  <a:noFill/>
                </a:ln>
                <a:solidFill>
                  <a:schemeClr val="tx1"/>
                </a:solidFill>
                <a:effectLst/>
                <a:uLnTx/>
                <a:uFillTx/>
                <a:latin typeface="EB Garamond"/>
                <a:ea typeface="DFKai-SB"/>
                <a:cs typeface="+mn-cs"/>
              </a:rPr>
              <a:t>In the name of the Father, and of the Son, and of the Holy Spirit.</a:t>
            </a:r>
            <a:endParaRPr lang="en-GB" sz="2800" b="0" i="0" u="none" strike="noStrike" kern="1200" cap="none" spc="0" normalizeH="0" baseline="0" noProof="0" dirty="0">
              <a:ln>
                <a:noFill/>
              </a:ln>
              <a:solidFill>
                <a:schemeClr val="tx1"/>
              </a:solidFill>
              <a:effectLst/>
              <a:uLnTx/>
              <a:uFillTx/>
              <a:latin typeface="EB Garamond"/>
              <a:ea typeface="DFKai-SB"/>
            </a:endParaRPr>
          </a:p>
          <a:p>
            <a:pPr marL="0" marR="0" lvl="0" indent="0" algn="just" defTabSz="457200" rtl="0" eaLnBrk="1" fontAlgn="auto" latinLnBrk="0" hangingPunct="1">
              <a:lnSpc>
                <a:spcPct val="100000"/>
              </a:lnSpc>
              <a:spcBef>
                <a:spcPts val="0"/>
              </a:spcBef>
              <a:spcAft>
                <a:spcPts val="0"/>
              </a:spcAft>
              <a:buClrTx/>
              <a:buSzTx/>
              <a:buFontTx/>
              <a:buNone/>
              <a:tabLst/>
              <a:defRPr/>
            </a:pPr>
            <a:endParaRPr lang="en-GB" sz="2800" b="0" i="0" u="none" strike="noStrike" kern="1200" cap="none" spc="0" normalizeH="0" baseline="0" noProof="0" dirty="0">
              <a:ln>
                <a:noFill/>
              </a:ln>
              <a:solidFill>
                <a:schemeClr val="tx1"/>
              </a:solidFill>
              <a:effectLst/>
              <a:uLnTx/>
              <a:uFillTx/>
              <a:latin typeface="EB Garamond"/>
              <a:ea typeface="DFKai-SB"/>
            </a:endParaRPr>
          </a:p>
          <a:p>
            <a:pPr marL="0" marR="0" lvl="0" indent="0" algn="just" defTabSz="457200" rtl="0" eaLnBrk="1" fontAlgn="auto" latinLnBrk="0" hangingPunct="1">
              <a:lnSpc>
                <a:spcPct val="100000"/>
              </a:lnSpc>
              <a:spcBef>
                <a:spcPts val="0"/>
              </a:spcBef>
              <a:spcAft>
                <a:spcPts val="0"/>
              </a:spcAft>
              <a:buClrTx/>
              <a:buSzTx/>
              <a:buFontTx/>
              <a:buNone/>
              <a:tabLst/>
              <a:defRPr/>
            </a:pPr>
            <a:endParaRPr lang="en-GB" sz="2800" dirty="0">
              <a:solidFill>
                <a:schemeClr val="tx1"/>
              </a:solidFill>
              <a:latin typeface="EB Garamond"/>
              <a:ea typeface="DFKai-SB"/>
            </a:endParaRPr>
          </a:p>
          <a:p>
            <a:pPr marL="0" marR="0" lvl="0" indent="0" algn="just" defTabSz="457200" rtl="0" eaLnBrk="1" fontAlgn="auto" latinLnBrk="0" hangingPunct="1">
              <a:lnSpc>
                <a:spcPct val="100000"/>
              </a:lnSpc>
              <a:spcBef>
                <a:spcPts val="0"/>
              </a:spcBef>
              <a:spcAft>
                <a:spcPts val="0"/>
              </a:spcAft>
              <a:buClrTx/>
              <a:buSzTx/>
              <a:buFontTx/>
              <a:buNone/>
              <a:tabLst/>
              <a:defRPr/>
            </a:pPr>
            <a:endParaRPr lang="en-GB" sz="2800" b="0" i="0" u="none" strike="noStrike" kern="1200" cap="none" spc="0" normalizeH="0" baseline="0" noProof="0" dirty="0">
              <a:ln>
                <a:noFill/>
              </a:ln>
              <a:solidFill>
                <a:schemeClr val="tx1"/>
              </a:solidFill>
              <a:effectLst/>
              <a:uLnTx/>
              <a:uFillTx/>
              <a:latin typeface="EB Garamond"/>
              <a:ea typeface="DFKai-SB"/>
            </a:endParaRPr>
          </a:p>
          <a:p>
            <a:pPr marL="0" marR="0" lvl="0" indent="0" algn="just" defTabSz="457200" rtl="0" eaLnBrk="1" fontAlgn="auto" latinLnBrk="0" hangingPunct="1">
              <a:lnSpc>
                <a:spcPct val="100000"/>
              </a:lnSpc>
              <a:spcBef>
                <a:spcPts val="0"/>
              </a:spcBef>
              <a:spcAft>
                <a:spcPts val="0"/>
              </a:spcAft>
              <a:buClrTx/>
              <a:buSzTx/>
              <a:buFontTx/>
              <a:buNone/>
              <a:tabLst/>
              <a:defRPr/>
            </a:pPr>
            <a:endParaRPr lang="en-GB" sz="2800" b="0" i="0" u="none" strike="noStrike" kern="1200" cap="none" spc="0" normalizeH="0" baseline="0" noProof="0" dirty="0">
              <a:ln>
                <a:noFill/>
              </a:ln>
              <a:solidFill>
                <a:schemeClr val="tx1"/>
              </a:solidFill>
              <a:effectLst/>
              <a:uLnTx/>
              <a:uFillTx/>
              <a:latin typeface="EB Garamond"/>
              <a:ea typeface="DFKai-SB"/>
            </a:endParaRPr>
          </a:p>
          <a:p>
            <a:pPr marL="0" marR="0" lvl="0" indent="0" algn="just" defTabSz="457200" rtl="0" eaLnBrk="1" fontAlgn="auto" latinLnBrk="0" hangingPunct="1">
              <a:lnSpc>
                <a:spcPct val="100000"/>
              </a:lnSpc>
              <a:spcBef>
                <a:spcPts val="0"/>
              </a:spcBef>
              <a:spcAft>
                <a:spcPts val="0"/>
              </a:spcAft>
              <a:buClrTx/>
              <a:buSzTx/>
              <a:buFontTx/>
              <a:buNone/>
              <a:tabLst/>
              <a:defRPr/>
            </a:pPr>
            <a:r>
              <a:rPr kumimoji="0" lang="en-US" altLang="zh-TW" sz="2800" b="1" i="0" u="none" strike="noStrike" kern="1200" cap="none" spc="0" normalizeH="0" baseline="0" noProof="0" dirty="0">
                <a:ln>
                  <a:noFill/>
                </a:ln>
                <a:solidFill>
                  <a:schemeClr val="tx1"/>
                </a:solidFill>
                <a:effectLst/>
                <a:uLnTx/>
                <a:uFillTx/>
                <a:latin typeface="EB Garamond"/>
                <a:ea typeface="DFKai-SB"/>
                <a:cs typeface="+mn-cs"/>
              </a:rPr>
              <a:t>R. </a:t>
            </a:r>
            <a:r>
              <a:rPr kumimoji="0" lang="en-GB" sz="2800" b="1" i="0" u="none" strike="noStrike" kern="1200" cap="none" spc="0" normalizeH="0" baseline="0" noProof="0" dirty="0">
                <a:ln>
                  <a:noFill/>
                </a:ln>
                <a:solidFill>
                  <a:schemeClr val="tx1"/>
                </a:solidFill>
                <a:effectLst/>
                <a:uLnTx/>
                <a:uFillTx/>
                <a:latin typeface="EB Garamond"/>
                <a:ea typeface="DFKai-SB"/>
                <a:cs typeface="+mn-cs"/>
              </a:rPr>
              <a:t>Amen</a:t>
            </a:r>
            <a:r>
              <a:rPr kumimoji="0" lang="en-GB" sz="2800" b="0" i="0" u="none" strike="noStrike" kern="1200" cap="none" spc="0" normalizeH="0" baseline="0" noProof="0" dirty="0">
                <a:ln>
                  <a:noFill/>
                </a:ln>
                <a:solidFill>
                  <a:schemeClr val="tx1"/>
                </a:solidFill>
                <a:effectLst/>
                <a:uLnTx/>
                <a:uFillTx/>
                <a:latin typeface="EB Garamond"/>
                <a:ea typeface="DFKai-SB"/>
                <a:cs typeface="+mn-cs"/>
              </a:rPr>
              <a:t>.</a:t>
            </a:r>
            <a:endParaRPr lang="en-HK" sz="2800" b="0" i="0" u="none" strike="noStrike" kern="1200" cap="none" spc="0" normalizeH="0" baseline="0" noProof="0" dirty="0">
              <a:ln>
                <a:noFill/>
              </a:ln>
              <a:solidFill>
                <a:schemeClr val="tx1"/>
              </a:solidFill>
              <a:effectLst/>
              <a:uLnTx/>
              <a:uFillTx/>
              <a:latin typeface="EB Garamond"/>
              <a:ea typeface="DFKai-SB"/>
            </a:endParaRPr>
          </a:p>
        </p:txBody>
      </p:sp>
      <p:sp>
        <p:nvSpPr>
          <p:cNvPr id="10" name="Rectangle: Rounded Corners 9">
            <a:extLst>
              <a:ext uri="{FF2B5EF4-FFF2-40B4-BE49-F238E27FC236}">
                <a16:creationId xmlns:a16="http://schemas.microsoft.com/office/drawing/2014/main" id="{130EB096-5991-91EA-2452-17763A0E445E}"/>
              </a:ext>
            </a:extLst>
          </p:cNvPr>
          <p:cNvSpPr/>
          <p:nvPr/>
        </p:nvSpPr>
        <p:spPr>
          <a:xfrm>
            <a:off x="220717" y="168142"/>
            <a:ext cx="8702566" cy="790401"/>
          </a:xfrm>
          <a:prstGeom prst="roundRect">
            <a:avLst>
              <a:gd name="adj" fmla="val 11488"/>
            </a:avLst>
          </a:prstGeom>
          <a:solidFill>
            <a:srgbClr val="5572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3600" b="1">
                <a:solidFill>
                  <a:schemeClr val="bg1"/>
                </a:solidFill>
              </a:rPr>
              <a:t>致候礼　</a:t>
            </a:r>
            <a:r>
              <a:rPr lang="en-US" altLang="zh-TW" sz="3600" b="1">
                <a:solidFill>
                  <a:schemeClr val="bg1"/>
                </a:solidFill>
              </a:rPr>
              <a:t>Introductory Rite</a:t>
            </a:r>
            <a:endParaRPr lang="zh-TW" altLang="en-US" sz="3600" b="1">
              <a:solidFill>
                <a:schemeClr val="bg1"/>
              </a:solidFill>
            </a:endParaRPr>
          </a:p>
        </p:txBody>
      </p:sp>
    </p:spTree>
    <p:extLst>
      <p:ext uri="{BB962C8B-B14F-4D97-AF65-F5344CB8AC3E}">
        <p14:creationId xmlns:p14="http://schemas.microsoft.com/office/powerpoint/2010/main" val="27287427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41E137-3229-7F6F-BF37-EEAAF0DF6E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CCA02F-FE53-E48A-5F64-F98C8A97AD28}"/>
              </a:ext>
            </a:extLst>
          </p:cNvPr>
          <p:cNvSpPr>
            <a:spLocks noGrp="1"/>
          </p:cNvSpPr>
          <p:nvPr>
            <p:ph type="ctrTitle"/>
          </p:nvPr>
        </p:nvSpPr>
        <p:spPr/>
        <p:txBody>
          <a:bodyPr/>
          <a:lstStyle/>
          <a:p>
            <a:endParaRPr lang="en-HK"/>
          </a:p>
        </p:txBody>
      </p:sp>
      <p:sp>
        <p:nvSpPr>
          <p:cNvPr id="3" name="Subtitle 2">
            <a:extLst>
              <a:ext uri="{FF2B5EF4-FFF2-40B4-BE49-F238E27FC236}">
                <a16:creationId xmlns:a16="http://schemas.microsoft.com/office/drawing/2014/main" id="{285122F9-9152-A4CB-58F9-CAE31F5E0EFB}"/>
              </a:ext>
            </a:extLst>
          </p:cNvPr>
          <p:cNvSpPr>
            <a:spLocks noGrp="1"/>
          </p:cNvSpPr>
          <p:nvPr>
            <p:ph type="subTitle" idx="1"/>
          </p:nvPr>
        </p:nvSpPr>
        <p:spPr/>
        <p:txBody>
          <a:bodyPr/>
          <a:lstStyle/>
          <a:p>
            <a:endParaRPr lang="en-HK"/>
          </a:p>
        </p:txBody>
      </p:sp>
      <p:pic>
        <p:nvPicPr>
          <p:cNvPr id="7" name="Picture 6">
            <a:extLst>
              <a:ext uri="{FF2B5EF4-FFF2-40B4-BE49-F238E27FC236}">
                <a16:creationId xmlns:a16="http://schemas.microsoft.com/office/drawing/2014/main" id="{C16F1362-AB2B-D778-699C-4E6557ECB8C2}"/>
              </a:ext>
            </a:extLst>
          </p:cNvPr>
          <p:cNvPicPr>
            <a:picLocks noChangeAspect="1"/>
          </p:cNvPicPr>
          <p:nvPr/>
        </p:nvPicPr>
        <p:blipFill>
          <a:blip r:embed="rId2">
            <a:extLst>
              <a:ext uri="{28A0092B-C50C-407E-A947-70E740481C1C}">
                <a14:useLocalDpi xmlns:a14="http://schemas.microsoft.com/office/drawing/2010/main" val="0"/>
              </a:ext>
            </a:extLst>
          </a:blip>
          <a:srcRect b="25000"/>
          <a:stretch>
            <a:fillRect/>
          </a:stretch>
        </p:blipFill>
        <p:spPr>
          <a:xfrm>
            <a:off x="-1" y="1"/>
            <a:ext cx="9144001" cy="6858000"/>
          </a:xfrm>
          <a:prstGeom prst="rect">
            <a:avLst/>
          </a:prstGeom>
        </p:spPr>
      </p:pic>
      <p:sp>
        <p:nvSpPr>
          <p:cNvPr id="8" name="Rectangle: Rounded Corners 7">
            <a:extLst>
              <a:ext uri="{FF2B5EF4-FFF2-40B4-BE49-F238E27FC236}">
                <a16:creationId xmlns:a16="http://schemas.microsoft.com/office/drawing/2014/main" id="{2B9E052B-AD08-CB27-5ABA-4CF74413DE5A}"/>
              </a:ext>
            </a:extLst>
          </p:cNvPr>
          <p:cNvSpPr/>
          <p:nvPr/>
        </p:nvSpPr>
        <p:spPr>
          <a:xfrm>
            <a:off x="220715" y="1109893"/>
            <a:ext cx="5097721" cy="5524237"/>
          </a:xfrm>
          <a:prstGeom prst="roundRect">
            <a:avLst>
              <a:gd name="adj" fmla="val 2712"/>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just" hangingPunct="0"/>
            <a:r>
              <a:rPr lang="zh-CN" altLang="en-US" sz="4800" dirty="0">
                <a:solidFill>
                  <a:srgbClr val="282120"/>
                </a:solidFill>
              </a:rPr>
              <a:t>愿天父的慈爱，基督的圣宠，圣神的共融，与你们同在。</a:t>
            </a:r>
            <a:endParaRPr lang="en-AU" altLang="zh-CN" sz="4800" dirty="0">
              <a:solidFill>
                <a:srgbClr val="282120"/>
              </a:solidFill>
            </a:endParaRPr>
          </a:p>
          <a:p>
            <a:pPr algn="just" hangingPunct="0"/>
            <a:endParaRPr lang="zh-CN" altLang="en-US" sz="4800" dirty="0">
              <a:solidFill>
                <a:srgbClr val="282120"/>
              </a:solidFill>
            </a:endParaRPr>
          </a:p>
          <a:p>
            <a:pPr algn="just"/>
            <a:r>
              <a:rPr lang="zh-TW" altLang="en-US" sz="4800" b="1" dirty="0">
                <a:solidFill>
                  <a:srgbClr val="282120"/>
                </a:solidFill>
              </a:rPr>
              <a:t>答：</a:t>
            </a:r>
            <a:r>
              <a:rPr lang="zh-CN" altLang="en-US" sz="4800" b="1" dirty="0">
                <a:solidFill>
                  <a:srgbClr val="282120"/>
                </a:solidFill>
              </a:rPr>
              <a:t>也与你的心灵同在。</a:t>
            </a:r>
            <a:endParaRPr lang="en-HK" sz="4800" b="1" dirty="0">
              <a:solidFill>
                <a:srgbClr val="282120"/>
              </a:solidFill>
            </a:endParaRPr>
          </a:p>
        </p:txBody>
      </p:sp>
      <p:sp>
        <p:nvSpPr>
          <p:cNvPr id="9" name="Rectangle: Rounded Corners 8">
            <a:extLst>
              <a:ext uri="{FF2B5EF4-FFF2-40B4-BE49-F238E27FC236}">
                <a16:creationId xmlns:a16="http://schemas.microsoft.com/office/drawing/2014/main" id="{5AD76B43-ADD2-AFFD-8DBE-F6E1D5795C9E}"/>
              </a:ext>
            </a:extLst>
          </p:cNvPr>
          <p:cNvSpPr/>
          <p:nvPr/>
        </p:nvSpPr>
        <p:spPr>
          <a:xfrm>
            <a:off x="5539153" y="1109893"/>
            <a:ext cx="3384131" cy="5524236"/>
          </a:xfrm>
          <a:prstGeom prst="roundRect">
            <a:avLst>
              <a:gd name="adj" fmla="val 2712"/>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t"/>
          <a:lstStyle/>
          <a:p>
            <a:pPr marL="0" marR="0" lvl="0" indent="0" algn="just" defTabSz="457200" rtl="0" eaLnBrk="1" fontAlgn="auto" latinLnBrk="0" hangingPunct="1">
              <a:lnSpc>
                <a:spcPct val="100000"/>
              </a:lnSpc>
              <a:spcBef>
                <a:spcPts val="0"/>
              </a:spcBef>
              <a:spcAft>
                <a:spcPts val="0"/>
              </a:spcAft>
              <a:buClrTx/>
              <a:buSzTx/>
              <a:buFontTx/>
              <a:buNone/>
              <a:tabLst/>
              <a:defRPr/>
            </a:pPr>
            <a:r>
              <a:rPr kumimoji="0" lang="en-HK" sz="2800" b="0" i="0" u="none" strike="noStrike" kern="1200" cap="none" spc="0" normalizeH="0" baseline="0" noProof="0" dirty="0">
                <a:ln>
                  <a:noFill/>
                </a:ln>
                <a:solidFill>
                  <a:schemeClr val="tx1"/>
                </a:solidFill>
                <a:effectLst/>
                <a:uLnTx/>
                <a:uFillTx/>
                <a:latin typeface="EB Garamond"/>
                <a:ea typeface="DFKai-SB"/>
                <a:cs typeface="+mn-cs"/>
              </a:rPr>
              <a:t>The grace of our Lord Jesus Christ, and the love of God, and the communion of the Holy Spirit be with you all.</a:t>
            </a:r>
          </a:p>
          <a:p>
            <a:pPr marL="0" marR="0" lvl="0" indent="0" algn="just" defTabSz="457200" rtl="0" eaLnBrk="1" fontAlgn="auto" latinLnBrk="0" hangingPunct="1">
              <a:lnSpc>
                <a:spcPct val="100000"/>
              </a:lnSpc>
              <a:spcBef>
                <a:spcPts val="0"/>
              </a:spcBef>
              <a:spcAft>
                <a:spcPts val="0"/>
              </a:spcAft>
              <a:buClrTx/>
              <a:buSzTx/>
              <a:buFontTx/>
              <a:buNone/>
              <a:tabLst/>
              <a:defRPr/>
            </a:pPr>
            <a:endParaRPr kumimoji="0" lang="en-HK" sz="2800" b="0" i="0" u="none" strike="noStrike" kern="1200" cap="none" spc="0" normalizeH="0" baseline="0" noProof="0" dirty="0">
              <a:ln>
                <a:noFill/>
              </a:ln>
              <a:solidFill>
                <a:schemeClr val="tx1"/>
              </a:solidFill>
              <a:effectLst/>
              <a:uLnTx/>
              <a:uFillTx/>
              <a:latin typeface="EB Garamond"/>
              <a:ea typeface="DFKai-SB"/>
              <a:cs typeface="+mn-cs"/>
            </a:endParaRPr>
          </a:p>
          <a:p>
            <a:pPr marL="0" marR="0" lvl="0" indent="0" algn="just" defTabSz="457200" rtl="0" eaLnBrk="1" fontAlgn="auto" latinLnBrk="0" hangingPunct="1">
              <a:lnSpc>
                <a:spcPct val="100000"/>
              </a:lnSpc>
              <a:spcBef>
                <a:spcPts val="0"/>
              </a:spcBef>
              <a:spcAft>
                <a:spcPts val="0"/>
              </a:spcAft>
              <a:buClrTx/>
              <a:buSzTx/>
              <a:buFontTx/>
              <a:buNone/>
              <a:tabLst/>
              <a:defRPr/>
            </a:pPr>
            <a:endParaRPr lang="en-HK" sz="2800" dirty="0">
              <a:solidFill>
                <a:schemeClr val="tx1"/>
              </a:solidFill>
              <a:latin typeface="EB Garamond"/>
              <a:ea typeface="DFKai-SB"/>
            </a:endParaRPr>
          </a:p>
          <a:p>
            <a:pPr marL="0" marR="0" lvl="0" indent="0" algn="just" defTabSz="457200" rtl="0" eaLnBrk="1" fontAlgn="auto" latinLnBrk="0" hangingPunct="1">
              <a:lnSpc>
                <a:spcPct val="100000"/>
              </a:lnSpc>
              <a:spcBef>
                <a:spcPts val="0"/>
              </a:spcBef>
              <a:spcAft>
                <a:spcPts val="0"/>
              </a:spcAft>
              <a:buClrTx/>
              <a:buSzTx/>
              <a:buFontTx/>
              <a:buNone/>
              <a:tabLst/>
              <a:defRPr/>
            </a:pPr>
            <a:endParaRPr kumimoji="0" lang="en-HK" sz="2800" b="0" i="0" u="none" strike="noStrike" kern="1200" cap="none" spc="0" normalizeH="0" baseline="0" noProof="0" dirty="0">
              <a:ln>
                <a:noFill/>
              </a:ln>
              <a:solidFill>
                <a:schemeClr val="tx1"/>
              </a:solidFill>
              <a:effectLst/>
              <a:uLnTx/>
              <a:uFillTx/>
              <a:latin typeface="EB Garamond"/>
              <a:ea typeface="DFKai-SB"/>
              <a:cs typeface="+mn-cs"/>
            </a:endParaRPr>
          </a:p>
          <a:p>
            <a:pPr marL="0" marR="0" lvl="0" indent="0" algn="just" defTabSz="457200" rtl="0" eaLnBrk="1" fontAlgn="auto" latinLnBrk="0" hangingPunct="1">
              <a:lnSpc>
                <a:spcPct val="100000"/>
              </a:lnSpc>
              <a:spcBef>
                <a:spcPts val="0"/>
              </a:spcBef>
              <a:spcAft>
                <a:spcPts val="0"/>
              </a:spcAft>
              <a:buClrTx/>
              <a:buSzTx/>
              <a:buFontTx/>
              <a:buNone/>
              <a:tabLst/>
              <a:defRPr/>
            </a:pPr>
            <a:r>
              <a:rPr kumimoji="0" lang="en-HK" sz="2800" b="1" i="0" u="none" strike="noStrike" kern="1200" cap="none" spc="0" normalizeH="0" baseline="0" noProof="0" dirty="0">
                <a:ln>
                  <a:noFill/>
                </a:ln>
                <a:solidFill>
                  <a:schemeClr val="tx1"/>
                </a:solidFill>
                <a:effectLst/>
                <a:uLnTx/>
                <a:uFillTx/>
                <a:latin typeface="EB Garamond"/>
                <a:ea typeface="DFKai-SB"/>
                <a:cs typeface="+mn-cs"/>
              </a:rPr>
              <a:t>R. And with your spirit.</a:t>
            </a:r>
          </a:p>
        </p:txBody>
      </p:sp>
      <p:sp>
        <p:nvSpPr>
          <p:cNvPr id="10" name="Rectangle: Rounded Corners 9">
            <a:extLst>
              <a:ext uri="{FF2B5EF4-FFF2-40B4-BE49-F238E27FC236}">
                <a16:creationId xmlns:a16="http://schemas.microsoft.com/office/drawing/2014/main" id="{F1DB3265-7CCB-D5B3-E9DE-A3EEBA3E9846}"/>
              </a:ext>
            </a:extLst>
          </p:cNvPr>
          <p:cNvSpPr/>
          <p:nvPr/>
        </p:nvSpPr>
        <p:spPr>
          <a:xfrm>
            <a:off x="220717" y="168142"/>
            <a:ext cx="8702566" cy="790401"/>
          </a:xfrm>
          <a:prstGeom prst="roundRect">
            <a:avLst>
              <a:gd name="adj" fmla="val 11488"/>
            </a:avLst>
          </a:prstGeom>
          <a:solidFill>
            <a:srgbClr val="5572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3600" b="1">
                <a:solidFill>
                  <a:schemeClr val="bg1"/>
                </a:solidFill>
              </a:rPr>
              <a:t>致候礼　</a:t>
            </a:r>
            <a:r>
              <a:rPr lang="en-US" altLang="zh-TW" sz="3600" b="1">
                <a:solidFill>
                  <a:schemeClr val="bg1"/>
                </a:solidFill>
              </a:rPr>
              <a:t>Introductory Rite</a:t>
            </a:r>
            <a:endParaRPr lang="zh-TW" altLang="en-US" sz="3600" b="1">
              <a:solidFill>
                <a:schemeClr val="bg1"/>
              </a:solidFill>
            </a:endParaRPr>
          </a:p>
        </p:txBody>
      </p:sp>
    </p:spTree>
    <p:extLst>
      <p:ext uri="{BB962C8B-B14F-4D97-AF65-F5344CB8AC3E}">
        <p14:creationId xmlns:p14="http://schemas.microsoft.com/office/powerpoint/2010/main" val="16441357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57E3E0-8C99-5BF8-981C-6D1916C28C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D451F4-A251-6D83-9DAF-2B021BA90B9F}"/>
              </a:ext>
            </a:extLst>
          </p:cNvPr>
          <p:cNvSpPr>
            <a:spLocks noGrp="1"/>
          </p:cNvSpPr>
          <p:nvPr>
            <p:ph type="ctrTitle"/>
          </p:nvPr>
        </p:nvSpPr>
        <p:spPr/>
        <p:txBody>
          <a:bodyPr/>
          <a:lstStyle/>
          <a:p>
            <a:endParaRPr lang="en-HK"/>
          </a:p>
        </p:txBody>
      </p:sp>
      <p:sp>
        <p:nvSpPr>
          <p:cNvPr id="3" name="Subtitle 2">
            <a:extLst>
              <a:ext uri="{FF2B5EF4-FFF2-40B4-BE49-F238E27FC236}">
                <a16:creationId xmlns:a16="http://schemas.microsoft.com/office/drawing/2014/main" id="{E16D7508-257E-D397-E4AE-C2AF372E15CE}"/>
              </a:ext>
            </a:extLst>
          </p:cNvPr>
          <p:cNvSpPr>
            <a:spLocks noGrp="1"/>
          </p:cNvSpPr>
          <p:nvPr>
            <p:ph type="subTitle" idx="1"/>
          </p:nvPr>
        </p:nvSpPr>
        <p:spPr/>
        <p:txBody>
          <a:bodyPr/>
          <a:lstStyle/>
          <a:p>
            <a:endParaRPr lang="en-HK"/>
          </a:p>
        </p:txBody>
      </p:sp>
      <p:pic>
        <p:nvPicPr>
          <p:cNvPr id="7" name="Picture 6">
            <a:extLst>
              <a:ext uri="{FF2B5EF4-FFF2-40B4-BE49-F238E27FC236}">
                <a16:creationId xmlns:a16="http://schemas.microsoft.com/office/drawing/2014/main" id="{FD7D3A0A-01B6-832A-91F2-F76D433BCD71}"/>
              </a:ext>
            </a:extLst>
          </p:cNvPr>
          <p:cNvPicPr>
            <a:picLocks noChangeAspect="1"/>
          </p:cNvPicPr>
          <p:nvPr/>
        </p:nvPicPr>
        <p:blipFill>
          <a:blip r:embed="rId2">
            <a:extLst>
              <a:ext uri="{28A0092B-C50C-407E-A947-70E740481C1C}">
                <a14:useLocalDpi xmlns:a14="http://schemas.microsoft.com/office/drawing/2010/main" val="0"/>
              </a:ext>
            </a:extLst>
          </a:blip>
          <a:srcRect b="25000"/>
          <a:stretch>
            <a:fillRect/>
          </a:stretch>
        </p:blipFill>
        <p:spPr>
          <a:xfrm>
            <a:off x="-1" y="1"/>
            <a:ext cx="9144001" cy="6858000"/>
          </a:xfrm>
          <a:prstGeom prst="rect">
            <a:avLst/>
          </a:prstGeom>
        </p:spPr>
      </p:pic>
      <p:sp>
        <p:nvSpPr>
          <p:cNvPr id="8" name="Rectangle: Rounded Corners 7">
            <a:extLst>
              <a:ext uri="{FF2B5EF4-FFF2-40B4-BE49-F238E27FC236}">
                <a16:creationId xmlns:a16="http://schemas.microsoft.com/office/drawing/2014/main" id="{2C8C8E1F-F872-DA4D-7FF0-5FE5480083C0}"/>
              </a:ext>
            </a:extLst>
          </p:cNvPr>
          <p:cNvSpPr/>
          <p:nvPr/>
        </p:nvSpPr>
        <p:spPr>
          <a:xfrm>
            <a:off x="220715" y="1109893"/>
            <a:ext cx="5097721" cy="5524237"/>
          </a:xfrm>
          <a:prstGeom prst="roundRect">
            <a:avLst>
              <a:gd name="adj" fmla="val 2712"/>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just" hangingPunct="0"/>
            <a:r>
              <a:rPr lang="zh-CN" altLang="en-US" sz="4800" dirty="0">
                <a:solidFill>
                  <a:schemeClr val="dk1"/>
                </a:solidFill>
                <a:latin typeface="KaiTi" panose="02010609060101010101" charset="-122"/>
                <a:ea typeface="KaiTi" panose="02010609060101010101" charset="-122"/>
                <a:cs typeface="KaiTi" panose="02010609060101010101" charset="-122"/>
                <a:sym typeface="KaiTi" panose="02010609060101010101" charset="-122"/>
              </a:rPr>
              <a:t>各位教友，现在我们大家认罪，虔诚地举行圣祭。 </a:t>
            </a:r>
            <a:endParaRPr lang="zh-CN" altLang="en-US" sz="4800" dirty="0">
              <a:solidFill>
                <a:srgbClr val="282120"/>
              </a:solidFill>
            </a:endParaRPr>
          </a:p>
        </p:txBody>
      </p:sp>
      <p:sp>
        <p:nvSpPr>
          <p:cNvPr id="9" name="Rectangle: Rounded Corners 8">
            <a:extLst>
              <a:ext uri="{FF2B5EF4-FFF2-40B4-BE49-F238E27FC236}">
                <a16:creationId xmlns:a16="http://schemas.microsoft.com/office/drawing/2014/main" id="{AEBF5080-88DB-CD5B-D8D0-BF0C5267EEDA}"/>
              </a:ext>
            </a:extLst>
          </p:cNvPr>
          <p:cNvSpPr/>
          <p:nvPr/>
        </p:nvSpPr>
        <p:spPr>
          <a:xfrm>
            <a:off x="5539153" y="1109893"/>
            <a:ext cx="3384131" cy="5524236"/>
          </a:xfrm>
          <a:prstGeom prst="roundRect">
            <a:avLst>
              <a:gd name="adj" fmla="val 2712"/>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t"/>
          <a:lstStyle/>
          <a:p>
            <a:pPr marL="0" marR="0" lvl="0" indent="0" algn="just" defTabSz="457200" rtl="0" eaLnBrk="1" fontAlgn="auto" latinLnBrk="0" hangingPunct="1">
              <a:lnSpc>
                <a:spcPct val="100000"/>
              </a:lnSpc>
              <a:spcBef>
                <a:spcPts val="0"/>
              </a:spcBef>
              <a:spcAft>
                <a:spcPts val="0"/>
              </a:spcAft>
              <a:buClrTx/>
              <a:buSzTx/>
              <a:buFontTx/>
              <a:buNone/>
              <a:tabLst/>
              <a:defRPr/>
            </a:pPr>
            <a:r>
              <a:rPr kumimoji="0" lang="en-HK" sz="2800" b="0" i="0" u="none" strike="noStrike" kern="1200" cap="none" spc="0" normalizeH="0" baseline="0" noProof="0" dirty="0">
                <a:ln>
                  <a:noFill/>
                </a:ln>
                <a:solidFill>
                  <a:schemeClr val="tx1"/>
                </a:solidFill>
                <a:effectLst/>
                <a:uLnTx/>
                <a:uFillTx/>
                <a:latin typeface="EB Garamond"/>
                <a:ea typeface="DFKai-SB"/>
                <a:cs typeface="+mn-cs"/>
              </a:rPr>
              <a:t>Brethren (brothers and sisters), let us acknowledge our sins, and so prepare ourselves to celebrate the sacred mysteries.</a:t>
            </a:r>
          </a:p>
        </p:txBody>
      </p:sp>
      <p:sp>
        <p:nvSpPr>
          <p:cNvPr id="10" name="Rectangle: Rounded Corners 9">
            <a:extLst>
              <a:ext uri="{FF2B5EF4-FFF2-40B4-BE49-F238E27FC236}">
                <a16:creationId xmlns:a16="http://schemas.microsoft.com/office/drawing/2014/main" id="{C6A39BF7-7D48-F391-C805-2FD6AC447023}"/>
              </a:ext>
            </a:extLst>
          </p:cNvPr>
          <p:cNvSpPr/>
          <p:nvPr/>
        </p:nvSpPr>
        <p:spPr>
          <a:xfrm>
            <a:off x="220717" y="168142"/>
            <a:ext cx="8702566" cy="790401"/>
          </a:xfrm>
          <a:prstGeom prst="roundRect">
            <a:avLst>
              <a:gd name="adj" fmla="val 11488"/>
            </a:avLst>
          </a:prstGeom>
          <a:solidFill>
            <a:srgbClr val="5572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3600" b="1" dirty="0">
                <a:solidFill>
                  <a:schemeClr val="bg1"/>
                </a:solidFill>
              </a:rPr>
              <a:t>忏悔礼　</a:t>
            </a:r>
            <a:r>
              <a:rPr lang="en-US" altLang="zh-TW" sz="3600" b="1" dirty="0">
                <a:solidFill>
                  <a:schemeClr val="bg1"/>
                </a:solidFill>
              </a:rPr>
              <a:t>Penitential Rite</a:t>
            </a:r>
            <a:r>
              <a:rPr lang="zh-TW" altLang="en-US" sz="3600" b="1" dirty="0">
                <a:solidFill>
                  <a:schemeClr val="bg1"/>
                </a:solidFill>
              </a:rPr>
              <a:t>　</a:t>
            </a:r>
          </a:p>
        </p:txBody>
      </p:sp>
    </p:spTree>
    <p:extLst>
      <p:ext uri="{BB962C8B-B14F-4D97-AF65-F5344CB8AC3E}">
        <p14:creationId xmlns:p14="http://schemas.microsoft.com/office/powerpoint/2010/main" val="25287830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7DEC51-3692-17D2-9A94-B833E06A7E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5FCD7B-7D4D-9E81-0F77-CD2B7E5A0F9F}"/>
              </a:ext>
            </a:extLst>
          </p:cNvPr>
          <p:cNvSpPr>
            <a:spLocks noGrp="1"/>
          </p:cNvSpPr>
          <p:nvPr>
            <p:ph type="ctrTitle"/>
          </p:nvPr>
        </p:nvSpPr>
        <p:spPr/>
        <p:txBody>
          <a:bodyPr/>
          <a:lstStyle/>
          <a:p>
            <a:endParaRPr lang="en-HK"/>
          </a:p>
        </p:txBody>
      </p:sp>
      <p:sp>
        <p:nvSpPr>
          <p:cNvPr id="3" name="Subtitle 2">
            <a:extLst>
              <a:ext uri="{FF2B5EF4-FFF2-40B4-BE49-F238E27FC236}">
                <a16:creationId xmlns:a16="http://schemas.microsoft.com/office/drawing/2014/main" id="{2F50B6A9-4E9B-31D4-CFD3-B2E0B6A24EDA}"/>
              </a:ext>
            </a:extLst>
          </p:cNvPr>
          <p:cNvSpPr>
            <a:spLocks noGrp="1"/>
          </p:cNvSpPr>
          <p:nvPr>
            <p:ph type="subTitle" idx="1"/>
          </p:nvPr>
        </p:nvSpPr>
        <p:spPr/>
        <p:txBody>
          <a:bodyPr/>
          <a:lstStyle/>
          <a:p>
            <a:endParaRPr lang="en-HK"/>
          </a:p>
        </p:txBody>
      </p:sp>
      <p:pic>
        <p:nvPicPr>
          <p:cNvPr id="7" name="Picture 6">
            <a:extLst>
              <a:ext uri="{FF2B5EF4-FFF2-40B4-BE49-F238E27FC236}">
                <a16:creationId xmlns:a16="http://schemas.microsoft.com/office/drawing/2014/main" id="{8EE1B892-8711-3124-DB8A-702B92E349CD}"/>
              </a:ext>
            </a:extLst>
          </p:cNvPr>
          <p:cNvPicPr>
            <a:picLocks noChangeAspect="1"/>
          </p:cNvPicPr>
          <p:nvPr/>
        </p:nvPicPr>
        <p:blipFill>
          <a:blip r:embed="rId2">
            <a:extLst>
              <a:ext uri="{28A0092B-C50C-407E-A947-70E740481C1C}">
                <a14:useLocalDpi xmlns:a14="http://schemas.microsoft.com/office/drawing/2010/main" val="0"/>
              </a:ext>
            </a:extLst>
          </a:blip>
          <a:srcRect b="25000"/>
          <a:stretch>
            <a:fillRect/>
          </a:stretch>
        </p:blipFill>
        <p:spPr>
          <a:xfrm>
            <a:off x="-1" y="1"/>
            <a:ext cx="9144001" cy="6858000"/>
          </a:xfrm>
          <a:prstGeom prst="rect">
            <a:avLst/>
          </a:prstGeom>
        </p:spPr>
      </p:pic>
      <p:sp>
        <p:nvSpPr>
          <p:cNvPr id="8" name="Rectangle: Rounded Corners 7">
            <a:extLst>
              <a:ext uri="{FF2B5EF4-FFF2-40B4-BE49-F238E27FC236}">
                <a16:creationId xmlns:a16="http://schemas.microsoft.com/office/drawing/2014/main" id="{7B8CBBF3-E071-A461-65B5-FB0D7692249D}"/>
              </a:ext>
            </a:extLst>
          </p:cNvPr>
          <p:cNvSpPr/>
          <p:nvPr/>
        </p:nvSpPr>
        <p:spPr>
          <a:xfrm>
            <a:off x="220715" y="1109893"/>
            <a:ext cx="5097721" cy="5524237"/>
          </a:xfrm>
          <a:prstGeom prst="roundRect">
            <a:avLst>
              <a:gd name="adj" fmla="val 2712"/>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just"/>
            <a:r>
              <a:rPr lang="zh-CN" altLang="en-US" sz="4800" b="1" dirty="0">
                <a:solidFill>
                  <a:schemeClr val="dk1"/>
                </a:solidFill>
                <a:latin typeface="KaiTi"/>
                <a:ea typeface="KaiTi"/>
                <a:cs typeface="KaiTi" panose="02010609060101010101" charset="-122"/>
                <a:sym typeface="KaiTi" panose="02010609060101010101" charset="-122"/>
              </a:rPr>
              <a:t>我向全能的天主和各位教友</a:t>
            </a:r>
            <a:r>
              <a:rPr lang="en-US" altLang="zh-CN" sz="4800" b="1" dirty="0">
                <a:solidFill>
                  <a:schemeClr val="dk1"/>
                </a:solidFill>
                <a:latin typeface="KaiTi"/>
                <a:ea typeface="KaiTi"/>
                <a:cs typeface="KaiTi" panose="02010609060101010101" charset="-122"/>
                <a:sym typeface="KaiTi" panose="02010609060101010101" charset="-122"/>
              </a:rPr>
              <a:t>,</a:t>
            </a:r>
            <a:r>
              <a:rPr lang="zh-TW" altLang="en-US" sz="4800" b="1" dirty="0">
                <a:solidFill>
                  <a:schemeClr val="dk1"/>
                </a:solidFill>
                <a:latin typeface="KaiTi"/>
                <a:ea typeface="KaiTi"/>
                <a:cs typeface="KaiTi" panose="02010609060101010101" charset="-122"/>
                <a:sym typeface="KaiTi" panose="02010609060101010101" charset="-122"/>
              </a:rPr>
              <a:t> 承认我思、言、行为上的过失。</a:t>
            </a:r>
            <a:r>
              <a:rPr lang="zh-CN" altLang="en-US" sz="4800" dirty="0">
                <a:solidFill>
                  <a:srgbClr val="282120"/>
                </a:solidFill>
              </a:rPr>
              <a:t> </a:t>
            </a:r>
          </a:p>
        </p:txBody>
      </p:sp>
      <p:sp>
        <p:nvSpPr>
          <p:cNvPr id="9" name="Rectangle: Rounded Corners 8">
            <a:extLst>
              <a:ext uri="{FF2B5EF4-FFF2-40B4-BE49-F238E27FC236}">
                <a16:creationId xmlns:a16="http://schemas.microsoft.com/office/drawing/2014/main" id="{E3ACB45E-7534-9367-8A00-83B5DAD5F3FB}"/>
              </a:ext>
            </a:extLst>
          </p:cNvPr>
          <p:cNvSpPr/>
          <p:nvPr/>
        </p:nvSpPr>
        <p:spPr>
          <a:xfrm>
            <a:off x="5539153" y="1109893"/>
            <a:ext cx="3384131" cy="5524236"/>
          </a:xfrm>
          <a:prstGeom prst="roundRect">
            <a:avLst>
              <a:gd name="adj" fmla="val 2712"/>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t"/>
          <a:lstStyle/>
          <a:p>
            <a:pPr marL="0" marR="0" lvl="0" indent="0" algn="just" defTabSz="457200" rtl="0" eaLnBrk="1" fontAlgn="auto" latinLnBrk="0" hangingPunct="1">
              <a:lnSpc>
                <a:spcPct val="100000"/>
              </a:lnSpc>
              <a:spcBef>
                <a:spcPts val="0"/>
              </a:spcBef>
              <a:spcAft>
                <a:spcPts val="0"/>
              </a:spcAft>
              <a:buClrTx/>
              <a:buSzTx/>
              <a:buFontTx/>
              <a:buNone/>
              <a:tabLst/>
              <a:defRPr/>
            </a:pPr>
            <a:r>
              <a:rPr kumimoji="0" lang="en-HK" sz="2800" b="1" i="0" u="none" strike="noStrike" kern="1200" cap="none" spc="0" normalizeH="0" baseline="0" noProof="0" dirty="0">
                <a:ln>
                  <a:noFill/>
                </a:ln>
                <a:solidFill>
                  <a:schemeClr val="tx1"/>
                </a:solidFill>
                <a:effectLst/>
                <a:uLnTx/>
                <a:uFillTx/>
                <a:latin typeface="EB Garamond"/>
                <a:ea typeface="DFKai-SB"/>
                <a:cs typeface="+mn-cs"/>
              </a:rPr>
              <a:t>I confess to almighty God and to you, my brothers and sisters, that I have greatly sinned, in my thoughts and in my words, in what I have done and in what I have failed to do, </a:t>
            </a:r>
          </a:p>
        </p:txBody>
      </p:sp>
      <p:sp>
        <p:nvSpPr>
          <p:cNvPr id="10" name="Rectangle: Rounded Corners 9">
            <a:extLst>
              <a:ext uri="{FF2B5EF4-FFF2-40B4-BE49-F238E27FC236}">
                <a16:creationId xmlns:a16="http://schemas.microsoft.com/office/drawing/2014/main" id="{F897C3C7-39C1-7A1B-CCDC-C257AB21970B}"/>
              </a:ext>
            </a:extLst>
          </p:cNvPr>
          <p:cNvSpPr/>
          <p:nvPr/>
        </p:nvSpPr>
        <p:spPr>
          <a:xfrm>
            <a:off x="220717" y="168142"/>
            <a:ext cx="8702566" cy="790401"/>
          </a:xfrm>
          <a:prstGeom prst="roundRect">
            <a:avLst>
              <a:gd name="adj" fmla="val 11488"/>
            </a:avLst>
          </a:prstGeom>
          <a:solidFill>
            <a:srgbClr val="5572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3600" b="1" dirty="0">
                <a:solidFill>
                  <a:schemeClr val="bg1"/>
                </a:solidFill>
              </a:rPr>
              <a:t>忏悔礼　</a:t>
            </a:r>
            <a:r>
              <a:rPr lang="en-US" altLang="zh-TW" sz="3600" b="1" dirty="0">
                <a:solidFill>
                  <a:schemeClr val="bg1"/>
                </a:solidFill>
              </a:rPr>
              <a:t>Penitential Rite</a:t>
            </a:r>
            <a:r>
              <a:rPr lang="zh-TW" altLang="en-US" sz="3600" b="1" dirty="0">
                <a:solidFill>
                  <a:schemeClr val="bg1"/>
                </a:solidFill>
              </a:rPr>
              <a:t>　</a:t>
            </a:r>
          </a:p>
        </p:txBody>
      </p:sp>
    </p:spTree>
    <p:extLst>
      <p:ext uri="{BB962C8B-B14F-4D97-AF65-F5344CB8AC3E}">
        <p14:creationId xmlns:p14="http://schemas.microsoft.com/office/powerpoint/2010/main" val="24659763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8448C6-76DB-08F0-F22B-81A1B7A547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01BBBD-38DD-D443-E101-786FC37E3145}"/>
              </a:ext>
            </a:extLst>
          </p:cNvPr>
          <p:cNvSpPr>
            <a:spLocks noGrp="1"/>
          </p:cNvSpPr>
          <p:nvPr>
            <p:ph type="ctrTitle"/>
          </p:nvPr>
        </p:nvSpPr>
        <p:spPr/>
        <p:txBody>
          <a:bodyPr/>
          <a:lstStyle/>
          <a:p>
            <a:endParaRPr lang="en-HK"/>
          </a:p>
        </p:txBody>
      </p:sp>
      <p:sp>
        <p:nvSpPr>
          <p:cNvPr id="3" name="Subtitle 2">
            <a:extLst>
              <a:ext uri="{FF2B5EF4-FFF2-40B4-BE49-F238E27FC236}">
                <a16:creationId xmlns:a16="http://schemas.microsoft.com/office/drawing/2014/main" id="{6A51EB9B-6C49-4CDA-318B-28DB5D1F16DE}"/>
              </a:ext>
            </a:extLst>
          </p:cNvPr>
          <p:cNvSpPr>
            <a:spLocks noGrp="1"/>
          </p:cNvSpPr>
          <p:nvPr>
            <p:ph type="subTitle" idx="1"/>
          </p:nvPr>
        </p:nvSpPr>
        <p:spPr/>
        <p:txBody>
          <a:bodyPr/>
          <a:lstStyle/>
          <a:p>
            <a:endParaRPr lang="en-HK"/>
          </a:p>
        </p:txBody>
      </p:sp>
      <p:pic>
        <p:nvPicPr>
          <p:cNvPr id="7" name="Picture 6">
            <a:extLst>
              <a:ext uri="{FF2B5EF4-FFF2-40B4-BE49-F238E27FC236}">
                <a16:creationId xmlns:a16="http://schemas.microsoft.com/office/drawing/2014/main" id="{2FBD7BA5-F9A5-5A67-FA91-C922AF03BCCB}"/>
              </a:ext>
            </a:extLst>
          </p:cNvPr>
          <p:cNvPicPr>
            <a:picLocks noChangeAspect="1"/>
          </p:cNvPicPr>
          <p:nvPr/>
        </p:nvPicPr>
        <p:blipFill>
          <a:blip r:embed="rId2">
            <a:extLst>
              <a:ext uri="{28A0092B-C50C-407E-A947-70E740481C1C}">
                <a14:useLocalDpi xmlns:a14="http://schemas.microsoft.com/office/drawing/2010/main" val="0"/>
              </a:ext>
            </a:extLst>
          </a:blip>
          <a:srcRect b="25000"/>
          <a:stretch>
            <a:fillRect/>
          </a:stretch>
        </p:blipFill>
        <p:spPr>
          <a:xfrm>
            <a:off x="-1" y="1"/>
            <a:ext cx="9144001" cy="6858000"/>
          </a:xfrm>
          <a:prstGeom prst="rect">
            <a:avLst/>
          </a:prstGeom>
        </p:spPr>
      </p:pic>
      <p:sp>
        <p:nvSpPr>
          <p:cNvPr id="8" name="Rectangle: Rounded Corners 7">
            <a:extLst>
              <a:ext uri="{FF2B5EF4-FFF2-40B4-BE49-F238E27FC236}">
                <a16:creationId xmlns:a16="http://schemas.microsoft.com/office/drawing/2014/main" id="{B29CF5FF-3D6D-9D1D-D8C8-3F789E3A0ACD}"/>
              </a:ext>
            </a:extLst>
          </p:cNvPr>
          <p:cNvSpPr/>
          <p:nvPr/>
        </p:nvSpPr>
        <p:spPr>
          <a:xfrm>
            <a:off x="220715" y="1109893"/>
            <a:ext cx="5097721" cy="5524237"/>
          </a:xfrm>
          <a:prstGeom prst="roundRect">
            <a:avLst>
              <a:gd name="adj" fmla="val 2712"/>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just" hangingPunct="0"/>
            <a:r>
              <a:rPr lang="zh-TW" altLang="en-US" sz="3600" dirty="0">
                <a:solidFill>
                  <a:schemeClr val="dk1"/>
                </a:solidFill>
                <a:latin typeface="KaiTi"/>
                <a:ea typeface="KaiTi"/>
                <a:cs typeface="KaiTi" panose="02010609060101010101" charset="-122"/>
                <a:sym typeface="KaiTi" panose="02010609060101010101" charset="-122"/>
              </a:rPr>
              <a:t>（捶胸）</a:t>
            </a:r>
            <a:r>
              <a:rPr lang="zh-TW" altLang="en-US" sz="4800" b="1" dirty="0">
                <a:solidFill>
                  <a:schemeClr val="dk1"/>
                </a:solidFill>
                <a:latin typeface="KaiTi"/>
                <a:ea typeface="KaiTi"/>
                <a:cs typeface="KaiTi" panose="02010609060101010101" charset="-122"/>
                <a:sym typeface="KaiTi" panose="02010609060101010101" charset="-122"/>
              </a:rPr>
              <a:t>我罪、我罪、我的重罪。</a:t>
            </a:r>
            <a:endParaRPr lang="en-US" altLang="zh-CN" sz="4800" b="1" dirty="0">
              <a:solidFill>
                <a:schemeClr val="dk1"/>
              </a:solidFill>
              <a:latin typeface="KaiTi"/>
              <a:ea typeface="KaiTi"/>
            </a:endParaRPr>
          </a:p>
          <a:p>
            <a:pPr algn="just" hangingPunct="0"/>
            <a:endParaRPr lang="en-HK" sz="4800" dirty="0">
              <a:solidFill>
                <a:srgbClr val="282120"/>
              </a:solidFill>
            </a:endParaRPr>
          </a:p>
        </p:txBody>
      </p:sp>
      <p:sp>
        <p:nvSpPr>
          <p:cNvPr id="9" name="Rectangle: Rounded Corners 8">
            <a:extLst>
              <a:ext uri="{FF2B5EF4-FFF2-40B4-BE49-F238E27FC236}">
                <a16:creationId xmlns:a16="http://schemas.microsoft.com/office/drawing/2014/main" id="{AD5DA677-9A11-4451-E539-BB5F371DE8E4}"/>
              </a:ext>
            </a:extLst>
          </p:cNvPr>
          <p:cNvSpPr/>
          <p:nvPr/>
        </p:nvSpPr>
        <p:spPr>
          <a:xfrm>
            <a:off x="5539152" y="1109893"/>
            <a:ext cx="3384131" cy="5524236"/>
          </a:xfrm>
          <a:prstGeom prst="roundRect">
            <a:avLst>
              <a:gd name="adj" fmla="val 2712"/>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t"/>
          <a:lstStyle/>
          <a:p>
            <a:pPr marL="0" marR="0" lvl="0" indent="0" algn="just" defTabSz="457200" rtl="0" eaLnBrk="1" fontAlgn="auto" latinLnBrk="0" hangingPunct="1">
              <a:lnSpc>
                <a:spcPct val="100000"/>
              </a:lnSpc>
              <a:spcBef>
                <a:spcPts val="0"/>
              </a:spcBef>
              <a:spcAft>
                <a:spcPts val="0"/>
              </a:spcAft>
              <a:buClrTx/>
              <a:buSzTx/>
              <a:buFontTx/>
              <a:buNone/>
              <a:tabLst/>
              <a:defRPr/>
            </a:pPr>
            <a:r>
              <a:rPr kumimoji="0" lang="en-HK" sz="2000" b="1" i="0" u="none" strike="noStrike" kern="1200" cap="none" spc="0" normalizeH="0" baseline="0" noProof="0" dirty="0">
                <a:ln>
                  <a:noFill/>
                </a:ln>
                <a:solidFill>
                  <a:schemeClr val="tx1"/>
                </a:solidFill>
                <a:effectLst/>
                <a:uLnTx/>
                <a:uFillTx/>
                <a:latin typeface="EB Garamond"/>
                <a:ea typeface="DFKai-SB"/>
                <a:cs typeface="+mn-cs"/>
              </a:rPr>
              <a:t>(striking breast) </a:t>
            </a:r>
            <a:r>
              <a:rPr kumimoji="0" lang="en-HK" sz="2800" b="1" i="0" u="none" strike="noStrike" kern="1200" cap="none" spc="0" normalizeH="0" baseline="0" noProof="0" dirty="0">
                <a:ln>
                  <a:noFill/>
                </a:ln>
                <a:solidFill>
                  <a:schemeClr val="tx1"/>
                </a:solidFill>
                <a:effectLst/>
                <a:uLnTx/>
                <a:uFillTx/>
                <a:latin typeface="EB Garamond"/>
                <a:ea typeface="DFKai-SB"/>
                <a:cs typeface="+mn-cs"/>
              </a:rPr>
              <a:t>through my fault, through my fault, through my most grievous fault; </a:t>
            </a:r>
          </a:p>
        </p:txBody>
      </p:sp>
      <p:sp>
        <p:nvSpPr>
          <p:cNvPr id="10" name="Rectangle: Rounded Corners 9">
            <a:extLst>
              <a:ext uri="{FF2B5EF4-FFF2-40B4-BE49-F238E27FC236}">
                <a16:creationId xmlns:a16="http://schemas.microsoft.com/office/drawing/2014/main" id="{A10C92AA-C189-972E-41D3-E4846B08F776}"/>
              </a:ext>
            </a:extLst>
          </p:cNvPr>
          <p:cNvSpPr/>
          <p:nvPr/>
        </p:nvSpPr>
        <p:spPr>
          <a:xfrm>
            <a:off x="220717" y="168142"/>
            <a:ext cx="8702566" cy="790401"/>
          </a:xfrm>
          <a:prstGeom prst="roundRect">
            <a:avLst>
              <a:gd name="adj" fmla="val 11488"/>
            </a:avLst>
          </a:prstGeom>
          <a:solidFill>
            <a:srgbClr val="5572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3600" b="1" dirty="0">
                <a:solidFill>
                  <a:schemeClr val="bg1"/>
                </a:solidFill>
              </a:rPr>
              <a:t>忏悔礼　</a:t>
            </a:r>
            <a:r>
              <a:rPr lang="en-US" altLang="zh-TW" sz="3600" b="1" dirty="0">
                <a:solidFill>
                  <a:schemeClr val="bg1"/>
                </a:solidFill>
              </a:rPr>
              <a:t>Penitential Rite</a:t>
            </a:r>
            <a:r>
              <a:rPr lang="zh-TW" altLang="en-US" sz="3600" b="1" dirty="0">
                <a:solidFill>
                  <a:schemeClr val="bg1"/>
                </a:solidFill>
              </a:rPr>
              <a:t>　</a:t>
            </a:r>
          </a:p>
        </p:txBody>
      </p:sp>
    </p:spTree>
    <p:extLst>
      <p:ext uri="{BB962C8B-B14F-4D97-AF65-F5344CB8AC3E}">
        <p14:creationId xmlns:p14="http://schemas.microsoft.com/office/powerpoint/2010/main" val="14111071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8E1CEE-093A-786A-F82C-B81E1FB275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72C921-7AE3-79E1-5666-EDF591B2D369}"/>
              </a:ext>
            </a:extLst>
          </p:cNvPr>
          <p:cNvSpPr>
            <a:spLocks noGrp="1"/>
          </p:cNvSpPr>
          <p:nvPr>
            <p:ph type="ctrTitle"/>
          </p:nvPr>
        </p:nvSpPr>
        <p:spPr/>
        <p:txBody>
          <a:bodyPr/>
          <a:lstStyle/>
          <a:p>
            <a:endParaRPr lang="en-HK"/>
          </a:p>
        </p:txBody>
      </p:sp>
      <p:sp>
        <p:nvSpPr>
          <p:cNvPr id="3" name="Subtitle 2">
            <a:extLst>
              <a:ext uri="{FF2B5EF4-FFF2-40B4-BE49-F238E27FC236}">
                <a16:creationId xmlns:a16="http://schemas.microsoft.com/office/drawing/2014/main" id="{8B93CE62-1CCB-0728-ACC9-CA50DB12AEFC}"/>
              </a:ext>
            </a:extLst>
          </p:cNvPr>
          <p:cNvSpPr>
            <a:spLocks noGrp="1"/>
          </p:cNvSpPr>
          <p:nvPr>
            <p:ph type="subTitle" idx="1"/>
          </p:nvPr>
        </p:nvSpPr>
        <p:spPr/>
        <p:txBody>
          <a:bodyPr/>
          <a:lstStyle/>
          <a:p>
            <a:endParaRPr lang="en-HK"/>
          </a:p>
        </p:txBody>
      </p:sp>
      <p:pic>
        <p:nvPicPr>
          <p:cNvPr id="7" name="Picture 6">
            <a:extLst>
              <a:ext uri="{FF2B5EF4-FFF2-40B4-BE49-F238E27FC236}">
                <a16:creationId xmlns:a16="http://schemas.microsoft.com/office/drawing/2014/main" id="{1B3B4A82-A592-EDE4-3301-D459C741A8C3}"/>
              </a:ext>
            </a:extLst>
          </p:cNvPr>
          <p:cNvPicPr>
            <a:picLocks noChangeAspect="1"/>
          </p:cNvPicPr>
          <p:nvPr/>
        </p:nvPicPr>
        <p:blipFill>
          <a:blip r:embed="rId2">
            <a:extLst>
              <a:ext uri="{28A0092B-C50C-407E-A947-70E740481C1C}">
                <a14:useLocalDpi xmlns:a14="http://schemas.microsoft.com/office/drawing/2010/main" val="0"/>
              </a:ext>
            </a:extLst>
          </a:blip>
          <a:srcRect b="25000"/>
          <a:stretch>
            <a:fillRect/>
          </a:stretch>
        </p:blipFill>
        <p:spPr>
          <a:xfrm>
            <a:off x="-1" y="1"/>
            <a:ext cx="9144001" cy="6858000"/>
          </a:xfrm>
          <a:prstGeom prst="rect">
            <a:avLst/>
          </a:prstGeom>
        </p:spPr>
      </p:pic>
      <p:sp>
        <p:nvSpPr>
          <p:cNvPr id="8" name="Rectangle: Rounded Corners 7">
            <a:extLst>
              <a:ext uri="{FF2B5EF4-FFF2-40B4-BE49-F238E27FC236}">
                <a16:creationId xmlns:a16="http://schemas.microsoft.com/office/drawing/2014/main" id="{CC03917D-1F57-F106-6457-E022C703BFAE}"/>
              </a:ext>
            </a:extLst>
          </p:cNvPr>
          <p:cNvSpPr/>
          <p:nvPr/>
        </p:nvSpPr>
        <p:spPr>
          <a:xfrm>
            <a:off x="220715" y="1109893"/>
            <a:ext cx="5097721" cy="5524237"/>
          </a:xfrm>
          <a:prstGeom prst="roundRect">
            <a:avLst>
              <a:gd name="adj" fmla="val 2712"/>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just" hangingPunct="0"/>
            <a:r>
              <a:rPr lang="zh-CN" altLang="en-US" sz="4800" b="1" dirty="0">
                <a:solidFill>
                  <a:srgbClr val="282120"/>
                </a:solidFill>
              </a:rPr>
              <a:t>为此，恳请终身童贞圣母玛利亚、天使、圣人、和你们各位教友</a:t>
            </a:r>
            <a:r>
              <a:rPr lang="zh-TW" altLang="en-US" sz="4800" b="1" dirty="0">
                <a:solidFill>
                  <a:srgbClr val="282120"/>
                </a:solidFill>
              </a:rPr>
              <a:t>，</a:t>
            </a:r>
            <a:r>
              <a:rPr lang="zh-CN" altLang="en-US" sz="4800" b="1" dirty="0">
                <a:solidFill>
                  <a:srgbClr val="282120"/>
                </a:solidFill>
              </a:rPr>
              <a:t>为我祈求上主</a:t>
            </a:r>
            <a:r>
              <a:rPr lang="zh-TW" altLang="en-US" sz="4800" b="1" dirty="0">
                <a:solidFill>
                  <a:srgbClr val="282120"/>
                </a:solidFill>
              </a:rPr>
              <a:t>，</a:t>
            </a:r>
            <a:r>
              <a:rPr lang="zh-CN" altLang="en-US" sz="4800" b="1" dirty="0">
                <a:solidFill>
                  <a:srgbClr val="282120"/>
                </a:solidFill>
              </a:rPr>
              <a:t>我们的天主。</a:t>
            </a:r>
            <a:r>
              <a:rPr lang="zh-CN" altLang="en-US" sz="4800" dirty="0">
                <a:solidFill>
                  <a:srgbClr val="282120"/>
                </a:solidFill>
              </a:rPr>
              <a:t> </a:t>
            </a:r>
          </a:p>
        </p:txBody>
      </p:sp>
      <p:sp>
        <p:nvSpPr>
          <p:cNvPr id="9" name="Rectangle: Rounded Corners 8">
            <a:extLst>
              <a:ext uri="{FF2B5EF4-FFF2-40B4-BE49-F238E27FC236}">
                <a16:creationId xmlns:a16="http://schemas.microsoft.com/office/drawing/2014/main" id="{3DDF8E2E-C0EC-C3BF-1442-B4D485BA3FAC}"/>
              </a:ext>
            </a:extLst>
          </p:cNvPr>
          <p:cNvSpPr/>
          <p:nvPr/>
        </p:nvSpPr>
        <p:spPr>
          <a:xfrm>
            <a:off x="5539152" y="1109893"/>
            <a:ext cx="3384131" cy="5524236"/>
          </a:xfrm>
          <a:prstGeom prst="roundRect">
            <a:avLst>
              <a:gd name="adj" fmla="val 2712"/>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t"/>
          <a:lstStyle/>
          <a:p>
            <a:pPr marL="0" marR="0" lvl="0" indent="0" algn="just" defTabSz="457200" rtl="0" eaLnBrk="1" fontAlgn="auto" latinLnBrk="0" hangingPunct="1">
              <a:lnSpc>
                <a:spcPct val="100000"/>
              </a:lnSpc>
              <a:spcBef>
                <a:spcPts val="0"/>
              </a:spcBef>
              <a:spcAft>
                <a:spcPts val="0"/>
              </a:spcAft>
              <a:buClrTx/>
              <a:buSzTx/>
              <a:buFontTx/>
              <a:buNone/>
              <a:tabLst/>
              <a:defRPr/>
            </a:pPr>
            <a:r>
              <a:rPr kumimoji="0" lang="en-HK" sz="2800" b="1" i="0" u="none" strike="noStrike" kern="1200" cap="none" spc="0" normalizeH="0" baseline="0" noProof="0" dirty="0">
                <a:ln>
                  <a:noFill/>
                </a:ln>
                <a:solidFill>
                  <a:schemeClr val="tx1"/>
                </a:solidFill>
                <a:effectLst/>
                <a:uLnTx/>
                <a:uFillTx/>
                <a:latin typeface="EB Garamond"/>
                <a:ea typeface="DFKai-SB"/>
                <a:cs typeface="+mn-cs"/>
              </a:rPr>
              <a:t>therefore I ask blessed Mary ever-Virgin, all the Angels and Saints, and you, my brothers and sisters, to pray for me to the Lord our God.</a:t>
            </a:r>
          </a:p>
        </p:txBody>
      </p:sp>
      <p:sp>
        <p:nvSpPr>
          <p:cNvPr id="10" name="Rectangle: Rounded Corners 9">
            <a:extLst>
              <a:ext uri="{FF2B5EF4-FFF2-40B4-BE49-F238E27FC236}">
                <a16:creationId xmlns:a16="http://schemas.microsoft.com/office/drawing/2014/main" id="{A0494D37-4DA9-BF06-7032-5CE1C7FC99DC}"/>
              </a:ext>
            </a:extLst>
          </p:cNvPr>
          <p:cNvSpPr/>
          <p:nvPr/>
        </p:nvSpPr>
        <p:spPr>
          <a:xfrm>
            <a:off x="220717" y="168142"/>
            <a:ext cx="8702566" cy="790401"/>
          </a:xfrm>
          <a:prstGeom prst="roundRect">
            <a:avLst>
              <a:gd name="adj" fmla="val 11488"/>
            </a:avLst>
          </a:prstGeom>
          <a:solidFill>
            <a:srgbClr val="5572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3600" b="1" dirty="0">
                <a:solidFill>
                  <a:schemeClr val="bg1"/>
                </a:solidFill>
              </a:rPr>
              <a:t>忏悔礼　</a:t>
            </a:r>
            <a:r>
              <a:rPr lang="en-US" altLang="zh-TW" sz="3600" b="1" dirty="0">
                <a:solidFill>
                  <a:schemeClr val="bg1"/>
                </a:solidFill>
              </a:rPr>
              <a:t>Penitential Rite</a:t>
            </a:r>
            <a:r>
              <a:rPr lang="zh-TW" altLang="en-US" sz="3600" b="1" dirty="0">
                <a:solidFill>
                  <a:schemeClr val="bg1"/>
                </a:solidFill>
              </a:rPr>
              <a:t>　</a:t>
            </a:r>
          </a:p>
        </p:txBody>
      </p:sp>
    </p:spTree>
    <p:extLst>
      <p:ext uri="{BB962C8B-B14F-4D97-AF65-F5344CB8AC3E}">
        <p14:creationId xmlns:p14="http://schemas.microsoft.com/office/powerpoint/2010/main" val="14579591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FD3D55-92FD-9D7F-81C5-3AF9CFF063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9962E6-599E-B3B9-BEFD-1A3BEADD7691}"/>
              </a:ext>
            </a:extLst>
          </p:cNvPr>
          <p:cNvSpPr>
            <a:spLocks noGrp="1"/>
          </p:cNvSpPr>
          <p:nvPr>
            <p:ph type="ctrTitle"/>
          </p:nvPr>
        </p:nvSpPr>
        <p:spPr/>
        <p:txBody>
          <a:bodyPr/>
          <a:lstStyle/>
          <a:p>
            <a:endParaRPr lang="en-HK"/>
          </a:p>
        </p:txBody>
      </p:sp>
      <p:sp>
        <p:nvSpPr>
          <p:cNvPr id="3" name="Subtitle 2">
            <a:extLst>
              <a:ext uri="{FF2B5EF4-FFF2-40B4-BE49-F238E27FC236}">
                <a16:creationId xmlns:a16="http://schemas.microsoft.com/office/drawing/2014/main" id="{90611BA1-179C-2CD4-AECC-66889CB6342E}"/>
              </a:ext>
            </a:extLst>
          </p:cNvPr>
          <p:cNvSpPr>
            <a:spLocks noGrp="1"/>
          </p:cNvSpPr>
          <p:nvPr>
            <p:ph type="subTitle" idx="1"/>
          </p:nvPr>
        </p:nvSpPr>
        <p:spPr/>
        <p:txBody>
          <a:bodyPr/>
          <a:lstStyle/>
          <a:p>
            <a:endParaRPr lang="en-HK"/>
          </a:p>
        </p:txBody>
      </p:sp>
      <p:pic>
        <p:nvPicPr>
          <p:cNvPr id="7" name="Picture 6">
            <a:extLst>
              <a:ext uri="{FF2B5EF4-FFF2-40B4-BE49-F238E27FC236}">
                <a16:creationId xmlns:a16="http://schemas.microsoft.com/office/drawing/2014/main" id="{F471453B-EE96-6049-547B-1B391E0FB796}"/>
              </a:ext>
            </a:extLst>
          </p:cNvPr>
          <p:cNvPicPr>
            <a:picLocks noChangeAspect="1"/>
          </p:cNvPicPr>
          <p:nvPr/>
        </p:nvPicPr>
        <p:blipFill>
          <a:blip r:embed="rId2">
            <a:extLst>
              <a:ext uri="{28A0092B-C50C-407E-A947-70E740481C1C}">
                <a14:useLocalDpi xmlns:a14="http://schemas.microsoft.com/office/drawing/2010/main" val="0"/>
              </a:ext>
            </a:extLst>
          </a:blip>
          <a:srcRect b="25000"/>
          <a:stretch>
            <a:fillRect/>
          </a:stretch>
        </p:blipFill>
        <p:spPr>
          <a:xfrm>
            <a:off x="-1" y="1"/>
            <a:ext cx="9144001" cy="6858000"/>
          </a:xfrm>
          <a:prstGeom prst="rect">
            <a:avLst/>
          </a:prstGeom>
        </p:spPr>
      </p:pic>
      <p:sp>
        <p:nvSpPr>
          <p:cNvPr id="8" name="Rectangle: Rounded Corners 7">
            <a:extLst>
              <a:ext uri="{FF2B5EF4-FFF2-40B4-BE49-F238E27FC236}">
                <a16:creationId xmlns:a16="http://schemas.microsoft.com/office/drawing/2014/main" id="{D4D81639-E616-A27F-888E-A1C343A2CEFB}"/>
              </a:ext>
            </a:extLst>
          </p:cNvPr>
          <p:cNvSpPr/>
          <p:nvPr/>
        </p:nvSpPr>
        <p:spPr>
          <a:xfrm>
            <a:off x="220715" y="1109893"/>
            <a:ext cx="5097721" cy="5524237"/>
          </a:xfrm>
          <a:prstGeom prst="roundRect">
            <a:avLst>
              <a:gd name="adj" fmla="val 2712"/>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just"/>
            <a:r>
              <a:rPr lang="zh-CN" altLang="en-US" sz="4800" dirty="0">
                <a:solidFill>
                  <a:schemeClr val="dk1"/>
                </a:solidFill>
                <a:latin typeface="KaiTi"/>
                <a:ea typeface="KaiTi"/>
                <a:cs typeface="KaiTi" panose="02010609060101010101" charset="-122"/>
                <a:sym typeface="KaiTi" panose="02010609060101010101" charset="-122"/>
              </a:rPr>
              <a:t>愿全能的天主垂怜我们</a:t>
            </a:r>
            <a:r>
              <a:rPr lang="en-US" altLang="zh-CN" sz="4800" dirty="0">
                <a:solidFill>
                  <a:schemeClr val="dk1"/>
                </a:solidFill>
                <a:latin typeface="KaiTi"/>
                <a:ea typeface="KaiTi"/>
                <a:cs typeface="KaiTi" panose="02010609060101010101" charset="-122"/>
                <a:sym typeface="KaiTi" panose="02010609060101010101" charset="-122"/>
              </a:rPr>
              <a:t>, </a:t>
            </a:r>
            <a:r>
              <a:rPr lang="zh-CN" altLang="en-US" sz="4800" dirty="0">
                <a:solidFill>
                  <a:schemeClr val="dk1"/>
                </a:solidFill>
                <a:latin typeface="KaiTi"/>
                <a:ea typeface="KaiTi"/>
                <a:cs typeface="KaiTi" panose="02010609060101010101" charset="-122"/>
                <a:sym typeface="KaiTi" panose="02010609060101010101" charset="-122"/>
              </a:rPr>
              <a:t>赦免我们的罪</a:t>
            </a:r>
            <a:r>
              <a:rPr lang="en-US" altLang="zh-CN" sz="4800" dirty="0">
                <a:solidFill>
                  <a:schemeClr val="dk1"/>
                </a:solidFill>
                <a:latin typeface="KaiTi"/>
                <a:ea typeface="KaiTi"/>
                <a:cs typeface="KaiTi" panose="02010609060101010101" charset="-122"/>
                <a:sym typeface="KaiTi" panose="02010609060101010101" charset="-122"/>
              </a:rPr>
              <a:t>, </a:t>
            </a:r>
            <a:r>
              <a:rPr lang="zh-CN" altLang="en-US" sz="4800" dirty="0">
                <a:solidFill>
                  <a:schemeClr val="dk1"/>
                </a:solidFill>
                <a:latin typeface="KaiTi"/>
                <a:ea typeface="KaiTi"/>
                <a:cs typeface="KaiTi" panose="02010609060101010101" charset="-122"/>
                <a:sym typeface="KaiTi" panose="02010609060101010101" charset="-122"/>
              </a:rPr>
              <a:t>使我们得到永生。</a:t>
            </a:r>
            <a:endParaRPr lang="en-US" altLang="zh-CN" sz="4800" dirty="0">
              <a:solidFill>
                <a:schemeClr val="dk1"/>
              </a:solidFill>
              <a:latin typeface="KaiTi"/>
              <a:ea typeface="KaiTi"/>
            </a:endParaRPr>
          </a:p>
          <a:p>
            <a:pPr algn="just"/>
            <a:endParaRPr lang="en-HK" sz="4800" dirty="0">
              <a:solidFill>
                <a:srgbClr val="282120"/>
              </a:solidFill>
            </a:endParaRPr>
          </a:p>
          <a:p>
            <a:pPr algn="just"/>
            <a:r>
              <a:rPr lang="zh-TW" altLang="en-US" sz="4800" b="1" dirty="0">
                <a:solidFill>
                  <a:srgbClr val="282120"/>
                </a:solidFill>
              </a:rPr>
              <a:t>答：阿们。</a:t>
            </a:r>
            <a:endParaRPr lang="en-HK" sz="4800" b="1" dirty="0">
              <a:solidFill>
                <a:srgbClr val="282120"/>
              </a:solidFill>
            </a:endParaRPr>
          </a:p>
          <a:p>
            <a:pPr algn="just"/>
            <a:endParaRPr lang="en-HK" sz="4800" dirty="0">
              <a:solidFill>
                <a:srgbClr val="282120"/>
              </a:solidFill>
            </a:endParaRPr>
          </a:p>
        </p:txBody>
      </p:sp>
      <p:sp>
        <p:nvSpPr>
          <p:cNvPr id="9" name="Rectangle: Rounded Corners 8">
            <a:extLst>
              <a:ext uri="{FF2B5EF4-FFF2-40B4-BE49-F238E27FC236}">
                <a16:creationId xmlns:a16="http://schemas.microsoft.com/office/drawing/2014/main" id="{1B11E5EA-E4CB-8D8C-9F48-84A9DA0D454D}"/>
              </a:ext>
            </a:extLst>
          </p:cNvPr>
          <p:cNvSpPr/>
          <p:nvPr/>
        </p:nvSpPr>
        <p:spPr>
          <a:xfrm>
            <a:off x="5539152" y="1109893"/>
            <a:ext cx="3384131" cy="5524236"/>
          </a:xfrm>
          <a:prstGeom prst="roundRect">
            <a:avLst>
              <a:gd name="adj" fmla="val 2712"/>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t"/>
          <a:lstStyle/>
          <a:p>
            <a:pPr marL="0" marR="0" lvl="0" indent="0" algn="just" defTabSz="457200" rtl="0" eaLnBrk="1" fontAlgn="auto" latinLnBrk="0" hangingPunct="1">
              <a:lnSpc>
                <a:spcPct val="100000"/>
              </a:lnSpc>
              <a:spcBef>
                <a:spcPts val="0"/>
              </a:spcBef>
              <a:spcAft>
                <a:spcPts val="0"/>
              </a:spcAft>
              <a:buClrTx/>
              <a:buSzTx/>
              <a:buFontTx/>
              <a:buNone/>
              <a:tabLst/>
              <a:defRPr/>
            </a:pPr>
            <a:r>
              <a:rPr kumimoji="0" lang="en-HK" sz="2800" i="0" u="none" strike="noStrike" kern="1200" cap="none" spc="0" normalizeH="0" baseline="0" noProof="0" dirty="0">
                <a:ln>
                  <a:noFill/>
                </a:ln>
                <a:solidFill>
                  <a:schemeClr val="tx1"/>
                </a:solidFill>
                <a:effectLst/>
                <a:uLnTx/>
                <a:uFillTx/>
                <a:latin typeface="EB Garamond"/>
                <a:ea typeface="DFKai-SB"/>
                <a:cs typeface="+mn-cs"/>
              </a:rPr>
              <a:t>May almighty God have mercy on us, forgive us our sins, and bring us to everlasting life. </a:t>
            </a:r>
          </a:p>
          <a:p>
            <a:pPr marL="0" marR="0" lvl="0" indent="0" algn="just" defTabSz="457200" rtl="0" eaLnBrk="1" fontAlgn="auto" latinLnBrk="0" hangingPunct="1">
              <a:lnSpc>
                <a:spcPct val="100000"/>
              </a:lnSpc>
              <a:spcBef>
                <a:spcPts val="0"/>
              </a:spcBef>
              <a:spcAft>
                <a:spcPts val="0"/>
              </a:spcAft>
              <a:buClrTx/>
              <a:buSzTx/>
              <a:buFontTx/>
              <a:buNone/>
              <a:tabLst/>
              <a:defRPr/>
            </a:pPr>
            <a:endParaRPr kumimoji="0" lang="en-HK" sz="2800" i="0" u="none" strike="noStrike" kern="1200" cap="none" spc="0" normalizeH="0" baseline="0" noProof="0" dirty="0">
              <a:ln>
                <a:noFill/>
              </a:ln>
              <a:solidFill>
                <a:schemeClr val="tx1"/>
              </a:solidFill>
              <a:effectLst/>
              <a:uLnTx/>
              <a:uFillTx/>
              <a:latin typeface="EB Garamond"/>
              <a:ea typeface="DFKai-SB"/>
              <a:cs typeface="+mn-cs"/>
            </a:endParaRPr>
          </a:p>
          <a:p>
            <a:pPr marL="0" marR="0" lvl="0" indent="0" algn="just" defTabSz="457200" rtl="0" eaLnBrk="1" fontAlgn="auto" latinLnBrk="0" hangingPunct="1">
              <a:lnSpc>
                <a:spcPct val="100000"/>
              </a:lnSpc>
              <a:spcBef>
                <a:spcPts val="0"/>
              </a:spcBef>
              <a:spcAft>
                <a:spcPts val="0"/>
              </a:spcAft>
              <a:buClrTx/>
              <a:buSzTx/>
              <a:buFontTx/>
              <a:buNone/>
              <a:tabLst/>
              <a:defRPr/>
            </a:pPr>
            <a:endParaRPr kumimoji="0" lang="en-HK" sz="2800" b="1" i="0" u="none" strike="noStrike" kern="1200" cap="none" spc="0" normalizeH="0" baseline="0" noProof="0" dirty="0">
              <a:ln>
                <a:noFill/>
              </a:ln>
              <a:solidFill>
                <a:schemeClr val="tx1"/>
              </a:solidFill>
              <a:effectLst/>
              <a:uLnTx/>
              <a:uFillTx/>
              <a:latin typeface="EB Garamond"/>
              <a:ea typeface="DFKai-SB"/>
              <a:cs typeface="+mn-cs"/>
            </a:endParaRPr>
          </a:p>
          <a:p>
            <a:pPr marL="0" marR="0" lvl="0" indent="0" algn="just" defTabSz="457200" rtl="0" eaLnBrk="1" fontAlgn="auto" latinLnBrk="0" hangingPunct="1">
              <a:lnSpc>
                <a:spcPct val="100000"/>
              </a:lnSpc>
              <a:spcBef>
                <a:spcPts val="0"/>
              </a:spcBef>
              <a:spcAft>
                <a:spcPts val="0"/>
              </a:spcAft>
              <a:buClrTx/>
              <a:buSzTx/>
              <a:buFontTx/>
              <a:buNone/>
              <a:tabLst/>
              <a:defRPr/>
            </a:pPr>
            <a:r>
              <a:rPr kumimoji="0" lang="en-HK" sz="2800" b="1" i="0" u="none" strike="noStrike" kern="1200" cap="none" spc="0" normalizeH="0" baseline="0" noProof="0" dirty="0">
                <a:ln>
                  <a:noFill/>
                </a:ln>
                <a:solidFill>
                  <a:schemeClr val="tx1"/>
                </a:solidFill>
                <a:effectLst/>
                <a:uLnTx/>
                <a:uFillTx/>
                <a:latin typeface="EB Garamond"/>
                <a:ea typeface="DFKai-SB"/>
                <a:cs typeface="+mn-cs"/>
              </a:rPr>
              <a:t>R. Amen.</a:t>
            </a:r>
          </a:p>
          <a:p>
            <a:pPr marL="0" marR="0" lvl="0" indent="0" algn="just" defTabSz="457200" rtl="0" eaLnBrk="1" fontAlgn="auto" latinLnBrk="0" hangingPunct="1">
              <a:lnSpc>
                <a:spcPct val="100000"/>
              </a:lnSpc>
              <a:spcBef>
                <a:spcPts val="0"/>
              </a:spcBef>
              <a:spcAft>
                <a:spcPts val="0"/>
              </a:spcAft>
              <a:buClrTx/>
              <a:buSzTx/>
              <a:buFontTx/>
              <a:buNone/>
              <a:tabLst/>
              <a:defRPr/>
            </a:pPr>
            <a:endParaRPr kumimoji="0" lang="en-HK" sz="2800" b="1" i="0" u="none" strike="noStrike" kern="1200" cap="none" spc="0" normalizeH="0" baseline="0" noProof="0" dirty="0">
              <a:ln>
                <a:noFill/>
              </a:ln>
              <a:solidFill>
                <a:schemeClr val="tx1"/>
              </a:solidFill>
              <a:effectLst/>
              <a:uLnTx/>
              <a:uFillTx/>
              <a:latin typeface="EB Garamond"/>
              <a:ea typeface="DFKai-SB"/>
              <a:cs typeface="+mn-cs"/>
            </a:endParaRPr>
          </a:p>
        </p:txBody>
      </p:sp>
      <p:sp>
        <p:nvSpPr>
          <p:cNvPr id="10" name="Rectangle: Rounded Corners 9">
            <a:extLst>
              <a:ext uri="{FF2B5EF4-FFF2-40B4-BE49-F238E27FC236}">
                <a16:creationId xmlns:a16="http://schemas.microsoft.com/office/drawing/2014/main" id="{E1F4B524-1D24-1B88-F043-FAA12A19C89E}"/>
              </a:ext>
            </a:extLst>
          </p:cNvPr>
          <p:cNvSpPr/>
          <p:nvPr/>
        </p:nvSpPr>
        <p:spPr>
          <a:xfrm>
            <a:off x="220717" y="168142"/>
            <a:ext cx="8702566" cy="790401"/>
          </a:xfrm>
          <a:prstGeom prst="roundRect">
            <a:avLst>
              <a:gd name="adj" fmla="val 11488"/>
            </a:avLst>
          </a:prstGeom>
          <a:solidFill>
            <a:srgbClr val="5572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3600" b="1" dirty="0">
                <a:solidFill>
                  <a:schemeClr val="bg1"/>
                </a:solidFill>
              </a:rPr>
              <a:t>忏悔礼　</a:t>
            </a:r>
            <a:r>
              <a:rPr lang="en-US" altLang="zh-TW" sz="3600" b="1" dirty="0">
                <a:solidFill>
                  <a:schemeClr val="bg1"/>
                </a:solidFill>
              </a:rPr>
              <a:t>Penitential Rite</a:t>
            </a:r>
            <a:r>
              <a:rPr lang="zh-TW" altLang="en-US" sz="3600" b="1" dirty="0">
                <a:solidFill>
                  <a:schemeClr val="bg1"/>
                </a:solidFill>
              </a:rPr>
              <a:t>　</a:t>
            </a:r>
          </a:p>
        </p:txBody>
      </p:sp>
    </p:spTree>
    <p:extLst>
      <p:ext uri="{BB962C8B-B14F-4D97-AF65-F5344CB8AC3E}">
        <p14:creationId xmlns:p14="http://schemas.microsoft.com/office/powerpoint/2010/main" val="3821965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C58303-3CB3-24B9-5A68-2B74B23FE008}"/>
              </a:ext>
            </a:extLst>
          </p:cNvPr>
          <p:cNvSpPr>
            <a:spLocks noGrp="1"/>
          </p:cNvSpPr>
          <p:nvPr>
            <p:ph type="title"/>
          </p:nvPr>
        </p:nvSpPr>
        <p:spPr/>
        <p:txBody>
          <a:bodyPr>
            <a:normAutofit fontScale="90000"/>
          </a:bodyPr>
          <a:lstStyle/>
          <a:p>
            <a:br>
              <a:rPr lang="en-AU" altLang="zh-TW" dirty="0"/>
            </a:br>
            <a:r>
              <a:rPr lang="zh-TW" altLang="en-US" dirty="0"/>
              <a:t>忏悔礼　</a:t>
            </a:r>
            <a:r>
              <a:rPr lang="en-AU" dirty="0"/>
              <a:t>Penitential Rite　</a:t>
            </a:r>
            <a:br>
              <a:rPr lang="en-AU" dirty="0"/>
            </a:br>
            <a:endParaRPr lang="en-AU" dirty="0"/>
          </a:p>
        </p:txBody>
      </p:sp>
      <p:sp>
        <p:nvSpPr>
          <p:cNvPr id="3" name="Content Placeholder 2">
            <a:extLst>
              <a:ext uri="{FF2B5EF4-FFF2-40B4-BE49-F238E27FC236}">
                <a16:creationId xmlns:a16="http://schemas.microsoft.com/office/drawing/2014/main" id="{9C25DE65-EE65-6036-A002-B9C7169E00C2}"/>
              </a:ext>
            </a:extLst>
          </p:cNvPr>
          <p:cNvSpPr>
            <a:spLocks noGrp="1"/>
          </p:cNvSpPr>
          <p:nvPr>
            <p:ph sz="half" idx="1"/>
          </p:nvPr>
        </p:nvSpPr>
        <p:spPr/>
        <p:txBody>
          <a:bodyPr/>
          <a:lstStyle/>
          <a:p>
            <a:pPr marL="0" indent="0">
              <a:buNone/>
            </a:pPr>
            <a:r>
              <a:rPr lang="zh-TW" altLang="en-US" b="1" dirty="0"/>
              <a:t>上主，求你垂怜。</a:t>
            </a:r>
          </a:p>
          <a:p>
            <a:endParaRPr lang="zh-TW" altLang="en-US" b="1" dirty="0"/>
          </a:p>
          <a:p>
            <a:pPr marL="0" indent="0">
              <a:buNone/>
            </a:pPr>
            <a:r>
              <a:rPr lang="zh-TW" altLang="en-US" b="1" dirty="0"/>
              <a:t>基督，求你垂怜。</a:t>
            </a:r>
          </a:p>
          <a:p>
            <a:endParaRPr lang="zh-TW" altLang="en-US" b="1" dirty="0"/>
          </a:p>
          <a:p>
            <a:pPr marL="0" indent="0">
              <a:buNone/>
            </a:pPr>
            <a:r>
              <a:rPr lang="zh-TW" altLang="en-US" b="1" dirty="0"/>
              <a:t>上主，求你垂怜</a:t>
            </a:r>
            <a:r>
              <a:rPr lang="zh-TW" altLang="en-US" dirty="0"/>
              <a:t>。</a:t>
            </a:r>
          </a:p>
          <a:p>
            <a:endParaRPr lang="en-AU" dirty="0"/>
          </a:p>
        </p:txBody>
      </p:sp>
      <p:sp>
        <p:nvSpPr>
          <p:cNvPr id="4" name="Content Placeholder 3">
            <a:extLst>
              <a:ext uri="{FF2B5EF4-FFF2-40B4-BE49-F238E27FC236}">
                <a16:creationId xmlns:a16="http://schemas.microsoft.com/office/drawing/2014/main" id="{48B3E1E0-E4F5-B5AF-F89B-565955B3FD86}"/>
              </a:ext>
            </a:extLst>
          </p:cNvPr>
          <p:cNvSpPr>
            <a:spLocks noGrp="1"/>
          </p:cNvSpPr>
          <p:nvPr>
            <p:ph sz="half" idx="2"/>
          </p:nvPr>
        </p:nvSpPr>
        <p:spPr/>
        <p:txBody>
          <a:bodyPr/>
          <a:lstStyle/>
          <a:p>
            <a:pPr marL="0" indent="0">
              <a:buNone/>
            </a:pPr>
            <a:r>
              <a:rPr lang="en-GB" b="1" dirty="0"/>
              <a:t>Lord, have mercy.</a:t>
            </a:r>
          </a:p>
          <a:p>
            <a:endParaRPr lang="en-GB" b="1" dirty="0"/>
          </a:p>
          <a:p>
            <a:pPr marL="0" indent="0">
              <a:buNone/>
            </a:pPr>
            <a:endParaRPr lang="en-GB" b="1" dirty="0"/>
          </a:p>
          <a:p>
            <a:pPr marL="0" indent="0">
              <a:buNone/>
            </a:pPr>
            <a:r>
              <a:rPr lang="en-GB" b="1" dirty="0"/>
              <a:t>Christ, have mercy.</a:t>
            </a:r>
          </a:p>
          <a:p>
            <a:endParaRPr lang="en-GB" b="1" dirty="0"/>
          </a:p>
          <a:p>
            <a:endParaRPr lang="en-GB" b="1" dirty="0"/>
          </a:p>
          <a:p>
            <a:pPr marL="0" indent="0">
              <a:buNone/>
            </a:pPr>
            <a:r>
              <a:rPr lang="en-GB" b="1" dirty="0"/>
              <a:t>Lord, have mercy.</a:t>
            </a:r>
            <a:endParaRPr lang="en-AU" b="1" dirty="0"/>
          </a:p>
        </p:txBody>
      </p:sp>
    </p:spTree>
    <p:extLst>
      <p:ext uri="{BB962C8B-B14F-4D97-AF65-F5344CB8AC3E}">
        <p14:creationId xmlns:p14="http://schemas.microsoft.com/office/powerpoint/2010/main" val="4415927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DFAB8F-5C54-6827-0E56-E37A526DC7C6}"/>
              </a:ext>
            </a:extLst>
          </p:cNvPr>
          <p:cNvSpPr>
            <a:spLocks noGrp="1"/>
          </p:cNvSpPr>
          <p:nvPr>
            <p:ph type="title"/>
          </p:nvPr>
        </p:nvSpPr>
        <p:spPr/>
        <p:txBody>
          <a:bodyPr/>
          <a:lstStyle/>
          <a:p>
            <a:r>
              <a:rPr lang="zh-TW" altLang="en-US" dirty="0"/>
              <a:t>光荣颂　</a:t>
            </a:r>
            <a:r>
              <a:rPr lang="en-US" altLang="zh-TW" dirty="0"/>
              <a:t>Gloria</a:t>
            </a:r>
            <a:endParaRPr lang="en-AU" dirty="0"/>
          </a:p>
        </p:txBody>
      </p:sp>
      <p:sp>
        <p:nvSpPr>
          <p:cNvPr id="3" name="Content Placeholder 2">
            <a:extLst>
              <a:ext uri="{FF2B5EF4-FFF2-40B4-BE49-F238E27FC236}">
                <a16:creationId xmlns:a16="http://schemas.microsoft.com/office/drawing/2014/main" id="{833B9F29-0752-2361-FEA3-968CF457019A}"/>
              </a:ext>
            </a:extLst>
          </p:cNvPr>
          <p:cNvSpPr>
            <a:spLocks noGrp="1"/>
          </p:cNvSpPr>
          <p:nvPr>
            <p:ph sz="half" idx="1"/>
          </p:nvPr>
        </p:nvSpPr>
        <p:spPr/>
        <p:txBody>
          <a:bodyPr>
            <a:noAutofit/>
          </a:bodyPr>
          <a:lstStyle/>
          <a:p>
            <a:pPr marL="0" indent="0">
              <a:buNone/>
            </a:pPr>
            <a:r>
              <a:rPr lang="zh-CN" altLang="en-US" dirty="0"/>
              <a:t>天主在天受光荣，主爱的人在世享平安。</a:t>
            </a:r>
            <a:endParaRPr lang="en-AU" altLang="zh-CN" dirty="0"/>
          </a:p>
          <a:p>
            <a:pPr marL="0" indent="0">
              <a:buNone/>
            </a:pPr>
            <a:r>
              <a:rPr lang="zh-CN" altLang="en-US" dirty="0"/>
              <a:t>主、天主、天上的君王、全能的天主圣父，</a:t>
            </a:r>
          </a:p>
        </p:txBody>
      </p:sp>
      <p:sp>
        <p:nvSpPr>
          <p:cNvPr id="4" name="Content Placeholder 3">
            <a:extLst>
              <a:ext uri="{FF2B5EF4-FFF2-40B4-BE49-F238E27FC236}">
                <a16:creationId xmlns:a16="http://schemas.microsoft.com/office/drawing/2014/main" id="{012CC48C-EA8A-4112-1370-7819F55C6F52}"/>
              </a:ext>
            </a:extLst>
          </p:cNvPr>
          <p:cNvSpPr>
            <a:spLocks noGrp="1"/>
          </p:cNvSpPr>
          <p:nvPr>
            <p:ph sz="half" idx="2"/>
          </p:nvPr>
        </p:nvSpPr>
        <p:spPr/>
        <p:txBody>
          <a:bodyPr>
            <a:normAutofit/>
          </a:bodyPr>
          <a:lstStyle/>
          <a:p>
            <a:pPr marL="0" indent="0" algn="just">
              <a:buNone/>
            </a:pPr>
            <a:r>
              <a:rPr lang="en-GB" sz="3000" dirty="0"/>
              <a:t>Glory to God in the highest, </a:t>
            </a:r>
          </a:p>
          <a:p>
            <a:pPr marL="0" indent="0" algn="just">
              <a:buNone/>
            </a:pPr>
            <a:r>
              <a:rPr lang="en-GB" sz="3000" dirty="0"/>
              <a:t>and on earth peace to people of good will. </a:t>
            </a:r>
            <a:endParaRPr lang="en-AU" dirty="0"/>
          </a:p>
        </p:txBody>
      </p:sp>
    </p:spTree>
    <p:extLst>
      <p:ext uri="{BB962C8B-B14F-4D97-AF65-F5344CB8AC3E}">
        <p14:creationId xmlns:p14="http://schemas.microsoft.com/office/powerpoint/2010/main" val="13611814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57D41A-217D-2868-454F-EDC2080898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A0EB5E-4723-DDB3-9A1D-F427E0C42401}"/>
              </a:ext>
            </a:extLst>
          </p:cNvPr>
          <p:cNvSpPr>
            <a:spLocks noGrp="1"/>
          </p:cNvSpPr>
          <p:nvPr>
            <p:ph type="title"/>
          </p:nvPr>
        </p:nvSpPr>
        <p:spPr/>
        <p:txBody>
          <a:bodyPr/>
          <a:lstStyle/>
          <a:p>
            <a:r>
              <a:rPr lang="zh-TW" altLang="en-US" dirty="0"/>
              <a:t>光荣颂　</a:t>
            </a:r>
            <a:r>
              <a:rPr lang="en-US" altLang="zh-TW" dirty="0"/>
              <a:t>Gloria</a:t>
            </a:r>
            <a:endParaRPr lang="en-AU" dirty="0"/>
          </a:p>
        </p:txBody>
      </p:sp>
      <p:sp>
        <p:nvSpPr>
          <p:cNvPr id="3" name="Content Placeholder 2">
            <a:extLst>
              <a:ext uri="{FF2B5EF4-FFF2-40B4-BE49-F238E27FC236}">
                <a16:creationId xmlns:a16="http://schemas.microsoft.com/office/drawing/2014/main" id="{66E7AB3A-39A9-5BDA-0035-ACF70CF728BB}"/>
              </a:ext>
            </a:extLst>
          </p:cNvPr>
          <p:cNvSpPr>
            <a:spLocks noGrp="1"/>
          </p:cNvSpPr>
          <p:nvPr>
            <p:ph sz="half" idx="1"/>
          </p:nvPr>
        </p:nvSpPr>
        <p:spPr/>
        <p:txBody>
          <a:bodyPr>
            <a:noAutofit/>
          </a:bodyPr>
          <a:lstStyle/>
          <a:p>
            <a:pPr marL="0" indent="0">
              <a:buNone/>
            </a:pPr>
            <a:r>
              <a:rPr lang="zh-CN" altLang="en-US" dirty="0"/>
              <a:t>我们为了你无上的光荣，赞美你、称颂你、朝拜你、显扬你、感谢你。</a:t>
            </a:r>
          </a:p>
        </p:txBody>
      </p:sp>
      <p:sp>
        <p:nvSpPr>
          <p:cNvPr id="4" name="Content Placeholder 3">
            <a:extLst>
              <a:ext uri="{FF2B5EF4-FFF2-40B4-BE49-F238E27FC236}">
                <a16:creationId xmlns:a16="http://schemas.microsoft.com/office/drawing/2014/main" id="{47066E87-2AE9-94D6-0EBC-134C65532210}"/>
              </a:ext>
            </a:extLst>
          </p:cNvPr>
          <p:cNvSpPr>
            <a:spLocks noGrp="1"/>
          </p:cNvSpPr>
          <p:nvPr>
            <p:ph sz="half" idx="2"/>
          </p:nvPr>
        </p:nvSpPr>
        <p:spPr/>
        <p:txBody>
          <a:bodyPr>
            <a:normAutofit/>
          </a:bodyPr>
          <a:lstStyle/>
          <a:p>
            <a:pPr marL="0" indent="0" algn="just">
              <a:buNone/>
            </a:pPr>
            <a:r>
              <a:rPr lang="en-GB" sz="3000" dirty="0"/>
              <a:t>We praise you, we bless you, </a:t>
            </a:r>
          </a:p>
          <a:p>
            <a:pPr marL="0" indent="0" algn="just">
              <a:buNone/>
            </a:pPr>
            <a:r>
              <a:rPr lang="en-GB" sz="3000" dirty="0"/>
              <a:t>we adore you, </a:t>
            </a:r>
          </a:p>
          <a:p>
            <a:pPr marL="0" indent="0" algn="just">
              <a:buNone/>
            </a:pPr>
            <a:r>
              <a:rPr lang="en-GB" sz="3000" dirty="0"/>
              <a:t>we glorify you, </a:t>
            </a:r>
          </a:p>
          <a:p>
            <a:pPr marL="0" indent="0" algn="just">
              <a:buNone/>
            </a:pPr>
            <a:r>
              <a:rPr lang="en-GB" sz="3000" dirty="0"/>
              <a:t>we give you thanks for your great glory,</a:t>
            </a:r>
          </a:p>
          <a:p>
            <a:pPr algn="just"/>
            <a:endParaRPr lang="en-AU" dirty="0"/>
          </a:p>
        </p:txBody>
      </p:sp>
    </p:spTree>
    <p:extLst>
      <p:ext uri="{BB962C8B-B14F-4D97-AF65-F5344CB8AC3E}">
        <p14:creationId xmlns:p14="http://schemas.microsoft.com/office/powerpoint/2010/main" val="262547006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8E1634-C96A-0DA5-21FE-71C0BE7F9876}"/>
              </a:ext>
            </a:extLst>
          </p:cNvPr>
          <p:cNvSpPr>
            <a:spLocks noGrp="1"/>
          </p:cNvSpPr>
          <p:nvPr>
            <p:ph type="title"/>
          </p:nvPr>
        </p:nvSpPr>
        <p:spPr/>
        <p:txBody>
          <a:bodyPr>
            <a:normAutofit fontScale="90000"/>
          </a:bodyPr>
          <a:lstStyle/>
          <a:p>
            <a:br>
              <a:rPr lang="en-AU" altLang="zh-TW" dirty="0"/>
            </a:br>
            <a:r>
              <a:rPr lang="zh-TW" altLang="en-US" dirty="0"/>
              <a:t>光荣颂　</a:t>
            </a:r>
            <a:r>
              <a:rPr lang="en-AU" dirty="0"/>
              <a:t>Gloria</a:t>
            </a:r>
            <a:br>
              <a:rPr lang="en-AU" dirty="0"/>
            </a:br>
            <a:endParaRPr lang="en-AU" dirty="0"/>
          </a:p>
        </p:txBody>
      </p:sp>
      <p:sp>
        <p:nvSpPr>
          <p:cNvPr id="3" name="Content Placeholder 2">
            <a:extLst>
              <a:ext uri="{FF2B5EF4-FFF2-40B4-BE49-F238E27FC236}">
                <a16:creationId xmlns:a16="http://schemas.microsoft.com/office/drawing/2014/main" id="{0DAD5E49-AC1B-2A7B-F91A-5B2FDF6A78D8}"/>
              </a:ext>
            </a:extLst>
          </p:cNvPr>
          <p:cNvSpPr>
            <a:spLocks noGrp="1"/>
          </p:cNvSpPr>
          <p:nvPr>
            <p:ph sz="half" idx="1"/>
          </p:nvPr>
        </p:nvSpPr>
        <p:spPr/>
        <p:txBody>
          <a:bodyPr/>
          <a:lstStyle/>
          <a:p>
            <a:pPr marL="0" indent="0" algn="just" hangingPunct="0">
              <a:buNone/>
            </a:pPr>
            <a:r>
              <a:rPr lang="zh-CN" altLang="en-US" dirty="0"/>
              <a:t>主、耶稣基督、独生子；主、天主、天主的羔羊，圣父之子；除免世罪者，求你垂怜我们，</a:t>
            </a:r>
          </a:p>
          <a:p>
            <a:pPr algn="just"/>
            <a:endParaRPr lang="en-AU" dirty="0"/>
          </a:p>
        </p:txBody>
      </p:sp>
      <p:sp>
        <p:nvSpPr>
          <p:cNvPr id="4" name="Content Placeholder 3">
            <a:extLst>
              <a:ext uri="{FF2B5EF4-FFF2-40B4-BE49-F238E27FC236}">
                <a16:creationId xmlns:a16="http://schemas.microsoft.com/office/drawing/2014/main" id="{0F28FC80-8A78-2968-7F01-E3F1E0FBF23E}"/>
              </a:ext>
            </a:extLst>
          </p:cNvPr>
          <p:cNvSpPr>
            <a:spLocks noGrp="1"/>
          </p:cNvSpPr>
          <p:nvPr>
            <p:ph sz="half" idx="2"/>
          </p:nvPr>
        </p:nvSpPr>
        <p:spPr/>
        <p:txBody>
          <a:bodyPr/>
          <a:lstStyle/>
          <a:p>
            <a:pPr marL="0" indent="0" algn="just">
              <a:buNone/>
            </a:pPr>
            <a:r>
              <a:rPr lang="en-GB" dirty="0"/>
              <a:t>Lord God, heavenly King, </a:t>
            </a:r>
          </a:p>
          <a:p>
            <a:pPr marL="0" indent="0" algn="just">
              <a:buNone/>
            </a:pPr>
            <a:r>
              <a:rPr lang="en-GB" dirty="0"/>
              <a:t>O God, almighty Father. </a:t>
            </a:r>
          </a:p>
          <a:p>
            <a:pPr marL="0" indent="0" algn="just">
              <a:buNone/>
            </a:pPr>
            <a:r>
              <a:rPr lang="en-GB" dirty="0"/>
              <a:t>Lord Jesus Christ,</a:t>
            </a:r>
          </a:p>
          <a:p>
            <a:pPr marL="0" indent="0" algn="just">
              <a:buNone/>
            </a:pPr>
            <a:r>
              <a:rPr lang="en-GB" dirty="0"/>
              <a:t> Only Begotten Son, Lord God, Lamb of God, Son of the Father, </a:t>
            </a:r>
          </a:p>
          <a:p>
            <a:pPr marL="0" indent="0" algn="just">
              <a:buNone/>
            </a:pPr>
            <a:r>
              <a:rPr lang="en-GB" dirty="0"/>
              <a:t>you take away the sins of the world, have mercy on us;</a:t>
            </a:r>
          </a:p>
          <a:p>
            <a:pPr algn="just"/>
            <a:endParaRPr lang="en-AU" dirty="0"/>
          </a:p>
        </p:txBody>
      </p:sp>
    </p:spTree>
    <p:extLst>
      <p:ext uri="{BB962C8B-B14F-4D97-AF65-F5344CB8AC3E}">
        <p14:creationId xmlns:p14="http://schemas.microsoft.com/office/powerpoint/2010/main" val="21743914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D4000F-81F3-88EF-B319-9EABDA7819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2B4566-5833-23DE-ADD3-B0C6F807FACC}"/>
              </a:ext>
            </a:extLst>
          </p:cNvPr>
          <p:cNvSpPr>
            <a:spLocks noGrp="1"/>
          </p:cNvSpPr>
          <p:nvPr>
            <p:ph type="title"/>
          </p:nvPr>
        </p:nvSpPr>
        <p:spPr/>
        <p:txBody>
          <a:bodyPr>
            <a:normAutofit fontScale="90000"/>
          </a:bodyPr>
          <a:lstStyle/>
          <a:p>
            <a:br>
              <a:rPr lang="en-AU" altLang="zh-TW" dirty="0"/>
            </a:br>
            <a:r>
              <a:rPr lang="zh-TW" altLang="en-US" dirty="0"/>
              <a:t>光荣颂　</a:t>
            </a:r>
            <a:r>
              <a:rPr lang="en-AU" dirty="0"/>
              <a:t>Gloria</a:t>
            </a:r>
            <a:br>
              <a:rPr lang="en-AU" dirty="0"/>
            </a:br>
            <a:endParaRPr lang="en-AU" dirty="0"/>
          </a:p>
        </p:txBody>
      </p:sp>
      <p:sp>
        <p:nvSpPr>
          <p:cNvPr id="3" name="Content Placeholder 2">
            <a:extLst>
              <a:ext uri="{FF2B5EF4-FFF2-40B4-BE49-F238E27FC236}">
                <a16:creationId xmlns:a16="http://schemas.microsoft.com/office/drawing/2014/main" id="{602AC87B-27A6-FE61-11A6-D3CE5C67C600}"/>
              </a:ext>
            </a:extLst>
          </p:cNvPr>
          <p:cNvSpPr>
            <a:spLocks noGrp="1"/>
          </p:cNvSpPr>
          <p:nvPr>
            <p:ph sz="half" idx="1"/>
          </p:nvPr>
        </p:nvSpPr>
        <p:spPr/>
        <p:txBody>
          <a:bodyPr/>
          <a:lstStyle/>
          <a:p>
            <a:pPr marL="0" indent="0">
              <a:buNone/>
            </a:pPr>
            <a:r>
              <a:rPr lang="zh-CN" altLang="en-US" dirty="0"/>
              <a:t>除免世罪者，求你俯听我们的祈祷。坐在圣父之右者，求你垂怜我们；</a:t>
            </a:r>
            <a:endParaRPr lang="en-AU" dirty="0"/>
          </a:p>
          <a:p>
            <a:pPr algn="just"/>
            <a:endParaRPr lang="en-AU" dirty="0"/>
          </a:p>
        </p:txBody>
      </p:sp>
      <p:sp>
        <p:nvSpPr>
          <p:cNvPr id="4" name="Content Placeholder 3">
            <a:extLst>
              <a:ext uri="{FF2B5EF4-FFF2-40B4-BE49-F238E27FC236}">
                <a16:creationId xmlns:a16="http://schemas.microsoft.com/office/drawing/2014/main" id="{EC493E35-2AD4-84CE-F69C-B000DEC1FA17}"/>
              </a:ext>
            </a:extLst>
          </p:cNvPr>
          <p:cNvSpPr>
            <a:spLocks noGrp="1"/>
          </p:cNvSpPr>
          <p:nvPr>
            <p:ph sz="half" idx="2"/>
          </p:nvPr>
        </p:nvSpPr>
        <p:spPr/>
        <p:txBody>
          <a:bodyPr/>
          <a:lstStyle/>
          <a:p>
            <a:pPr marL="0" indent="0">
              <a:buNone/>
            </a:pPr>
            <a:r>
              <a:rPr lang="en-US" dirty="0"/>
              <a:t>You take away the sins of the world,</a:t>
            </a:r>
          </a:p>
          <a:p>
            <a:pPr marL="0" indent="0">
              <a:buNone/>
            </a:pPr>
            <a:r>
              <a:rPr lang="en-US" dirty="0"/>
              <a:t>receive our prayer; </a:t>
            </a:r>
          </a:p>
          <a:p>
            <a:pPr marL="0" indent="0">
              <a:buNone/>
            </a:pPr>
            <a:r>
              <a:rPr lang="en-US" dirty="0"/>
              <a:t>You are seated at the right hand of the Father, </a:t>
            </a:r>
          </a:p>
          <a:p>
            <a:pPr marL="0" indent="0">
              <a:buNone/>
            </a:pPr>
            <a:r>
              <a:rPr lang="en-US" dirty="0"/>
              <a:t>have mercy on us.</a:t>
            </a:r>
            <a:endParaRPr lang="en-AU" dirty="0"/>
          </a:p>
        </p:txBody>
      </p:sp>
    </p:spTree>
    <p:extLst>
      <p:ext uri="{BB962C8B-B14F-4D97-AF65-F5344CB8AC3E}">
        <p14:creationId xmlns:p14="http://schemas.microsoft.com/office/powerpoint/2010/main" val="277389915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AE934E-BFC7-AD82-1239-B852335F9376}"/>
              </a:ext>
            </a:extLst>
          </p:cNvPr>
          <p:cNvSpPr>
            <a:spLocks noGrp="1"/>
          </p:cNvSpPr>
          <p:nvPr>
            <p:ph type="title"/>
          </p:nvPr>
        </p:nvSpPr>
        <p:spPr/>
        <p:txBody>
          <a:bodyPr>
            <a:normAutofit fontScale="90000"/>
          </a:bodyPr>
          <a:lstStyle/>
          <a:p>
            <a:br>
              <a:rPr lang="en-AU" altLang="zh-TW" dirty="0"/>
            </a:br>
            <a:r>
              <a:rPr lang="zh-TW" altLang="en-US" dirty="0"/>
              <a:t>光荣颂　</a:t>
            </a:r>
            <a:r>
              <a:rPr lang="en-AU" dirty="0"/>
              <a:t>Gloria</a:t>
            </a:r>
            <a:br>
              <a:rPr lang="en-AU" dirty="0"/>
            </a:br>
            <a:endParaRPr lang="en-AU" dirty="0"/>
          </a:p>
        </p:txBody>
      </p:sp>
      <p:sp>
        <p:nvSpPr>
          <p:cNvPr id="3" name="Content Placeholder 2">
            <a:extLst>
              <a:ext uri="{FF2B5EF4-FFF2-40B4-BE49-F238E27FC236}">
                <a16:creationId xmlns:a16="http://schemas.microsoft.com/office/drawing/2014/main" id="{BA90E210-8BDF-F9B8-B3AB-A43EB6812A70}"/>
              </a:ext>
            </a:extLst>
          </p:cNvPr>
          <p:cNvSpPr>
            <a:spLocks noGrp="1"/>
          </p:cNvSpPr>
          <p:nvPr>
            <p:ph sz="half" idx="1"/>
          </p:nvPr>
        </p:nvSpPr>
        <p:spPr/>
        <p:txBody>
          <a:bodyPr>
            <a:normAutofit lnSpcReduction="10000"/>
          </a:bodyPr>
          <a:lstStyle/>
          <a:p>
            <a:pPr marL="0" indent="0" algn="just" hangingPunct="0">
              <a:buNone/>
            </a:pPr>
            <a:r>
              <a:rPr lang="zh-CN" altLang="en-US" dirty="0"/>
              <a:t>因为只有你是圣的，只有你是主，只有你是至高无上的。</a:t>
            </a:r>
            <a:endParaRPr lang="en-AU" altLang="zh-CN" dirty="0"/>
          </a:p>
          <a:p>
            <a:pPr marL="0" indent="0" algn="just" hangingPunct="0">
              <a:buNone/>
            </a:pPr>
            <a:r>
              <a:rPr lang="zh-CN" altLang="en-US" dirty="0"/>
              <a:t>耶稣基督，你和圣神，同享天主圣父的光荣。</a:t>
            </a:r>
            <a:endParaRPr lang="en-AU" altLang="zh-CN" dirty="0"/>
          </a:p>
          <a:p>
            <a:pPr marL="0" indent="0" algn="just" hangingPunct="0">
              <a:buNone/>
            </a:pPr>
            <a:r>
              <a:rPr lang="zh-CN" altLang="en-US" dirty="0"/>
              <a:t>阿们。</a:t>
            </a:r>
          </a:p>
          <a:p>
            <a:pPr algn="just"/>
            <a:endParaRPr lang="en-AU" dirty="0"/>
          </a:p>
        </p:txBody>
      </p:sp>
      <p:sp>
        <p:nvSpPr>
          <p:cNvPr id="4" name="Content Placeholder 3">
            <a:extLst>
              <a:ext uri="{FF2B5EF4-FFF2-40B4-BE49-F238E27FC236}">
                <a16:creationId xmlns:a16="http://schemas.microsoft.com/office/drawing/2014/main" id="{1B63EE1C-819F-149D-EA8F-E11251C22CFE}"/>
              </a:ext>
            </a:extLst>
          </p:cNvPr>
          <p:cNvSpPr>
            <a:spLocks noGrp="1"/>
          </p:cNvSpPr>
          <p:nvPr>
            <p:ph sz="half" idx="2"/>
          </p:nvPr>
        </p:nvSpPr>
        <p:spPr/>
        <p:txBody>
          <a:bodyPr>
            <a:normAutofit lnSpcReduction="10000"/>
          </a:bodyPr>
          <a:lstStyle/>
          <a:p>
            <a:pPr marL="0" indent="0" algn="just">
              <a:buNone/>
            </a:pPr>
            <a:r>
              <a:rPr lang="en-GB" dirty="0"/>
              <a:t>For you alone are the Holy One, </a:t>
            </a:r>
          </a:p>
          <a:p>
            <a:pPr marL="0" indent="0" algn="just">
              <a:buNone/>
            </a:pPr>
            <a:r>
              <a:rPr lang="en-GB" dirty="0"/>
              <a:t>you alone are the Lord, you alone are the Most High, </a:t>
            </a:r>
          </a:p>
          <a:p>
            <a:pPr marL="0" indent="0" algn="just">
              <a:buNone/>
            </a:pPr>
            <a:r>
              <a:rPr lang="en-GB" dirty="0"/>
              <a:t>Jesus Christ, </a:t>
            </a:r>
          </a:p>
          <a:p>
            <a:pPr marL="0" indent="0" algn="just">
              <a:buNone/>
            </a:pPr>
            <a:r>
              <a:rPr lang="en-GB" dirty="0"/>
              <a:t>with the Holy Spirit,</a:t>
            </a:r>
          </a:p>
          <a:p>
            <a:pPr marL="0" indent="0" algn="just">
              <a:buNone/>
            </a:pPr>
            <a:r>
              <a:rPr lang="en-GB" dirty="0"/>
              <a:t>in the glory of God the Father. </a:t>
            </a:r>
          </a:p>
          <a:p>
            <a:pPr marL="0" indent="0" algn="just">
              <a:buNone/>
            </a:pPr>
            <a:r>
              <a:rPr lang="en-GB" dirty="0"/>
              <a:t>Amen.</a:t>
            </a:r>
          </a:p>
          <a:p>
            <a:pPr algn="just"/>
            <a:endParaRPr lang="en-AU" dirty="0"/>
          </a:p>
        </p:txBody>
      </p:sp>
    </p:spTree>
    <p:extLst>
      <p:ext uri="{BB962C8B-B14F-4D97-AF65-F5344CB8AC3E}">
        <p14:creationId xmlns:p14="http://schemas.microsoft.com/office/powerpoint/2010/main" val="23957393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7DAF77-076A-7A60-2862-3A595397CDE5}"/>
              </a:ext>
            </a:extLst>
          </p:cNvPr>
          <p:cNvSpPr>
            <a:spLocks noGrp="1"/>
          </p:cNvSpPr>
          <p:nvPr>
            <p:ph type="title"/>
          </p:nvPr>
        </p:nvSpPr>
        <p:spPr/>
        <p:txBody>
          <a:bodyPr>
            <a:normAutofit fontScale="90000"/>
          </a:bodyPr>
          <a:lstStyle/>
          <a:p>
            <a:br>
              <a:rPr lang="en-AU" altLang="zh-TW" dirty="0"/>
            </a:br>
            <a:r>
              <a:rPr lang="zh-TW" altLang="en-US" dirty="0"/>
              <a:t>集祷经 </a:t>
            </a:r>
            <a:r>
              <a:rPr lang="en-US" altLang="zh-TW" dirty="0"/>
              <a:t>Collect</a:t>
            </a:r>
            <a:br>
              <a:rPr lang="zh-TW" altLang="en-US" dirty="0"/>
            </a:br>
            <a:endParaRPr lang="en-AU" dirty="0"/>
          </a:p>
        </p:txBody>
      </p:sp>
      <p:sp>
        <p:nvSpPr>
          <p:cNvPr id="3" name="Content Placeholder 2">
            <a:extLst>
              <a:ext uri="{FF2B5EF4-FFF2-40B4-BE49-F238E27FC236}">
                <a16:creationId xmlns:a16="http://schemas.microsoft.com/office/drawing/2014/main" id="{BCDDA86E-030C-005B-463A-87DD15763760}"/>
              </a:ext>
            </a:extLst>
          </p:cNvPr>
          <p:cNvSpPr>
            <a:spLocks noGrp="1"/>
          </p:cNvSpPr>
          <p:nvPr>
            <p:ph sz="half" idx="1"/>
          </p:nvPr>
        </p:nvSpPr>
        <p:spPr/>
        <p:txBody>
          <a:bodyPr>
            <a:normAutofit lnSpcReduction="10000"/>
          </a:bodyPr>
          <a:lstStyle/>
          <a:p>
            <a:pPr marL="0" indent="0" algn="just">
              <a:buNone/>
            </a:pPr>
            <a:r>
              <a:rPr lang="zh-CN" altLang="en-US" dirty="0"/>
              <a:t>请大家祈祷</a:t>
            </a:r>
            <a:r>
              <a:rPr lang="zh-TW" altLang="en-US" dirty="0"/>
              <a:t>：</a:t>
            </a:r>
            <a:endParaRPr lang="en-HK" altLang="zh-CN" dirty="0"/>
          </a:p>
          <a:p>
            <a:pPr marL="0" indent="0" algn="just" hangingPunct="0">
              <a:buNone/>
            </a:pPr>
            <a:r>
              <a:rPr lang="zh-CN" altLang="en-US" dirty="0"/>
              <a:t>天主，你从不遗弃深切爱慕你的人；求你使我们永远敬畏、爱慕你的圣名，并仰赖你的圣名而生活。</a:t>
            </a:r>
            <a:endParaRPr lang="en-AU" dirty="0"/>
          </a:p>
        </p:txBody>
      </p:sp>
      <p:sp>
        <p:nvSpPr>
          <p:cNvPr id="4" name="Content Placeholder 3">
            <a:extLst>
              <a:ext uri="{FF2B5EF4-FFF2-40B4-BE49-F238E27FC236}">
                <a16:creationId xmlns:a16="http://schemas.microsoft.com/office/drawing/2014/main" id="{7ECEE6CC-525A-2F13-1263-60A67C565420}"/>
              </a:ext>
            </a:extLst>
          </p:cNvPr>
          <p:cNvSpPr>
            <a:spLocks noGrp="1"/>
          </p:cNvSpPr>
          <p:nvPr>
            <p:ph sz="half" idx="2"/>
          </p:nvPr>
        </p:nvSpPr>
        <p:spPr/>
        <p:txBody>
          <a:bodyPr>
            <a:normAutofit lnSpcReduction="10000"/>
          </a:bodyPr>
          <a:lstStyle/>
          <a:p>
            <a:pPr marL="0" indent="0" algn="just">
              <a:buNone/>
            </a:pPr>
            <a:endParaRPr lang="en-GB" dirty="0"/>
          </a:p>
          <a:p>
            <a:pPr marL="0" indent="0" algn="just">
              <a:buNone/>
            </a:pPr>
            <a:endParaRPr lang="en-GB" dirty="0"/>
          </a:p>
          <a:p>
            <a:pPr marL="0" indent="0" algn="just">
              <a:buNone/>
            </a:pPr>
            <a:r>
              <a:rPr lang="en-GB" dirty="0"/>
              <a:t>Grant, O Lord, that we may always revere and love your holy name, for you never deprive of your guidance those you set firm on the foundation of your love.</a:t>
            </a:r>
            <a:endParaRPr lang="en-AU" dirty="0"/>
          </a:p>
        </p:txBody>
      </p:sp>
    </p:spTree>
    <p:extLst>
      <p:ext uri="{BB962C8B-B14F-4D97-AF65-F5344CB8AC3E}">
        <p14:creationId xmlns:p14="http://schemas.microsoft.com/office/powerpoint/2010/main" val="2075638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B8A01-D16C-7F8B-94AA-B57C133AC317}"/>
              </a:ext>
            </a:extLst>
          </p:cNvPr>
          <p:cNvSpPr>
            <a:spLocks noGrp="1"/>
          </p:cNvSpPr>
          <p:nvPr>
            <p:ph type="title"/>
          </p:nvPr>
        </p:nvSpPr>
        <p:spPr/>
        <p:txBody>
          <a:bodyPr>
            <a:normAutofit fontScale="90000"/>
          </a:bodyPr>
          <a:lstStyle/>
          <a:p>
            <a:br>
              <a:rPr lang="en-AU" altLang="zh-TW" dirty="0"/>
            </a:br>
            <a:r>
              <a:rPr lang="zh-TW" altLang="en-US" dirty="0"/>
              <a:t>集祷经 </a:t>
            </a:r>
            <a:r>
              <a:rPr lang="en-US" altLang="zh-TW" dirty="0"/>
              <a:t>Collect</a:t>
            </a:r>
            <a:br>
              <a:rPr lang="zh-TW" altLang="en-US" dirty="0"/>
            </a:br>
            <a:endParaRPr lang="en-AU" dirty="0"/>
          </a:p>
        </p:txBody>
      </p:sp>
      <p:sp>
        <p:nvSpPr>
          <p:cNvPr id="3" name="Content Placeholder 2">
            <a:extLst>
              <a:ext uri="{FF2B5EF4-FFF2-40B4-BE49-F238E27FC236}">
                <a16:creationId xmlns:a16="http://schemas.microsoft.com/office/drawing/2014/main" id="{272B8A0F-7F8F-D15E-457A-233DE01A4E7D}"/>
              </a:ext>
            </a:extLst>
          </p:cNvPr>
          <p:cNvSpPr>
            <a:spLocks noGrp="1"/>
          </p:cNvSpPr>
          <p:nvPr>
            <p:ph sz="half" idx="1"/>
          </p:nvPr>
        </p:nvSpPr>
        <p:spPr/>
        <p:txBody>
          <a:bodyPr>
            <a:normAutofit/>
          </a:bodyPr>
          <a:lstStyle/>
          <a:p>
            <a:pPr marL="0" indent="0" algn="just">
              <a:buNone/>
            </a:pPr>
            <a:r>
              <a:rPr lang="zh-CN" altLang="en-US" dirty="0"/>
              <a:t>以上所求是靠你的子，我们的主天主耶稣基督，他和你及圣神永生永王。</a:t>
            </a:r>
            <a:endParaRPr lang="en-AU" altLang="zh-CN" dirty="0"/>
          </a:p>
          <a:p>
            <a:pPr marL="0" indent="0" algn="just">
              <a:buNone/>
            </a:pPr>
            <a:endParaRPr lang="zh-CN" altLang="en-US" dirty="0"/>
          </a:p>
          <a:p>
            <a:pPr marL="0" indent="0" algn="just">
              <a:buNone/>
            </a:pPr>
            <a:r>
              <a:rPr lang="zh-CN" altLang="en-US" b="1" dirty="0"/>
              <a:t>答：阿们</a:t>
            </a:r>
            <a:r>
              <a:rPr lang="zh-CN" altLang="en-US" dirty="0"/>
              <a:t>。</a:t>
            </a:r>
          </a:p>
          <a:p>
            <a:pPr algn="just"/>
            <a:endParaRPr lang="en-AU" dirty="0"/>
          </a:p>
        </p:txBody>
      </p:sp>
      <p:sp>
        <p:nvSpPr>
          <p:cNvPr id="4" name="Content Placeholder 3">
            <a:extLst>
              <a:ext uri="{FF2B5EF4-FFF2-40B4-BE49-F238E27FC236}">
                <a16:creationId xmlns:a16="http://schemas.microsoft.com/office/drawing/2014/main" id="{3EEED97D-B4C1-F53A-9AC1-37D5C93C9E56}"/>
              </a:ext>
            </a:extLst>
          </p:cNvPr>
          <p:cNvSpPr>
            <a:spLocks noGrp="1"/>
          </p:cNvSpPr>
          <p:nvPr>
            <p:ph sz="half" idx="2"/>
          </p:nvPr>
        </p:nvSpPr>
        <p:spPr/>
        <p:txBody>
          <a:bodyPr>
            <a:normAutofit/>
          </a:bodyPr>
          <a:lstStyle/>
          <a:p>
            <a:pPr marL="0" indent="0" algn="just">
              <a:buNone/>
            </a:pPr>
            <a:r>
              <a:rPr lang="en-US" dirty="0"/>
              <a:t>Through our Lord Jesus Christ, your Son, who lives and reigns with you in the unity of the Holy Spirit, God, for ever and ever.</a:t>
            </a:r>
            <a:endParaRPr lang="en-GB" dirty="0"/>
          </a:p>
          <a:p>
            <a:pPr algn="just"/>
            <a:endParaRPr lang="en-GB" dirty="0"/>
          </a:p>
          <a:p>
            <a:pPr marL="0" indent="0" algn="just">
              <a:buNone/>
            </a:pPr>
            <a:r>
              <a:rPr lang="en-GB" b="1" dirty="0"/>
              <a:t>R. Amen.</a:t>
            </a:r>
          </a:p>
          <a:p>
            <a:pPr algn="just"/>
            <a:endParaRPr lang="en-AU" dirty="0"/>
          </a:p>
        </p:txBody>
      </p:sp>
      <p:grpSp>
        <p:nvGrpSpPr>
          <p:cNvPr id="5" name="Group 4">
            <a:extLst>
              <a:ext uri="{FF2B5EF4-FFF2-40B4-BE49-F238E27FC236}">
                <a16:creationId xmlns:a16="http://schemas.microsoft.com/office/drawing/2014/main" id="{68173D13-4843-50D8-0A94-C3641D4D56D3}"/>
              </a:ext>
            </a:extLst>
          </p:cNvPr>
          <p:cNvGrpSpPr/>
          <p:nvPr/>
        </p:nvGrpSpPr>
        <p:grpSpPr>
          <a:xfrm>
            <a:off x="7433919" y="5840308"/>
            <a:ext cx="1301539" cy="599878"/>
            <a:chOff x="7433919" y="5840308"/>
            <a:chExt cx="1301539" cy="599878"/>
          </a:xfrm>
        </p:grpSpPr>
        <p:sp>
          <p:nvSpPr>
            <p:cNvPr id="6" name="Rectangle: Rounded Corners 5">
              <a:extLst>
                <a:ext uri="{FF2B5EF4-FFF2-40B4-BE49-F238E27FC236}">
                  <a16:creationId xmlns:a16="http://schemas.microsoft.com/office/drawing/2014/main" id="{B9DE2862-CB06-5432-71F7-C5623FEFBCE0}"/>
                </a:ext>
              </a:extLst>
            </p:cNvPr>
            <p:cNvSpPr/>
            <p:nvPr/>
          </p:nvSpPr>
          <p:spPr>
            <a:xfrm>
              <a:off x="7433919" y="5840308"/>
              <a:ext cx="1301539" cy="599878"/>
            </a:xfrm>
            <a:prstGeom prst="roundRect">
              <a:avLst/>
            </a:prstGeom>
            <a:solidFill>
              <a:srgbClr val="55725D"/>
            </a:solidFill>
            <a:ln>
              <a:solidFill>
                <a:srgbClr val="557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zh-TW" altLang="en-US" sz="2400" b="1" dirty="0">
                  <a:solidFill>
                    <a:schemeClr val="bg1"/>
                  </a:solidFill>
                </a:rPr>
                <a:t>坐下</a:t>
              </a:r>
              <a:endParaRPr lang="en-HK" sz="2400" b="1" dirty="0">
                <a:solidFill>
                  <a:schemeClr val="bg1"/>
                </a:solidFill>
              </a:endParaRPr>
            </a:p>
          </p:txBody>
        </p:sp>
        <p:pic>
          <p:nvPicPr>
            <p:cNvPr id="7" name="Picture 6" descr="A black and white sign of a person sitting in a chair&#10;&#10;AI-generated content may be incorrect.">
              <a:extLst>
                <a:ext uri="{FF2B5EF4-FFF2-40B4-BE49-F238E27FC236}">
                  <a16:creationId xmlns:a16="http://schemas.microsoft.com/office/drawing/2014/main" id="{35EF4E5A-43FD-B6A6-E28C-06B6128B47A4}"/>
                </a:ext>
              </a:extLst>
            </p:cNvPr>
            <p:cNvPicPr>
              <a:picLocks noChangeAspect="1"/>
            </p:cNvPicPr>
            <p:nvPr/>
          </p:nvPicPr>
          <p:blipFill>
            <a:blip r:embed="rId2">
              <a:lum bright="70000" contrast="-70000"/>
              <a:extLst>
                <a:ext uri="{BEBA8EAE-BF5A-486C-A8C5-ECC9F3942E4B}">
                  <a14:imgProps xmlns:a14="http://schemas.microsoft.com/office/drawing/2010/main">
                    <a14:imgLayer r:embed="rId3">
                      <a14:imgEffect>
                        <a14:backgroundRemoval t="4110" b="96233" l="9896" r="89931">
                          <a14:foregroundMark x1="31597" y1="70890" x2="31597" y2="70890"/>
                          <a14:foregroundMark x1="30556" y1="96233" x2="30556" y2="96233"/>
                          <a14:foregroundMark x1="36632" y1="4110" x2="36632" y2="4110"/>
                        </a14:backgroundRemoval>
                      </a14:imgEffect>
                    </a14:imgLayer>
                  </a14:imgProps>
                </a:ext>
              </a:extLst>
            </a:blip>
            <a:stretch>
              <a:fillRect/>
            </a:stretch>
          </p:blipFill>
          <p:spPr>
            <a:xfrm>
              <a:off x="7516597" y="5921977"/>
              <a:ext cx="410444" cy="436540"/>
            </a:xfrm>
            <a:prstGeom prst="rect">
              <a:avLst/>
            </a:prstGeom>
            <a:noFill/>
            <a:ln>
              <a:noFill/>
            </a:ln>
          </p:spPr>
        </p:pic>
      </p:grpSp>
    </p:spTree>
    <p:extLst>
      <p:ext uri="{BB962C8B-B14F-4D97-AF65-F5344CB8AC3E}">
        <p14:creationId xmlns:p14="http://schemas.microsoft.com/office/powerpoint/2010/main" val="30877619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9B9532-A578-0C43-B0DC-A957A20218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FAF7B3-CFF6-B984-5A8C-86F1437A1FE0}"/>
              </a:ext>
            </a:extLst>
          </p:cNvPr>
          <p:cNvSpPr>
            <a:spLocks noGrp="1"/>
          </p:cNvSpPr>
          <p:nvPr>
            <p:ph type="ctrTitle"/>
          </p:nvPr>
        </p:nvSpPr>
        <p:spPr/>
        <p:txBody>
          <a:bodyPr/>
          <a:lstStyle/>
          <a:p>
            <a:endParaRPr lang="en-HK"/>
          </a:p>
        </p:txBody>
      </p:sp>
      <p:sp>
        <p:nvSpPr>
          <p:cNvPr id="3" name="Subtitle 2">
            <a:extLst>
              <a:ext uri="{FF2B5EF4-FFF2-40B4-BE49-F238E27FC236}">
                <a16:creationId xmlns:a16="http://schemas.microsoft.com/office/drawing/2014/main" id="{97BD30F8-6820-E509-A6C2-BFA32EB69D8B}"/>
              </a:ext>
            </a:extLst>
          </p:cNvPr>
          <p:cNvSpPr>
            <a:spLocks noGrp="1"/>
          </p:cNvSpPr>
          <p:nvPr>
            <p:ph type="subTitle" idx="1"/>
          </p:nvPr>
        </p:nvSpPr>
        <p:spPr/>
        <p:txBody>
          <a:bodyPr/>
          <a:lstStyle/>
          <a:p>
            <a:endParaRPr lang="en-HK"/>
          </a:p>
        </p:txBody>
      </p:sp>
      <p:pic>
        <p:nvPicPr>
          <p:cNvPr id="7" name="Picture 6">
            <a:extLst>
              <a:ext uri="{FF2B5EF4-FFF2-40B4-BE49-F238E27FC236}">
                <a16:creationId xmlns:a16="http://schemas.microsoft.com/office/drawing/2014/main" id="{BCC61139-E3D9-F951-4E61-354678C8C513}"/>
              </a:ext>
            </a:extLst>
          </p:cNvPr>
          <p:cNvPicPr>
            <a:picLocks noChangeAspect="1"/>
          </p:cNvPicPr>
          <p:nvPr/>
        </p:nvPicPr>
        <p:blipFill>
          <a:blip r:embed="rId2">
            <a:extLst>
              <a:ext uri="{28A0092B-C50C-407E-A947-70E740481C1C}">
                <a14:useLocalDpi xmlns:a14="http://schemas.microsoft.com/office/drawing/2010/main" val="0"/>
              </a:ext>
            </a:extLst>
          </a:blip>
          <a:srcRect b="25000"/>
          <a:stretch>
            <a:fillRect/>
          </a:stretch>
        </p:blipFill>
        <p:spPr>
          <a:xfrm>
            <a:off x="-1" y="1"/>
            <a:ext cx="9144001" cy="6858000"/>
          </a:xfrm>
          <a:prstGeom prst="rect">
            <a:avLst/>
          </a:prstGeom>
        </p:spPr>
      </p:pic>
      <p:sp>
        <p:nvSpPr>
          <p:cNvPr id="4" name="Rectangle: Rounded Corners 3">
            <a:extLst>
              <a:ext uri="{FF2B5EF4-FFF2-40B4-BE49-F238E27FC236}">
                <a16:creationId xmlns:a16="http://schemas.microsoft.com/office/drawing/2014/main" id="{F0BD6948-F34D-9E67-F5FE-30A8DA84AB19}"/>
              </a:ext>
            </a:extLst>
          </p:cNvPr>
          <p:cNvSpPr/>
          <p:nvPr/>
        </p:nvSpPr>
        <p:spPr>
          <a:xfrm>
            <a:off x="220717" y="168142"/>
            <a:ext cx="8702566" cy="6516437"/>
          </a:xfrm>
          <a:prstGeom prst="roundRect">
            <a:avLst>
              <a:gd name="adj" fmla="val 2295"/>
            </a:avLst>
          </a:prstGeom>
          <a:solidFill>
            <a:srgbClr val="5572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6000" b="1" dirty="0">
                <a:solidFill>
                  <a:schemeClr val="bg1"/>
                </a:solidFill>
              </a:rPr>
              <a:t>第一次奉献</a:t>
            </a:r>
            <a:endParaRPr lang="en-GB" sz="6000" b="1" dirty="0">
              <a:solidFill>
                <a:schemeClr val="bg1"/>
              </a:solidFill>
            </a:endParaRPr>
          </a:p>
          <a:p>
            <a:pPr algn="ctr"/>
            <a:r>
              <a:rPr lang="en-GB" sz="3600" b="1" dirty="0">
                <a:solidFill>
                  <a:schemeClr val="bg1"/>
                </a:solidFill>
              </a:rPr>
              <a:t>First Collection</a:t>
            </a:r>
          </a:p>
          <a:p>
            <a:pPr algn="ctr"/>
            <a:endParaRPr lang="en-HK" sz="3600" b="1" dirty="0">
              <a:solidFill>
                <a:schemeClr val="bg1"/>
              </a:solidFill>
            </a:endParaRPr>
          </a:p>
          <a:p>
            <a:pPr algn="ctr"/>
            <a:r>
              <a:rPr lang="zh-CN" altLang="en-US" sz="4400" b="1" dirty="0"/>
              <a:t>用于教区神职人员的日常开销</a:t>
            </a:r>
            <a:endParaRPr lang="en-HK" sz="4400" b="1" dirty="0">
              <a:solidFill>
                <a:schemeClr val="bg1"/>
              </a:solidFill>
            </a:endParaRPr>
          </a:p>
          <a:p>
            <a:pPr algn="ctr"/>
            <a:r>
              <a:rPr lang="en-HK" sz="3600" b="1" dirty="0">
                <a:solidFill>
                  <a:schemeClr val="bg1"/>
                </a:solidFill>
              </a:rPr>
              <a:t>Support of all the Clergy in the Diocese</a:t>
            </a:r>
          </a:p>
        </p:txBody>
      </p:sp>
    </p:spTree>
    <p:extLst>
      <p:ext uri="{BB962C8B-B14F-4D97-AF65-F5344CB8AC3E}">
        <p14:creationId xmlns:p14="http://schemas.microsoft.com/office/powerpoint/2010/main" val="40074250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90513C-2305-3025-24F3-2935F60636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515877-4350-2B4B-7DA3-24D14F37C2FB}"/>
              </a:ext>
            </a:extLst>
          </p:cNvPr>
          <p:cNvSpPr>
            <a:spLocks noGrp="1"/>
          </p:cNvSpPr>
          <p:nvPr>
            <p:ph type="ctrTitle"/>
          </p:nvPr>
        </p:nvSpPr>
        <p:spPr/>
        <p:txBody>
          <a:bodyPr/>
          <a:lstStyle/>
          <a:p>
            <a:endParaRPr lang="en-HK"/>
          </a:p>
        </p:txBody>
      </p:sp>
      <p:sp>
        <p:nvSpPr>
          <p:cNvPr id="3" name="Subtitle 2">
            <a:extLst>
              <a:ext uri="{FF2B5EF4-FFF2-40B4-BE49-F238E27FC236}">
                <a16:creationId xmlns:a16="http://schemas.microsoft.com/office/drawing/2014/main" id="{4EBBFA02-7251-E172-DB12-0F3935C846AE}"/>
              </a:ext>
            </a:extLst>
          </p:cNvPr>
          <p:cNvSpPr>
            <a:spLocks noGrp="1"/>
          </p:cNvSpPr>
          <p:nvPr>
            <p:ph type="subTitle" idx="1"/>
          </p:nvPr>
        </p:nvSpPr>
        <p:spPr/>
        <p:txBody>
          <a:bodyPr/>
          <a:lstStyle/>
          <a:p>
            <a:endParaRPr lang="en-HK"/>
          </a:p>
        </p:txBody>
      </p:sp>
      <p:pic>
        <p:nvPicPr>
          <p:cNvPr id="7" name="Picture 6">
            <a:extLst>
              <a:ext uri="{FF2B5EF4-FFF2-40B4-BE49-F238E27FC236}">
                <a16:creationId xmlns:a16="http://schemas.microsoft.com/office/drawing/2014/main" id="{67677483-2605-B782-1200-423D2B3A2DBC}"/>
              </a:ext>
            </a:extLst>
          </p:cNvPr>
          <p:cNvPicPr>
            <a:picLocks noChangeAspect="1"/>
          </p:cNvPicPr>
          <p:nvPr/>
        </p:nvPicPr>
        <p:blipFill>
          <a:blip r:embed="rId2">
            <a:extLst>
              <a:ext uri="{28A0092B-C50C-407E-A947-70E740481C1C}">
                <a14:useLocalDpi xmlns:a14="http://schemas.microsoft.com/office/drawing/2010/main" val="0"/>
              </a:ext>
            </a:extLst>
          </a:blip>
          <a:srcRect b="25000"/>
          <a:stretch>
            <a:fillRect/>
          </a:stretch>
        </p:blipFill>
        <p:spPr>
          <a:xfrm>
            <a:off x="-1" y="1"/>
            <a:ext cx="9144001" cy="6858000"/>
          </a:xfrm>
          <a:prstGeom prst="rect">
            <a:avLst/>
          </a:prstGeom>
        </p:spPr>
      </p:pic>
      <p:sp>
        <p:nvSpPr>
          <p:cNvPr id="4" name="Rectangle: Rounded Corners 3">
            <a:extLst>
              <a:ext uri="{FF2B5EF4-FFF2-40B4-BE49-F238E27FC236}">
                <a16:creationId xmlns:a16="http://schemas.microsoft.com/office/drawing/2014/main" id="{CE05A77E-07DA-C7FE-01EF-ECD70EE409B1}"/>
              </a:ext>
            </a:extLst>
          </p:cNvPr>
          <p:cNvSpPr/>
          <p:nvPr/>
        </p:nvSpPr>
        <p:spPr>
          <a:xfrm>
            <a:off x="220717" y="168142"/>
            <a:ext cx="8702566" cy="6516437"/>
          </a:xfrm>
          <a:prstGeom prst="roundRect">
            <a:avLst>
              <a:gd name="adj" fmla="val 2295"/>
            </a:avLst>
          </a:prstGeom>
          <a:solidFill>
            <a:srgbClr val="5572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8800" b="1" dirty="0">
                <a:solidFill>
                  <a:schemeClr val="bg1"/>
                </a:solidFill>
              </a:rPr>
              <a:t>圣道礼</a:t>
            </a:r>
          </a:p>
          <a:p>
            <a:pPr algn="ctr"/>
            <a:r>
              <a:rPr lang="en-US" altLang="zh-TW" sz="6000" b="1" dirty="0">
                <a:solidFill>
                  <a:schemeClr val="bg1"/>
                </a:solidFill>
              </a:rPr>
              <a:t>Liturgy of the Word</a:t>
            </a:r>
          </a:p>
        </p:txBody>
      </p:sp>
    </p:spTree>
    <p:extLst>
      <p:ext uri="{BB962C8B-B14F-4D97-AF65-F5344CB8AC3E}">
        <p14:creationId xmlns:p14="http://schemas.microsoft.com/office/powerpoint/2010/main" val="30111461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DFCA91-134F-D137-D55C-A5E11619FF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51DFE2-726A-D5DF-F58F-D4FC4CFD0154}"/>
              </a:ext>
            </a:extLst>
          </p:cNvPr>
          <p:cNvSpPr>
            <a:spLocks noGrp="1"/>
          </p:cNvSpPr>
          <p:nvPr>
            <p:ph type="title"/>
          </p:nvPr>
        </p:nvSpPr>
        <p:spPr/>
        <p:txBody>
          <a:bodyPr>
            <a:normAutofit fontScale="90000"/>
          </a:bodyPr>
          <a:lstStyle/>
          <a:p>
            <a:br>
              <a:rPr lang="en-AU" altLang="zh-TW" dirty="0"/>
            </a:br>
            <a:r>
              <a:rPr lang="zh-TW" altLang="en-US" dirty="0"/>
              <a:t>读经一  </a:t>
            </a:r>
            <a:r>
              <a:rPr lang="en-US" altLang="zh-TW" dirty="0"/>
              <a:t>First Reading</a:t>
            </a:r>
            <a:r>
              <a:rPr lang="zh-TW" altLang="en-US" dirty="0"/>
              <a:t>　</a:t>
            </a:r>
            <a:br>
              <a:rPr lang="zh-TW" altLang="en-US" dirty="0"/>
            </a:br>
            <a:endParaRPr lang="en-AU" dirty="0"/>
          </a:p>
        </p:txBody>
      </p:sp>
      <p:sp>
        <p:nvSpPr>
          <p:cNvPr id="3" name="Content Placeholder 2">
            <a:extLst>
              <a:ext uri="{FF2B5EF4-FFF2-40B4-BE49-F238E27FC236}">
                <a16:creationId xmlns:a16="http://schemas.microsoft.com/office/drawing/2014/main" id="{5BFDA21D-1607-A8EB-C1A4-0099A5CBA017}"/>
              </a:ext>
            </a:extLst>
          </p:cNvPr>
          <p:cNvSpPr>
            <a:spLocks noGrp="1"/>
          </p:cNvSpPr>
          <p:nvPr>
            <p:ph sz="half" idx="1"/>
          </p:nvPr>
        </p:nvSpPr>
        <p:spPr/>
        <p:txBody>
          <a:bodyPr>
            <a:noAutofit/>
          </a:bodyPr>
          <a:lstStyle/>
          <a:p>
            <a:pPr marL="0" indent="0" algn="just">
              <a:buNone/>
            </a:pPr>
            <a:endParaRPr lang="en-AU" altLang="zh-CN" dirty="0"/>
          </a:p>
          <a:p>
            <a:pPr marL="0" indent="0" algn="just">
              <a:buNone/>
            </a:pPr>
            <a:r>
              <a:rPr lang="zh-CN" altLang="en-US" sz="5400" b="1" dirty="0"/>
              <a:t>恭读耶肋米亚先知书</a:t>
            </a:r>
            <a:endParaRPr lang="en-US" altLang="zh-CN" sz="5400" b="1" dirty="0"/>
          </a:p>
          <a:p>
            <a:pPr marL="0" indent="0" algn="just">
              <a:buNone/>
            </a:pPr>
            <a:endParaRPr lang="en-US" altLang="zh-CN" sz="700" dirty="0"/>
          </a:p>
        </p:txBody>
      </p:sp>
      <p:sp>
        <p:nvSpPr>
          <p:cNvPr id="4" name="Content Placeholder 3">
            <a:extLst>
              <a:ext uri="{FF2B5EF4-FFF2-40B4-BE49-F238E27FC236}">
                <a16:creationId xmlns:a16="http://schemas.microsoft.com/office/drawing/2014/main" id="{6FDCAEF7-A91E-A3B0-C105-243D54641932}"/>
              </a:ext>
            </a:extLst>
          </p:cNvPr>
          <p:cNvSpPr>
            <a:spLocks noGrp="1"/>
          </p:cNvSpPr>
          <p:nvPr>
            <p:ph sz="half" idx="2"/>
          </p:nvPr>
        </p:nvSpPr>
        <p:spPr/>
        <p:txBody>
          <a:bodyPr>
            <a:noAutofit/>
          </a:bodyPr>
          <a:lstStyle/>
          <a:p>
            <a:pPr marL="0" indent="0" algn="just">
              <a:buNone/>
            </a:pPr>
            <a:endParaRPr lang="en-US" sz="3200" dirty="0"/>
          </a:p>
          <a:p>
            <a:pPr marL="0" indent="0" algn="just">
              <a:buNone/>
            </a:pPr>
            <a:r>
              <a:rPr lang="en-US" sz="3200" dirty="0"/>
              <a:t>A reading from the prophet Jeremiah</a:t>
            </a:r>
          </a:p>
        </p:txBody>
      </p:sp>
    </p:spTree>
    <p:extLst>
      <p:ext uri="{BB962C8B-B14F-4D97-AF65-F5344CB8AC3E}">
        <p14:creationId xmlns:p14="http://schemas.microsoft.com/office/powerpoint/2010/main" val="29409235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CF7344-7185-DCDE-1364-DFC7012945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AC359B-755A-B9D9-9C53-9FB5F05835EC}"/>
              </a:ext>
            </a:extLst>
          </p:cNvPr>
          <p:cNvSpPr>
            <a:spLocks noGrp="1"/>
          </p:cNvSpPr>
          <p:nvPr>
            <p:ph type="title"/>
          </p:nvPr>
        </p:nvSpPr>
        <p:spPr/>
        <p:txBody>
          <a:bodyPr>
            <a:normAutofit fontScale="90000"/>
          </a:bodyPr>
          <a:lstStyle/>
          <a:p>
            <a:br>
              <a:rPr lang="en-AU" altLang="zh-TW" dirty="0"/>
            </a:br>
            <a:r>
              <a:rPr lang="zh-TW" altLang="en-US" dirty="0"/>
              <a:t>读经一  </a:t>
            </a:r>
            <a:r>
              <a:rPr lang="en-US" altLang="zh-TW" dirty="0"/>
              <a:t>First Reading</a:t>
            </a:r>
            <a:r>
              <a:rPr lang="zh-TW" altLang="en-US" dirty="0"/>
              <a:t>　</a:t>
            </a:r>
            <a:br>
              <a:rPr lang="zh-TW" altLang="en-US" dirty="0"/>
            </a:br>
            <a:endParaRPr lang="en-AU" dirty="0"/>
          </a:p>
        </p:txBody>
      </p:sp>
      <p:sp>
        <p:nvSpPr>
          <p:cNvPr id="3" name="Content Placeholder 2">
            <a:extLst>
              <a:ext uri="{FF2B5EF4-FFF2-40B4-BE49-F238E27FC236}">
                <a16:creationId xmlns:a16="http://schemas.microsoft.com/office/drawing/2014/main" id="{92B47849-9EE4-FD61-315D-2B5E2F12151D}"/>
              </a:ext>
            </a:extLst>
          </p:cNvPr>
          <p:cNvSpPr>
            <a:spLocks noGrp="1"/>
          </p:cNvSpPr>
          <p:nvPr>
            <p:ph sz="half" idx="1"/>
          </p:nvPr>
        </p:nvSpPr>
        <p:spPr/>
        <p:txBody>
          <a:bodyPr>
            <a:noAutofit/>
          </a:bodyPr>
          <a:lstStyle/>
          <a:p>
            <a:pPr marL="0" indent="0" algn="just">
              <a:buNone/>
            </a:pPr>
            <a:endParaRPr lang="en-US" altLang="zh-CN" sz="700" dirty="0"/>
          </a:p>
          <a:p>
            <a:pPr marL="0" indent="0" algn="just">
              <a:buNone/>
            </a:pPr>
            <a:r>
              <a:rPr lang="zh-CN" altLang="en-US" dirty="0"/>
              <a:t>耶肋米亚说：我听到很多人的耳语：“惊慌四起！你们揭发谁，我们就必对他提出控诉。”</a:t>
            </a:r>
            <a:endParaRPr lang="en-AU" dirty="0"/>
          </a:p>
        </p:txBody>
      </p:sp>
      <p:sp>
        <p:nvSpPr>
          <p:cNvPr id="4" name="Content Placeholder 3">
            <a:extLst>
              <a:ext uri="{FF2B5EF4-FFF2-40B4-BE49-F238E27FC236}">
                <a16:creationId xmlns:a16="http://schemas.microsoft.com/office/drawing/2014/main" id="{7BE3A6C4-0FEF-EBBD-3F21-610E9F988F82}"/>
              </a:ext>
            </a:extLst>
          </p:cNvPr>
          <p:cNvSpPr>
            <a:spLocks noGrp="1"/>
          </p:cNvSpPr>
          <p:nvPr>
            <p:ph sz="half" idx="2"/>
          </p:nvPr>
        </p:nvSpPr>
        <p:spPr/>
        <p:txBody>
          <a:bodyPr>
            <a:noAutofit/>
          </a:bodyPr>
          <a:lstStyle/>
          <a:p>
            <a:pPr marL="0" indent="0" algn="just">
              <a:buNone/>
            </a:pPr>
            <a:r>
              <a:rPr lang="en-GB" sz="3200" dirty="0"/>
              <a:t>Jeremiah said: </a:t>
            </a:r>
          </a:p>
          <a:p>
            <a:pPr marL="0" indent="0" algn="just">
              <a:buNone/>
            </a:pPr>
            <a:r>
              <a:rPr lang="en-GB" sz="3200" dirty="0"/>
              <a:t>I hear so many disparaging me, ‘“Terror from every side!” Denounce him! Let us denounce him!’</a:t>
            </a:r>
          </a:p>
        </p:txBody>
      </p:sp>
    </p:spTree>
    <p:extLst>
      <p:ext uri="{BB962C8B-B14F-4D97-AF65-F5344CB8AC3E}">
        <p14:creationId xmlns:p14="http://schemas.microsoft.com/office/powerpoint/2010/main" val="39427670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36AABB-6377-A1A0-893A-3E5524C1B8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F9E3AF-BE10-14C4-9910-2CD707D79019}"/>
              </a:ext>
            </a:extLst>
          </p:cNvPr>
          <p:cNvSpPr>
            <a:spLocks noGrp="1"/>
          </p:cNvSpPr>
          <p:nvPr>
            <p:ph type="title"/>
          </p:nvPr>
        </p:nvSpPr>
        <p:spPr/>
        <p:txBody>
          <a:bodyPr>
            <a:normAutofit fontScale="90000"/>
          </a:bodyPr>
          <a:lstStyle/>
          <a:p>
            <a:br>
              <a:rPr lang="en-AU" altLang="zh-TW" dirty="0"/>
            </a:br>
            <a:r>
              <a:rPr lang="zh-TW" altLang="en-US" dirty="0"/>
              <a:t>读经一  </a:t>
            </a:r>
            <a:r>
              <a:rPr lang="en-US" altLang="zh-TW" dirty="0"/>
              <a:t>First Reading</a:t>
            </a:r>
            <a:r>
              <a:rPr lang="zh-TW" altLang="en-US" dirty="0"/>
              <a:t>　</a:t>
            </a:r>
            <a:br>
              <a:rPr lang="zh-TW" altLang="en-US" dirty="0"/>
            </a:br>
            <a:endParaRPr lang="en-AU" dirty="0"/>
          </a:p>
        </p:txBody>
      </p:sp>
      <p:sp>
        <p:nvSpPr>
          <p:cNvPr id="3" name="Content Placeholder 2">
            <a:extLst>
              <a:ext uri="{FF2B5EF4-FFF2-40B4-BE49-F238E27FC236}">
                <a16:creationId xmlns:a16="http://schemas.microsoft.com/office/drawing/2014/main" id="{02DABEC3-63D4-F344-1A1D-7C29178F6D7D}"/>
              </a:ext>
            </a:extLst>
          </p:cNvPr>
          <p:cNvSpPr>
            <a:spLocks noGrp="1"/>
          </p:cNvSpPr>
          <p:nvPr>
            <p:ph sz="half" idx="1"/>
          </p:nvPr>
        </p:nvSpPr>
        <p:spPr/>
        <p:txBody>
          <a:bodyPr>
            <a:normAutofit/>
          </a:bodyPr>
          <a:lstStyle/>
          <a:p>
            <a:pPr marL="0" indent="0" algn="just" hangingPunct="0">
              <a:buNone/>
            </a:pPr>
            <a:r>
              <a:rPr lang="zh-CN" altLang="en-US" dirty="0"/>
              <a:t>甚至我的友好们也都在侦察我的破绽：“也许他会入彀，我们必能制胜他，对他施行报复。”</a:t>
            </a:r>
          </a:p>
        </p:txBody>
      </p:sp>
      <p:sp>
        <p:nvSpPr>
          <p:cNvPr id="4" name="Content Placeholder 3">
            <a:extLst>
              <a:ext uri="{FF2B5EF4-FFF2-40B4-BE49-F238E27FC236}">
                <a16:creationId xmlns:a16="http://schemas.microsoft.com/office/drawing/2014/main" id="{114C1BCE-E544-27AF-DBC2-030FC5993F7C}"/>
              </a:ext>
            </a:extLst>
          </p:cNvPr>
          <p:cNvSpPr>
            <a:spLocks noGrp="1"/>
          </p:cNvSpPr>
          <p:nvPr>
            <p:ph sz="half" idx="2"/>
          </p:nvPr>
        </p:nvSpPr>
        <p:spPr/>
        <p:txBody>
          <a:bodyPr>
            <a:normAutofit/>
          </a:bodyPr>
          <a:lstStyle/>
          <a:p>
            <a:pPr marL="0" indent="0" algn="just">
              <a:buNone/>
            </a:pPr>
            <a:r>
              <a:rPr lang="en-GB" sz="3200" dirty="0"/>
              <a:t>All those who used to be my friends watched for my downfall, ‘Perhaps he will be seduced into error. Then we will master him and take our revenge!’ </a:t>
            </a:r>
          </a:p>
        </p:txBody>
      </p:sp>
    </p:spTree>
    <p:extLst>
      <p:ext uri="{BB962C8B-B14F-4D97-AF65-F5344CB8AC3E}">
        <p14:creationId xmlns:p14="http://schemas.microsoft.com/office/powerpoint/2010/main" val="42152481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F4BD53-424A-0531-0CE4-120DE71478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1262DB-43ED-84D0-89D4-E0B24DA2F43E}"/>
              </a:ext>
            </a:extLst>
          </p:cNvPr>
          <p:cNvSpPr>
            <a:spLocks noGrp="1"/>
          </p:cNvSpPr>
          <p:nvPr>
            <p:ph type="title"/>
          </p:nvPr>
        </p:nvSpPr>
        <p:spPr/>
        <p:txBody>
          <a:bodyPr>
            <a:normAutofit fontScale="90000"/>
          </a:bodyPr>
          <a:lstStyle/>
          <a:p>
            <a:br>
              <a:rPr lang="en-AU" altLang="zh-TW" dirty="0"/>
            </a:br>
            <a:r>
              <a:rPr lang="zh-TW" altLang="en-US" dirty="0"/>
              <a:t>读经一  </a:t>
            </a:r>
            <a:r>
              <a:rPr lang="en-US" altLang="zh-TW" dirty="0"/>
              <a:t>First Reading</a:t>
            </a:r>
            <a:r>
              <a:rPr lang="zh-TW" altLang="en-US" dirty="0"/>
              <a:t>　</a:t>
            </a:r>
            <a:br>
              <a:rPr lang="zh-TW" altLang="en-US" dirty="0"/>
            </a:br>
            <a:endParaRPr lang="en-AU" dirty="0"/>
          </a:p>
        </p:txBody>
      </p:sp>
      <p:sp>
        <p:nvSpPr>
          <p:cNvPr id="3" name="Content Placeholder 2">
            <a:extLst>
              <a:ext uri="{FF2B5EF4-FFF2-40B4-BE49-F238E27FC236}">
                <a16:creationId xmlns:a16="http://schemas.microsoft.com/office/drawing/2014/main" id="{D6305EA1-9BDE-BD78-2D1F-268789A26F92}"/>
              </a:ext>
            </a:extLst>
          </p:cNvPr>
          <p:cNvSpPr>
            <a:spLocks noGrp="1"/>
          </p:cNvSpPr>
          <p:nvPr>
            <p:ph sz="half" idx="1"/>
          </p:nvPr>
        </p:nvSpPr>
        <p:spPr/>
        <p:txBody>
          <a:bodyPr>
            <a:normAutofit/>
          </a:bodyPr>
          <a:lstStyle/>
          <a:p>
            <a:pPr marL="0" indent="0" algn="just" hangingPunct="0">
              <a:buNone/>
            </a:pPr>
            <a:r>
              <a:rPr lang="zh-CN" altLang="en-US" dirty="0"/>
              <a:t>但是，上主与我同在，他好像一位孔武有力的战士；因此迫害我的人只有失败，决不能制胜；</a:t>
            </a:r>
            <a:endParaRPr lang="en-US" altLang="zh-CN" dirty="0"/>
          </a:p>
        </p:txBody>
      </p:sp>
      <p:sp>
        <p:nvSpPr>
          <p:cNvPr id="4" name="Content Placeholder 3">
            <a:extLst>
              <a:ext uri="{FF2B5EF4-FFF2-40B4-BE49-F238E27FC236}">
                <a16:creationId xmlns:a16="http://schemas.microsoft.com/office/drawing/2014/main" id="{5EB182E5-3F08-0F2E-C43C-8D7A382EB32E}"/>
              </a:ext>
            </a:extLst>
          </p:cNvPr>
          <p:cNvSpPr>
            <a:spLocks noGrp="1"/>
          </p:cNvSpPr>
          <p:nvPr>
            <p:ph sz="half" idx="2"/>
          </p:nvPr>
        </p:nvSpPr>
        <p:spPr/>
        <p:txBody>
          <a:bodyPr>
            <a:noAutofit/>
          </a:bodyPr>
          <a:lstStyle/>
          <a:p>
            <a:pPr marL="0" indent="0" algn="just">
              <a:buNone/>
            </a:pPr>
            <a:r>
              <a:rPr lang="en-GB" sz="3200" dirty="0"/>
              <a:t>But the Lord is at my side, a mighty hero; my opponents will stumble, mastered, confounded by their failure; </a:t>
            </a:r>
            <a:endParaRPr lang="en-AU" sz="3600" dirty="0"/>
          </a:p>
        </p:txBody>
      </p:sp>
    </p:spTree>
    <p:extLst>
      <p:ext uri="{BB962C8B-B14F-4D97-AF65-F5344CB8AC3E}">
        <p14:creationId xmlns:p14="http://schemas.microsoft.com/office/powerpoint/2010/main" val="1555732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B43063-4A72-CE0C-7FCE-EBD959A0A9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B95FD1-1F60-3B60-C3F9-1C2F703DCE40}"/>
              </a:ext>
            </a:extLst>
          </p:cNvPr>
          <p:cNvSpPr>
            <a:spLocks noGrp="1"/>
          </p:cNvSpPr>
          <p:nvPr>
            <p:ph type="title"/>
          </p:nvPr>
        </p:nvSpPr>
        <p:spPr/>
        <p:txBody>
          <a:bodyPr>
            <a:normAutofit fontScale="90000"/>
          </a:bodyPr>
          <a:lstStyle/>
          <a:p>
            <a:br>
              <a:rPr lang="en-AU" altLang="zh-TW" dirty="0"/>
            </a:br>
            <a:r>
              <a:rPr lang="zh-TW" altLang="en-US" dirty="0"/>
              <a:t>读经一  </a:t>
            </a:r>
            <a:r>
              <a:rPr lang="en-US" altLang="zh-TW" dirty="0"/>
              <a:t>First Reading</a:t>
            </a:r>
            <a:r>
              <a:rPr lang="zh-TW" altLang="en-US" dirty="0"/>
              <a:t>　</a:t>
            </a:r>
            <a:br>
              <a:rPr lang="zh-TW" altLang="en-US" dirty="0"/>
            </a:br>
            <a:endParaRPr lang="en-AU" dirty="0"/>
          </a:p>
        </p:txBody>
      </p:sp>
      <p:sp>
        <p:nvSpPr>
          <p:cNvPr id="3" name="Content Placeholder 2">
            <a:extLst>
              <a:ext uri="{FF2B5EF4-FFF2-40B4-BE49-F238E27FC236}">
                <a16:creationId xmlns:a16="http://schemas.microsoft.com/office/drawing/2014/main" id="{3DEB2014-25F3-C967-A4BF-73515123868D}"/>
              </a:ext>
            </a:extLst>
          </p:cNvPr>
          <p:cNvSpPr>
            <a:spLocks noGrp="1"/>
          </p:cNvSpPr>
          <p:nvPr>
            <p:ph sz="half" idx="1"/>
          </p:nvPr>
        </p:nvSpPr>
        <p:spPr/>
        <p:txBody>
          <a:bodyPr>
            <a:normAutofit/>
          </a:bodyPr>
          <a:lstStyle/>
          <a:p>
            <a:pPr marL="0" indent="0" algn="just">
              <a:buNone/>
            </a:pPr>
            <a:r>
              <a:rPr lang="zh-CN" altLang="en-US" dirty="0"/>
              <a:t>他们谋事不成，必将蒙受极大的耻辱，永不可磨灭的耻辱。</a:t>
            </a:r>
            <a:endParaRPr lang="en-AU" altLang="zh-CN" dirty="0"/>
          </a:p>
        </p:txBody>
      </p:sp>
      <p:sp>
        <p:nvSpPr>
          <p:cNvPr id="4" name="Content Placeholder 3">
            <a:extLst>
              <a:ext uri="{FF2B5EF4-FFF2-40B4-BE49-F238E27FC236}">
                <a16:creationId xmlns:a16="http://schemas.microsoft.com/office/drawing/2014/main" id="{06B4F823-28EB-CE37-CBA2-D52908186922}"/>
              </a:ext>
            </a:extLst>
          </p:cNvPr>
          <p:cNvSpPr>
            <a:spLocks noGrp="1"/>
          </p:cNvSpPr>
          <p:nvPr>
            <p:ph sz="half" idx="2"/>
          </p:nvPr>
        </p:nvSpPr>
        <p:spPr/>
        <p:txBody>
          <a:bodyPr>
            <a:normAutofit/>
          </a:bodyPr>
          <a:lstStyle/>
          <a:p>
            <a:pPr marL="0" indent="0" algn="just">
              <a:buNone/>
            </a:pPr>
            <a:r>
              <a:rPr lang="en-GB" sz="3200" dirty="0"/>
              <a:t>everlasting, unforgettable disgrace will be theirs. </a:t>
            </a:r>
          </a:p>
        </p:txBody>
      </p:sp>
    </p:spTree>
    <p:extLst>
      <p:ext uri="{BB962C8B-B14F-4D97-AF65-F5344CB8AC3E}">
        <p14:creationId xmlns:p14="http://schemas.microsoft.com/office/powerpoint/2010/main" val="26689458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B43063-4A72-CE0C-7FCE-EBD959A0A9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B95FD1-1F60-3B60-C3F9-1C2F703DCE40}"/>
              </a:ext>
            </a:extLst>
          </p:cNvPr>
          <p:cNvSpPr>
            <a:spLocks noGrp="1"/>
          </p:cNvSpPr>
          <p:nvPr>
            <p:ph type="title"/>
          </p:nvPr>
        </p:nvSpPr>
        <p:spPr/>
        <p:txBody>
          <a:bodyPr>
            <a:normAutofit fontScale="90000"/>
          </a:bodyPr>
          <a:lstStyle/>
          <a:p>
            <a:br>
              <a:rPr lang="en-AU" altLang="zh-TW" dirty="0"/>
            </a:br>
            <a:r>
              <a:rPr lang="zh-TW" altLang="en-US" dirty="0"/>
              <a:t>读经一  </a:t>
            </a:r>
            <a:r>
              <a:rPr lang="en-US" altLang="zh-TW" dirty="0"/>
              <a:t>First Reading</a:t>
            </a:r>
            <a:r>
              <a:rPr lang="zh-TW" altLang="en-US" dirty="0"/>
              <a:t>　</a:t>
            </a:r>
            <a:br>
              <a:rPr lang="zh-TW" altLang="en-US" dirty="0"/>
            </a:br>
            <a:endParaRPr lang="en-AU" dirty="0"/>
          </a:p>
        </p:txBody>
      </p:sp>
      <p:sp>
        <p:nvSpPr>
          <p:cNvPr id="3" name="Content Placeholder 2">
            <a:extLst>
              <a:ext uri="{FF2B5EF4-FFF2-40B4-BE49-F238E27FC236}">
                <a16:creationId xmlns:a16="http://schemas.microsoft.com/office/drawing/2014/main" id="{3DEB2014-25F3-C967-A4BF-73515123868D}"/>
              </a:ext>
            </a:extLst>
          </p:cNvPr>
          <p:cNvSpPr>
            <a:spLocks noGrp="1"/>
          </p:cNvSpPr>
          <p:nvPr>
            <p:ph sz="half" idx="1"/>
          </p:nvPr>
        </p:nvSpPr>
        <p:spPr/>
        <p:txBody>
          <a:bodyPr>
            <a:normAutofit/>
          </a:bodyPr>
          <a:lstStyle/>
          <a:p>
            <a:pPr marL="0" indent="0" algn="just">
              <a:buNone/>
            </a:pPr>
            <a:r>
              <a:rPr lang="zh-CN" altLang="en-US" dirty="0"/>
              <a:t>万军的上主啊！你考验义人，洞察人的肝胆肺腑；我既向你诉说了我的案情，愿你使我看见你对他们的报复。</a:t>
            </a:r>
            <a:endParaRPr lang="en-AU" altLang="zh-CN" dirty="0"/>
          </a:p>
        </p:txBody>
      </p:sp>
      <p:sp>
        <p:nvSpPr>
          <p:cNvPr id="4" name="Content Placeholder 3">
            <a:extLst>
              <a:ext uri="{FF2B5EF4-FFF2-40B4-BE49-F238E27FC236}">
                <a16:creationId xmlns:a16="http://schemas.microsoft.com/office/drawing/2014/main" id="{06B4F823-28EB-CE37-CBA2-D52908186922}"/>
              </a:ext>
            </a:extLst>
          </p:cNvPr>
          <p:cNvSpPr>
            <a:spLocks noGrp="1"/>
          </p:cNvSpPr>
          <p:nvPr>
            <p:ph sz="half" idx="2"/>
          </p:nvPr>
        </p:nvSpPr>
        <p:spPr/>
        <p:txBody>
          <a:bodyPr>
            <a:noAutofit/>
          </a:bodyPr>
          <a:lstStyle/>
          <a:p>
            <a:pPr marL="0" indent="0" algn="just">
              <a:buNone/>
            </a:pPr>
            <a:r>
              <a:rPr lang="en-GB" sz="3200" dirty="0"/>
              <a:t>But you, Lord of Hosts, you who probe with justice, who scrutinise the loins and heart, let me see the vengeance you will take on them, for I have committed my cause to you. </a:t>
            </a:r>
          </a:p>
        </p:txBody>
      </p:sp>
    </p:spTree>
    <p:extLst>
      <p:ext uri="{BB962C8B-B14F-4D97-AF65-F5344CB8AC3E}">
        <p14:creationId xmlns:p14="http://schemas.microsoft.com/office/powerpoint/2010/main" val="31541170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92EA3F-39D7-241C-7B77-6BE0BEAB3C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878FDE-C2FF-F856-584C-2EB8398A9776}"/>
              </a:ext>
            </a:extLst>
          </p:cNvPr>
          <p:cNvSpPr>
            <a:spLocks noGrp="1"/>
          </p:cNvSpPr>
          <p:nvPr>
            <p:ph type="title"/>
          </p:nvPr>
        </p:nvSpPr>
        <p:spPr/>
        <p:txBody>
          <a:bodyPr>
            <a:normAutofit fontScale="90000"/>
          </a:bodyPr>
          <a:lstStyle/>
          <a:p>
            <a:br>
              <a:rPr lang="en-AU" altLang="zh-TW" dirty="0"/>
            </a:br>
            <a:r>
              <a:rPr lang="zh-TW" altLang="en-US" dirty="0"/>
              <a:t>读经一  </a:t>
            </a:r>
            <a:r>
              <a:rPr lang="en-US" altLang="zh-TW" dirty="0"/>
              <a:t>First Reading</a:t>
            </a:r>
            <a:r>
              <a:rPr lang="zh-TW" altLang="en-US" dirty="0"/>
              <a:t>　</a:t>
            </a:r>
            <a:br>
              <a:rPr lang="zh-TW" altLang="en-US" dirty="0"/>
            </a:br>
            <a:endParaRPr lang="en-AU" dirty="0"/>
          </a:p>
        </p:txBody>
      </p:sp>
      <p:sp>
        <p:nvSpPr>
          <p:cNvPr id="3" name="Content Placeholder 2">
            <a:extLst>
              <a:ext uri="{FF2B5EF4-FFF2-40B4-BE49-F238E27FC236}">
                <a16:creationId xmlns:a16="http://schemas.microsoft.com/office/drawing/2014/main" id="{6B4D5AB4-2CA7-3495-CA36-46298CD978F2}"/>
              </a:ext>
            </a:extLst>
          </p:cNvPr>
          <p:cNvSpPr>
            <a:spLocks noGrp="1"/>
          </p:cNvSpPr>
          <p:nvPr>
            <p:ph sz="half" idx="1"/>
          </p:nvPr>
        </p:nvSpPr>
        <p:spPr/>
        <p:txBody>
          <a:bodyPr>
            <a:normAutofit/>
          </a:bodyPr>
          <a:lstStyle/>
          <a:p>
            <a:pPr marL="0" indent="0" algn="just">
              <a:buNone/>
            </a:pPr>
            <a:r>
              <a:rPr lang="zh-CN" altLang="en-US" dirty="0"/>
              <a:t>你们应歌颂上主，赞扬上主，因为他从恶人手中，救出了穷苦人的性命。</a:t>
            </a:r>
            <a:endParaRPr lang="en-AU" altLang="zh-CN" dirty="0"/>
          </a:p>
        </p:txBody>
      </p:sp>
      <p:sp>
        <p:nvSpPr>
          <p:cNvPr id="4" name="Content Placeholder 3">
            <a:extLst>
              <a:ext uri="{FF2B5EF4-FFF2-40B4-BE49-F238E27FC236}">
                <a16:creationId xmlns:a16="http://schemas.microsoft.com/office/drawing/2014/main" id="{D6EC17D9-1FA1-4B74-1755-41A4101C5465}"/>
              </a:ext>
            </a:extLst>
          </p:cNvPr>
          <p:cNvSpPr>
            <a:spLocks noGrp="1"/>
          </p:cNvSpPr>
          <p:nvPr>
            <p:ph sz="half" idx="2"/>
          </p:nvPr>
        </p:nvSpPr>
        <p:spPr/>
        <p:txBody>
          <a:bodyPr>
            <a:noAutofit/>
          </a:bodyPr>
          <a:lstStyle/>
          <a:p>
            <a:pPr marL="0" indent="0" algn="just">
              <a:buNone/>
            </a:pPr>
            <a:r>
              <a:rPr lang="en-GB" sz="3200" dirty="0"/>
              <a:t>Sing to the Lord, praise the Lord, for he has delivered the soul of the needy from the hands of evil men. </a:t>
            </a:r>
          </a:p>
        </p:txBody>
      </p:sp>
    </p:spTree>
    <p:extLst>
      <p:ext uri="{BB962C8B-B14F-4D97-AF65-F5344CB8AC3E}">
        <p14:creationId xmlns:p14="http://schemas.microsoft.com/office/powerpoint/2010/main" val="3135936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62D8A6-DA3C-F7DC-DA11-BE46ECFEF6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DD7CE7-AD54-E5FD-023C-303BA5AAFFD8}"/>
              </a:ext>
            </a:extLst>
          </p:cNvPr>
          <p:cNvSpPr>
            <a:spLocks noGrp="1"/>
          </p:cNvSpPr>
          <p:nvPr>
            <p:ph type="title"/>
          </p:nvPr>
        </p:nvSpPr>
        <p:spPr/>
        <p:txBody>
          <a:bodyPr>
            <a:normAutofit fontScale="90000"/>
          </a:bodyPr>
          <a:lstStyle/>
          <a:p>
            <a:br>
              <a:rPr lang="en-AU" altLang="zh-TW" dirty="0"/>
            </a:br>
            <a:r>
              <a:rPr lang="zh-TW" altLang="en-US" dirty="0"/>
              <a:t>读经一  </a:t>
            </a:r>
            <a:r>
              <a:rPr lang="en-US" altLang="zh-TW" dirty="0"/>
              <a:t>First Reading</a:t>
            </a:r>
            <a:r>
              <a:rPr lang="zh-TW" altLang="en-US" dirty="0"/>
              <a:t>　</a:t>
            </a:r>
            <a:br>
              <a:rPr lang="zh-TW" altLang="en-US" dirty="0"/>
            </a:br>
            <a:endParaRPr lang="en-AU" dirty="0"/>
          </a:p>
        </p:txBody>
      </p:sp>
      <p:sp>
        <p:nvSpPr>
          <p:cNvPr id="3" name="Content Placeholder 2">
            <a:extLst>
              <a:ext uri="{FF2B5EF4-FFF2-40B4-BE49-F238E27FC236}">
                <a16:creationId xmlns:a16="http://schemas.microsoft.com/office/drawing/2014/main" id="{7BB1EA30-0B05-59FD-4B8C-3C8C12D69531}"/>
              </a:ext>
            </a:extLst>
          </p:cNvPr>
          <p:cNvSpPr>
            <a:spLocks noGrp="1"/>
          </p:cNvSpPr>
          <p:nvPr>
            <p:ph sz="half" idx="1"/>
          </p:nvPr>
        </p:nvSpPr>
        <p:spPr/>
        <p:txBody>
          <a:bodyPr>
            <a:normAutofit/>
          </a:bodyPr>
          <a:lstStyle/>
          <a:p>
            <a:pPr marL="0" indent="0" algn="just">
              <a:buNone/>
            </a:pPr>
            <a:endParaRPr lang="en-US" altLang="zh-CN" dirty="0"/>
          </a:p>
          <a:p>
            <a:pPr marL="0" indent="0" algn="just">
              <a:buNone/>
            </a:pPr>
            <a:r>
              <a:rPr lang="en-US" altLang="zh-CN" dirty="0"/>
              <a:t>——</a:t>
            </a:r>
            <a:r>
              <a:rPr lang="zh-CN" altLang="en-US" dirty="0"/>
              <a:t>上主的圣言。</a:t>
            </a:r>
            <a:endParaRPr lang="en-HK" altLang="zh-CN" dirty="0"/>
          </a:p>
          <a:p>
            <a:pPr marL="0" indent="0" algn="just">
              <a:buNone/>
            </a:pPr>
            <a:endParaRPr lang="en-AU" altLang="zh-TW" b="1" dirty="0"/>
          </a:p>
          <a:p>
            <a:pPr marL="0" indent="0" algn="just">
              <a:buNone/>
            </a:pPr>
            <a:r>
              <a:rPr lang="zh-CN" altLang="en-US" b="1" dirty="0"/>
              <a:t>答：</a:t>
            </a:r>
            <a:r>
              <a:rPr lang="zh-TW" altLang="en-US" b="1" dirty="0"/>
              <a:t>感谢天主。</a:t>
            </a:r>
            <a:endParaRPr lang="en-AU" altLang="zh-CN" b="1" dirty="0"/>
          </a:p>
        </p:txBody>
      </p:sp>
      <p:sp>
        <p:nvSpPr>
          <p:cNvPr id="4" name="Content Placeholder 3">
            <a:extLst>
              <a:ext uri="{FF2B5EF4-FFF2-40B4-BE49-F238E27FC236}">
                <a16:creationId xmlns:a16="http://schemas.microsoft.com/office/drawing/2014/main" id="{675BFEF2-7C0C-1E3A-0D88-0B2A27D126D9}"/>
              </a:ext>
            </a:extLst>
          </p:cNvPr>
          <p:cNvSpPr>
            <a:spLocks noGrp="1"/>
          </p:cNvSpPr>
          <p:nvPr>
            <p:ph sz="half" idx="2"/>
          </p:nvPr>
        </p:nvSpPr>
        <p:spPr/>
        <p:txBody>
          <a:bodyPr>
            <a:noAutofit/>
          </a:bodyPr>
          <a:lstStyle/>
          <a:p>
            <a:pPr marL="0" indent="0" algn="just">
              <a:buNone/>
            </a:pPr>
            <a:endParaRPr lang="en-GB" sz="3200" dirty="0"/>
          </a:p>
          <a:p>
            <a:pPr marL="0" indent="0" algn="just">
              <a:buNone/>
            </a:pPr>
            <a:r>
              <a:rPr lang="en-GB" sz="3200" dirty="0"/>
              <a:t>The word of the Lord.</a:t>
            </a:r>
          </a:p>
          <a:p>
            <a:pPr marL="0" indent="0" algn="just">
              <a:buNone/>
            </a:pPr>
            <a:endParaRPr lang="en-GB" sz="3200" dirty="0"/>
          </a:p>
          <a:p>
            <a:pPr marL="0" indent="0" algn="just">
              <a:buNone/>
            </a:pPr>
            <a:r>
              <a:rPr lang="en-GB" sz="3200" b="1" dirty="0"/>
              <a:t>Thanks be to God.</a:t>
            </a:r>
            <a:endParaRPr lang="en-AU" sz="3200" b="1" dirty="0"/>
          </a:p>
        </p:txBody>
      </p:sp>
    </p:spTree>
    <p:extLst>
      <p:ext uri="{BB962C8B-B14F-4D97-AF65-F5344CB8AC3E}">
        <p14:creationId xmlns:p14="http://schemas.microsoft.com/office/powerpoint/2010/main" val="30486623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5D9BE3-A321-9802-6DAA-A45010F2CA21}"/>
              </a:ext>
            </a:extLst>
          </p:cNvPr>
          <p:cNvSpPr>
            <a:spLocks noGrp="1"/>
          </p:cNvSpPr>
          <p:nvPr>
            <p:ph type="title"/>
          </p:nvPr>
        </p:nvSpPr>
        <p:spPr/>
        <p:txBody>
          <a:bodyPr>
            <a:normAutofit fontScale="90000"/>
          </a:bodyPr>
          <a:lstStyle/>
          <a:p>
            <a:br>
              <a:rPr lang="en-AU" altLang="zh-TW" dirty="0"/>
            </a:br>
            <a:r>
              <a:rPr lang="zh-TW" altLang="en-US" dirty="0"/>
              <a:t>答唱咏  </a:t>
            </a:r>
            <a:r>
              <a:rPr lang="en-AU" dirty="0"/>
              <a:t>Responsorial Psalm　</a:t>
            </a:r>
            <a:br>
              <a:rPr lang="en-AU" dirty="0"/>
            </a:br>
            <a:endParaRPr lang="en-AU" dirty="0"/>
          </a:p>
        </p:txBody>
      </p:sp>
      <p:sp>
        <p:nvSpPr>
          <p:cNvPr id="3" name="Content Placeholder 2">
            <a:extLst>
              <a:ext uri="{FF2B5EF4-FFF2-40B4-BE49-F238E27FC236}">
                <a16:creationId xmlns:a16="http://schemas.microsoft.com/office/drawing/2014/main" id="{24675F73-4DD9-F995-5F88-F7379DC0DD7C}"/>
              </a:ext>
            </a:extLst>
          </p:cNvPr>
          <p:cNvSpPr>
            <a:spLocks noGrp="1"/>
          </p:cNvSpPr>
          <p:nvPr>
            <p:ph sz="half" idx="1"/>
          </p:nvPr>
        </p:nvSpPr>
        <p:spPr/>
        <p:txBody>
          <a:bodyPr/>
          <a:lstStyle/>
          <a:p>
            <a:pPr marL="0" indent="0" algn="just">
              <a:buNone/>
            </a:pPr>
            <a:r>
              <a:rPr lang="zh-CN" altLang="en-US" b="1" dirty="0"/>
              <a:t>答：</a:t>
            </a:r>
            <a:r>
              <a:rPr lang="en-AU" b="1" dirty="0"/>
              <a:t> 天主</a:t>
            </a:r>
            <a:r>
              <a:rPr lang="zh-CN" altLang="en-US" b="1" dirty="0"/>
              <a:t>，</a:t>
            </a:r>
            <a:r>
              <a:rPr lang="en-AU" b="1" dirty="0"/>
              <a:t>你是慈爱的</a:t>
            </a:r>
            <a:r>
              <a:rPr lang="zh-CN" altLang="en-US" b="1" dirty="0"/>
              <a:t>，</a:t>
            </a:r>
            <a:r>
              <a:rPr lang="en-AU" b="1" dirty="0"/>
              <a:t>求你俯允我。</a:t>
            </a:r>
            <a:endParaRPr lang="en-AU" dirty="0"/>
          </a:p>
        </p:txBody>
      </p:sp>
      <p:sp>
        <p:nvSpPr>
          <p:cNvPr id="4" name="Content Placeholder 3">
            <a:extLst>
              <a:ext uri="{FF2B5EF4-FFF2-40B4-BE49-F238E27FC236}">
                <a16:creationId xmlns:a16="http://schemas.microsoft.com/office/drawing/2014/main" id="{681EBDC4-E261-9081-01A9-72EC4B4A4E88}"/>
              </a:ext>
            </a:extLst>
          </p:cNvPr>
          <p:cNvSpPr>
            <a:spLocks noGrp="1"/>
          </p:cNvSpPr>
          <p:nvPr>
            <p:ph sz="half" idx="2"/>
          </p:nvPr>
        </p:nvSpPr>
        <p:spPr/>
        <p:txBody>
          <a:bodyPr>
            <a:normAutofit/>
          </a:bodyPr>
          <a:lstStyle/>
          <a:p>
            <a:pPr marL="0" indent="0" algn="just">
              <a:buNone/>
            </a:pPr>
            <a:r>
              <a:rPr lang="en-AU" sz="3200" b="1" dirty="0"/>
              <a:t>R. </a:t>
            </a:r>
            <a:r>
              <a:rPr lang="en-GB" sz="3200" b="1" dirty="0"/>
              <a:t>Lord, in your great love, answer me. </a:t>
            </a:r>
            <a:endParaRPr lang="en-AU" sz="3200" b="1" dirty="0"/>
          </a:p>
        </p:txBody>
      </p:sp>
    </p:spTree>
    <p:extLst>
      <p:ext uri="{BB962C8B-B14F-4D97-AF65-F5344CB8AC3E}">
        <p14:creationId xmlns:p14="http://schemas.microsoft.com/office/powerpoint/2010/main" val="30239804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E3488D-F02E-4BF1-54E3-EBF761368D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17F903-9504-182F-6635-A5724C875B78}"/>
              </a:ext>
            </a:extLst>
          </p:cNvPr>
          <p:cNvSpPr>
            <a:spLocks noGrp="1"/>
          </p:cNvSpPr>
          <p:nvPr>
            <p:ph type="title"/>
          </p:nvPr>
        </p:nvSpPr>
        <p:spPr/>
        <p:txBody>
          <a:bodyPr>
            <a:normAutofit fontScale="90000"/>
          </a:bodyPr>
          <a:lstStyle/>
          <a:p>
            <a:br>
              <a:rPr lang="en-AU" altLang="zh-TW" dirty="0"/>
            </a:br>
            <a:r>
              <a:rPr lang="zh-TW" altLang="en-US" dirty="0"/>
              <a:t>答唱咏  </a:t>
            </a:r>
            <a:r>
              <a:rPr lang="en-AU" dirty="0"/>
              <a:t>Responsorial Psalm　</a:t>
            </a:r>
            <a:br>
              <a:rPr lang="en-AU" dirty="0"/>
            </a:br>
            <a:endParaRPr lang="en-AU" dirty="0"/>
          </a:p>
        </p:txBody>
      </p:sp>
      <p:sp>
        <p:nvSpPr>
          <p:cNvPr id="3" name="Content Placeholder 2">
            <a:extLst>
              <a:ext uri="{FF2B5EF4-FFF2-40B4-BE49-F238E27FC236}">
                <a16:creationId xmlns:a16="http://schemas.microsoft.com/office/drawing/2014/main" id="{AE0C8BDB-F938-BDCB-6F79-1804E32B82C0}"/>
              </a:ext>
            </a:extLst>
          </p:cNvPr>
          <p:cNvSpPr>
            <a:spLocks noGrp="1"/>
          </p:cNvSpPr>
          <p:nvPr>
            <p:ph sz="half" idx="1"/>
          </p:nvPr>
        </p:nvSpPr>
        <p:spPr/>
        <p:txBody>
          <a:bodyPr>
            <a:normAutofit/>
          </a:bodyPr>
          <a:lstStyle/>
          <a:p>
            <a:pPr marL="0" indent="0" algn="just" hangingPunct="0">
              <a:buNone/>
            </a:pPr>
            <a:r>
              <a:rPr lang="zh-CN" altLang="en-US" dirty="0"/>
              <a:t>领：上主，我为了你饱受轻慢，害得我满面羞惭。兄弟把我视为过路客，同胞拿我当作陌生人。</a:t>
            </a:r>
            <a:endParaRPr lang="en-AU" dirty="0"/>
          </a:p>
        </p:txBody>
      </p:sp>
      <p:sp>
        <p:nvSpPr>
          <p:cNvPr id="4" name="Content Placeholder 3">
            <a:extLst>
              <a:ext uri="{FF2B5EF4-FFF2-40B4-BE49-F238E27FC236}">
                <a16:creationId xmlns:a16="http://schemas.microsoft.com/office/drawing/2014/main" id="{2EE9A442-C612-417C-CABA-315F3C5E0DBD}"/>
              </a:ext>
            </a:extLst>
          </p:cNvPr>
          <p:cNvSpPr>
            <a:spLocks noGrp="1"/>
          </p:cNvSpPr>
          <p:nvPr>
            <p:ph sz="half" idx="2"/>
          </p:nvPr>
        </p:nvSpPr>
        <p:spPr/>
        <p:txBody>
          <a:bodyPr>
            <a:noAutofit/>
          </a:bodyPr>
          <a:lstStyle/>
          <a:p>
            <a:pPr marL="0" indent="0" algn="just">
              <a:buNone/>
            </a:pPr>
            <a:r>
              <a:rPr lang="en-GB" sz="3200" dirty="0"/>
              <a:t>It is for you that I suffer taunts, that shame covers my face, that I have become a stranger to my brothers,</a:t>
            </a:r>
            <a:endParaRPr lang="en-US" sz="3200" b="1" dirty="0"/>
          </a:p>
        </p:txBody>
      </p:sp>
    </p:spTree>
    <p:extLst>
      <p:ext uri="{BB962C8B-B14F-4D97-AF65-F5344CB8AC3E}">
        <p14:creationId xmlns:p14="http://schemas.microsoft.com/office/powerpoint/2010/main" val="27938323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5B21D5-341A-7E4D-4D08-EAD8ADFAB9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1E9F1A-7EDD-A329-DB3D-88097DD178E1}"/>
              </a:ext>
            </a:extLst>
          </p:cNvPr>
          <p:cNvSpPr>
            <a:spLocks noGrp="1"/>
          </p:cNvSpPr>
          <p:nvPr>
            <p:ph type="title"/>
          </p:nvPr>
        </p:nvSpPr>
        <p:spPr/>
        <p:txBody>
          <a:bodyPr>
            <a:normAutofit fontScale="90000"/>
          </a:bodyPr>
          <a:lstStyle/>
          <a:p>
            <a:br>
              <a:rPr lang="en-AU" altLang="zh-TW" dirty="0"/>
            </a:br>
            <a:r>
              <a:rPr lang="zh-TW" altLang="en-US" dirty="0"/>
              <a:t>答唱咏  </a:t>
            </a:r>
            <a:r>
              <a:rPr lang="en-AU" dirty="0"/>
              <a:t>Responsorial Psalm　</a:t>
            </a:r>
            <a:br>
              <a:rPr lang="en-AU" dirty="0"/>
            </a:br>
            <a:endParaRPr lang="en-AU" dirty="0"/>
          </a:p>
        </p:txBody>
      </p:sp>
      <p:sp>
        <p:nvSpPr>
          <p:cNvPr id="3" name="Content Placeholder 2">
            <a:extLst>
              <a:ext uri="{FF2B5EF4-FFF2-40B4-BE49-F238E27FC236}">
                <a16:creationId xmlns:a16="http://schemas.microsoft.com/office/drawing/2014/main" id="{34102931-6A40-8C6B-EA8B-ABBD9DE3388C}"/>
              </a:ext>
            </a:extLst>
          </p:cNvPr>
          <p:cNvSpPr>
            <a:spLocks noGrp="1"/>
          </p:cNvSpPr>
          <p:nvPr>
            <p:ph sz="half" idx="1"/>
          </p:nvPr>
        </p:nvSpPr>
        <p:spPr/>
        <p:txBody>
          <a:bodyPr>
            <a:normAutofit/>
          </a:bodyPr>
          <a:lstStyle/>
          <a:p>
            <a:pPr marL="0" indent="0" algn="just" hangingPunct="0">
              <a:buNone/>
            </a:pPr>
            <a:r>
              <a:rPr lang="zh-CN" altLang="en-US" dirty="0"/>
              <a:t>领：我对你的圣殿满怀热忱，而致心力交瘁，辱骂你的话都落在我身上。</a:t>
            </a:r>
            <a:endParaRPr lang="en-AU" dirty="0"/>
          </a:p>
        </p:txBody>
      </p:sp>
      <p:sp>
        <p:nvSpPr>
          <p:cNvPr id="4" name="Content Placeholder 3">
            <a:extLst>
              <a:ext uri="{FF2B5EF4-FFF2-40B4-BE49-F238E27FC236}">
                <a16:creationId xmlns:a16="http://schemas.microsoft.com/office/drawing/2014/main" id="{1F74429B-2945-EBEE-798B-CA6FF383A401}"/>
              </a:ext>
            </a:extLst>
          </p:cNvPr>
          <p:cNvSpPr>
            <a:spLocks noGrp="1"/>
          </p:cNvSpPr>
          <p:nvPr>
            <p:ph sz="half" idx="2"/>
          </p:nvPr>
        </p:nvSpPr>
        <p:spPr/>
        <p:txBody>
          <a:bodyPr>
            <a:noAutofit/>
          </a:bodyPr>
          <a:lstStyle/>
          <a:p>
            <a:pPr marL="0" indent="0" algn="just">
              <a:buNone/>
            </a:pPr>
            <a:r>
              <a:rPr lang="en-GB" sz="3200" dirty="0"/>
              <a:t>an alien to my own mother’s sons. I burn with zeal for your house and taunts against you fall on me. </a:t>
            </a:r>
          </a:p>
        </p:txBody>
      </p:sp>
    </p:spTree>
    <p:extLst>
      <p:ext uri="{BB962C8B-B14F-4D97-AF65-F5344CB8AC3E}">
        <p14:creationId xmlns:p14="http://schemas.microsoft.com/office/powerpoint/2010/main" val="22101195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444E25-0DDD-019F-4ECF-5AB346FAA0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4647E7-C7DD-005F-D4C1-9EEE0513D08F}"/>
              </a:ext>
            </a:extLst>
          </p:cNvPr>
          <p:cNvSpPr>
            <a:spLocks noGrp="1"/>
          </p:cNvSpPr>
          <p:nvPr>
            <p:ph type="title"/>
          </p:nvPr>
        </p:nvSpPr>
        <p:spPr/>
        <p:txBody>
          <a:bodyPr>
            <a:normAutofit fontScale="90000"/>
          </a:bodyPr>
          <a:lstStyle/>
          <a:p>
            <a:br>
              <a:rPr lang="en-AU" altLang="zh-TW" dirty="0"/>
            </a:br>
            <a:r>
              <a:rPr lang="zh-TW" altLang="en-US" dirty="0"/>
              <a:t>答唱咏  </a:t>
            </a:r>
            <a:r>
              <a:rPr lang="en-AU" dirty="0"/>
              <a:t>Responsorial Psalm　</a:t>
            </a:r>
            <a:br>
              <a:rPr lang="en-AU" dirty="0"/>
            </a:br>
            <a:endParaRPr lang="en-AU" dirty="0"/>
          </a:p>
        </p:txBody>
      </p:sp>
      <p:sp>
        <p:nvSpPr>
          <p:cNvPr id="3" name="Content Placeholder 2">
            <a:extLst>
              <a:ext uri="{FF2B5EF4-FFF2-40B4-BE49-F238E27FC236}">
                <a16:creationId xmlns:a16="http://schemas.microsoft.com/office/drawing/2014/main" id="{42C23FF7-2CF6-269A-C92C-E3B181B7535C}"/>
              </a:ext>
            </a:extLst>
          </p:cNvPr>
          <p:cNvSpPr>
            <a:spLocks noGrp="1"/>
          </p:cNvSpPr>
          <p:nvPr>
            <p:ph sz="half" idx="1"/>
          </p:nvPr>
        </p:nvSpPr>
        <p:spPr/>
        <p:txBody>
          <a:bodyPr/>
          <a:lstStyle/>
          <a:p>
            <a:pPr marL="0" indent="0" algn="just">
              <a:buNone/>
            </a:pPr>
            <a:r>
              <a:rPr lang="zh-CN" altLang="en-US" b="1" dirty="0"/>
              <a:t>答：</a:t>
            </a:r>
            <a:r>
              <a:rPr lang="en-AU" b="1" dirty="0"/>
              <a:t> 天主</a:t>
            </a:r>
            <a:r>
              <a:rPr lang="zh-CN" altLang="en-US" b="1" dirty="0"/>
              <a:t>，</a:t>
            </a:r>
            <a:r>
              <a:rPr lang="en-AU" b="1" dirty="0"/>
              <a:t>你是慈爱的</a:t>
            </a:r>
            <a:r>
              <a:rPr lang="zh-CN" altLang="en-US" b="1" dirty="0"/>
              <a:t>，</a:t>
            </a:r>
            <a:r>
              <a:rPr lang="en-AU" b="1" dirty="0"/>
              <a:t>求你俯允我。</a:t>
            </a:r>
            <a:endParaRPr lang="en-AU" dirty="0"/>
          </a:p>
        </p:txBody>
      </p:sp>
      <p:sp>
        <p:nvSpPr>
          <p:cNvPr id="4" name="Content Placeholder 3">
            <a:extLst>
              <a:ext uri="{FF2B5EF4-FFF2-40B4-BE49-F238E27FC236}">
                <a16:creationId xmlns:a16="http://schemas.microsoft.com/office/drawing/2014/main" id="{9BC69806-2AEB-7813-F8E7-191F5B8BB761}"/>
              </a:ext>
            </a:extLst>
          </p:cNvPr>
          <p:cNvSpPr>
            <a:spLocks noGrp="1"/>
          </p:cNvSpPr>
          <p:nvPr>
            <p:ph sz="half" idx="2"/>
          </p:nvPr>
        </p:nvSpPr>
        <p:spPr/>
        <p:txBody>
          <a:bodyPr>
            <a:normAutofit/>
          </a:bodyPr>
          <a:lstStyle/>
          <a:p>
            <a:pPr marL="0" indent="0" algn="just">
              <a:buNone/>
            </a:pPr>
            <a:r>
              <a:rPr lang="en-AU" sz="3200" b="1" dirty="0"/>
              <a:t>R. </a:t>
            </a:r>
            <a:r>
              <a:rPr lang="en-GB" sz="3200" b="1" dirty="0"/>
              <a:t>Lord, in your great love, answer me. </a:t>
            </a:r>
            <a:endParaRPr lang="en-AU" sz="3200" b="1" dirty="0"/>
          </a:p>
        </p:txBody>
      </p:sp>
    </p:spTree>
    <p:extLst>
      <p:ext uri="{BB962C8B-B14F-4D97-AF65-F5344CB8AC3E}">
        <p14:creationId xmlns:p14="http://schemas.microsoft.com/office/powerpoint/2010/main" val="13342559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7DD62D-8C3D-9CB6-1C25-5832AF0644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491FC7-FC49-3689-2AF2-03CBD2181922}"/>
              </a:ext>
            </a:extLst>
          </p:cNvPr>
          <p:cNvSpPr>
            <a:spLocks noGrp="1"/>
          </p:cNvSpPr>
          <p:nvPr>
            <p:ph type="title"/>
          </p:nvPr>
        </p:nvSpPr>
        <p:spPr/>
        <p:txBody>
          <a:bodyPr>
            <a:normAutofit fontScale="90000"/>
          </a:bodyPr>
          <a:lstStyle/>
          <a:p>
            <a:br>
              <a:rPr lang="en-AU" altLang="zh-TW" dirty="0"/>
            </a:br>
            <a:r>
              <a:rPr lang="zh-TW" altLang="en-US" dirty="0"/>
              <a:t>答唱咏  </a:t>
            </a:r>
            <a:r>
              <a:rPr lang="en-AU" dirty="0"/>
              <a:t>Responsorial Psalm　</a:t>
            </a:r>
            <a:br>
              <a:rPr lang="en-AU" dirty="0"/>
            </a:br>
            <a:endParaRPr lang="en-AU" dirty="0"/>
          </a:p>
        </p:txBody>
      </p:sp>
      <p:sp>
        <p:nvSpPr>
          <p:cNvPr id="3" name="Content Placeholder 2">
            <a:extLst>
              <a:ext uri="{FF2B5EF4-FFF2-40B4-BE49-F238E27FC236}">
                <a16:creationId xmlns:a16="http://schemas.microsoft.com/office/drawing/2014/main" id="{F947BE64-4735-EEB2-2BC6-54F98918FE54}"/>
              </a:ext>
            </a:extLst>
          </p:cNvPr>
          <p:cNvSpPr>
            <a:spLocks noGrp="1"/>
          </p:cNvSpPr>
          <p:nvPr>
            <p:ph sz="half" idx="1"/>
          </p:nvPr>
        </p:nvSpPr>
        <p:spPr/>
        <p:txBody>
          <a:bodyPr>
            <a:normAutofit/>
          </a:bodyPr>
          <a:lstStyle/>
          <a:p>
            <a:pPr marL="0" indent="0" algn="just">
              <a:buNone/>
            </a:pPr>
            <a:r>
              <a:rPr lang="zh-CN" altLang="en-US" dirty="0"/>
              <a:t>领：上主，在你施恩的时候，我恳切祈求你。</a:t>
            </a:r>
            <a:endParaRPr lang="en-AU" dirty="0"/>
          </a:p>
        </p:txBody>
      </p:sp>
      <p:sp>
        <p:nvSpPr>
          <p:cNvPr id="4" name="Content Placeholder 3">
            <a:extLst>
              <a:ext uri="{FF2B5EF4-FFF2-40B4-BE49-F238E27FC236}">
                <a16:creationId xmlns:a16="http://schemas.microsoft.com/office/drawing/2014/main" id="{3D0A84D0-CC37-9D81-B7A4-3C2D5FF1434B}"/>
              </a:ext>
            </a:extLst>
          </p:cNvPr>
          <p:cNvSpPr>
            <a:spLocks noGrp="1"/>
          </p:cNvSpPr>
          <p:nvPr>
            <p:ph sz="half" idx="2"/>
          </p:nvPr>
        </p:nvSpPr>
        <p:spPr/>
        <p:txBody>
          <a:bodyPr>
            <a:normAutofit/>
          </a:bodyPr>
          <a:lstStyle/>
          <a:p>
            <a:pPr marL="0" indent="0" algn="just">
              <a:buNone/>
            </a:pPr>
            <a:r>
              <a:rPr lang="en-GB" sz="3200" dirty="0"/>
              <a:t>This is my prayer to you, my prayer for your favour. </a:t>
            </a:r>
            <a:endParaRPr lang="en-US" sz="3200" b="1" dirty="0"/>
          </a:p>
        </p:txBody>
      </p:sp>
    </p:spTree>
    <p:extLst>
      <p:ext uri="{BB962C8B-B14F-4D97-AF65-F5344CB8AC3E}">
        <p14:creationId xmlns:p14="http://schemas.microsoft.com/office/powerpoint/2010/main" val="6097500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AC4F4-AC85-3C91-989C-49575882E7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A5EFE2-F8AD-45D5-9443-0D1FD452FF28}"/>
              </a:ext>
            </a:extLst>
          </p:cNvPr>
          <p:cNvSpPr>
            <a:spLocks noGrp="1"/>
          </p:cNvSpPr>
          <p:nvPr>
            <p:ph type="title"/>
          </p:nvPr>
        </p:nvSpPr>
        <p:spPr/>
        <p:txBody>
          <a:bodyPr>
            <a:normAutofit fontScale="90000"/>
          </a:bodyPr>
          <a:lstStyle/>
          <a:p>
            <a:br>
              <a:rPr lang="en-AU" altLang="zh-TW" dirty="0"/>
            </a:br>
            <a:r>
              <a:rPr lang="zh-TW" altLang="en-US" dirty="0"/>
              <a:t>答唱咏  </a:t>
            </a:r>
            <a:r>
              <a:rPr lang="en-AU" dirty="0"/>
              <a:t>Responsorial Psalm　</a:t>
            </a:r>
            <a:br>
              <a:rPr lang="en-AU" dirty="0"/>
            </a:br>
            <a:endParaRPr lang="en-AU" dirty="0"/>
          </a:p>
        </p:txBody>
      </p:sp>
      <p:sp>
        <p:nvSpPr>
          <p:cNvPr id="3" name="Content Placeholder 2">
            <a:extLst>
              <a:ext uri="{FF2B5EF4-FFF2-40B4-BE49-F238E27FC236}">
                <a16:creationId xmlns:a16="http://schemas.microsoft.com/office/drawing/2014/main" id="{5112DDED-F6C1-C4D3-40B9-87C30B3992FD}"/>
              </a:ext>
            </a:extLst>
          </p:cNvPr>
          <p:cNvSpPr>
            <a:spLocks noGrp="1"/>
          </p:cNvSpPr>
          <p:nvPr>
            <p:ph sz="half" idx="1"/>
          </p:nvPr>
        </p:nvSpPr>
        <p:spPr/>
        <p:txBody>
          <a:bodyPr>
            <a:normAutofit/>
          </a:bodyPr>
          <a:lstStyle/>
          <a:p>
            <a:pPr marL="0" indent="0" algn="just">
              <a:buNone/>
            </a:pPr>
            <a:r>
              <a:rPr lang="zh-CN" altLang="en-US" dirty="0"/>
              <a:t>领：天主，你是慈爱的，求你俯允我；你是正义的，求你拯救我。上主，你仁爱慈祥，求你俯听我。</a:t>
            </a:r>
            <a:endParaRPr lang="en-AU" dirty="0"/>
          </a:p>
        </p:txBody>
      </p:sp>
      <p:sp>
        <p:nvSpPr>
          <p:cNvPr id="4" name="Content Placeholder 3">
            <a:extLst>
              <a:ext uri="{FF2B5EF4-FFF2-40B4-BE49-F238E27FC236}">
                <a16:creationId xmlns:a16="http://schemas.microsoft.com/office/drawing/2014/main" id="{423AE8CE-7ED5-982F-74E9-0EE0E25D3719}"/>
              </a:ext>
            </a:extLst>
          </p:cNvPr>
          <p:cNvSpPr>
            <a:spLocks noGrp="1"/>
          </p:cNvSpPr>
          <p:nvPr>
            <p:ph sz="half" idx="2"/>
          </p:nvPr>
        </p:nvSpPr>
        <p:spPr/>
        <p:txBody>
          <a:bodyPr>
            <a:normAutofit/>
          </a:bodyPr>
          <a:lstStyle/>
          <a:p>
            <a:pPr marL="0" indent="0" algn="just">
              <a:buNone/>
            </a:pPr>
            <a:r>
              <a:rPr lang="en-GB" sz="3200" dirty="0"/>
              <a:t>In your great love, answer me, O God, with your help that never fails: Lord, answer, for your love is kind; in your compassion, turn towards me. </a:t>
            </a:r>
          </a:p>
        </p:txBody>
      </p:sp>
    </p:spTree>
    <p:extLst>
      <p:ext uri="{BB962C8B-B14F-4D97-AF65-F5344CB8AC3E}">
        <p14:creationId xmlns:p14="http://schemas.microsoft.com/office/powerpoint/2010/main" val="2667360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B2AF0E-210C-0100-2DBA-D12B43BCCB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D2A0D7-2D9F-D13C-CB16-2612AFE33BC6}"/>
              </a:ext>
            </a:extLst>
          </p:cNvPr>
          <p:cNvSpPr>
            <a:spLocks noGrp="1"/>
          </p:cNvSpPr>
          <p:nvPr>
            <p:ph type="title"/>
          </p:nvPr>
        </p:nvSpPr>
        <p:spPr/>
        <p:txBody>
          <a:bodyPr>
            <a:normAutofit fontScale="90000"/>
          </a:bodyPr>
          <a:lstStyle/>
          <a:p>
            <a:br>
              <a:rPr lang="en-AU" altLang="zh-TW" dirty="0"/>
            </a:br>
            <a:r>
              <a:rPr lang="zh-TW" altLang="en-US" dirty="0"/>
              <a:t>答唱咏  </a:t>
            </a:r>
            <a:r>
              <a:rPr lang="en-AU" dirty="0"/>
              <a:t>Responsorial Psalm　</a:t>
            </a:r>
            <a:br>
              <a:rPr lang="en-AU" dirty="0"/>
            </a:br>
            <a:endParaRPr lang="en-AU" dirty="0"/>
          </a:p>
        </p:txBody>
      </p:sp>
      <p:sp>
        <p:nvSpPr>
          <p:cNvPr id="3" name="Content Placeholder 2">
            <a:extLst>
              <a:ext uri="{FF2B5EF4-FFF2-40B4-BE49-F238E27FC236}">
                <a16:creationId xmlns:a16="http://schemas.microsoft.com/office/drawing/2014/main" id="{85EDCE8C-91C5-8EBC-0B70-C61080D34853}"/>
              </a:ext>
            </a:extLst>
          </p:cNvPr>
          <p:cNvSpPr>
            <a:spLocks noGrp="1"/>
          </p:cNvSpPr>
          <p:nvPr>
            <p:ph sz="half" idx="1"/>
          </p:nvPr>
        </p:nvSpPr>
        <p:spPr/>
        <p:txBody>
          <a:bodyPr/>
          <a:lstStyle/>
          <a:p>
            <a:pPr marL="0" indent="0" algn="just">
              <a:buNone/>
            </a:pPr>
            <a:r>
              <a:rPr lang="zh-CN" altLang="en-US" b="1" dirty="0"/>
              <a:t>答：</a:t>
            </a:r>
            <a:r>
              <a:rPr lang="en-AU" b="1" dirty="0"/>
              <a:t> 天主</a:t>
            </a:r>
            <a:r>
              <a:rPr lang="zh-CN" altLang="en-US" b="1" dirty="0"/>
              <a:t>，</a:t>
            </a:r>
            <a:r>
              <a:rPr lang="en-AU" b="1" dirty="0"/>
              <a:t>你是慈爱的</a:t>
            </a:r>
            <a:r>
              <a:rPr lang="zh-CN" altLang="en-US" b="1" dirty="0"/>
              <a:t>，</a:t>
            </a:r>
            <a:r>
              <a:rPr lang="en-AU" b="1" dirty="0"/>
              <a:t>求你俯允我。</a:t>
            </a:r>
            <a:endParaRPr lang="en-AU" dirty="0"/>
          </a:p>
        </p:txBody>
      </p:sp>
      <p:sp>
        <p:nvSpPr>
          <p:cNvPr id="4" name="Content Placeholder 3">
            <a:extLst>
              <a:ext uri="{FF2B5EF4-FFF2-40B4-BE49-F238E27FC236}">
                <a16:creationId xmlns:a16="http://schemas.microsoft.com/office/drawing/2014/main" id="{8028D0B8-E5B6-56D5-D1C1-07552FC58A39}"/>
              </a:ext>
            </a:extLst>
          </p:cNvPr>
          <p:cNvSpPr>
            <a:spLocks noGrp="1"/>
          </p:cNvSpPr>
          <p:nvPr>
            <p:ph sz="half" idx="2"/>
          </p:nvPr>
        </p:nvSpPr>
        <p:spPr/>
        <p:txBody>
          <a:bodyPr>
            <a:normAutofit/>
          </a:bodyPr>
          <a:lstStyle/>
          <a:p>
            <a:pPr marL="0" indent="0" algn="just">
              <a:buNone/>
            </a:pPr>
            <a:r>
              <a:rPr lang="en-AU" sz="3200" b="1" dirty="0"/>
              <a:t>R. </a:t>
            </a:r>
            <a:r>
              <a:rPr lang="en-GB" sz="3200" b="1" dirty="0"/>
              <a:t>Lord, in your great love, answer me. </a:t>
            </a:r>
            <a:endParaRPr lang="en-AU" sz="3200" b="1" dirty="0"/>
          </a:p>
        </p:txBody>
      </p:sp>
    </p:spTree>
    <p:extLst>
      <p:ext uri="{BB962C8B-B14F-4D97-AF65-F5344CB8AC3E}">
        <p14:creationId xmlns:p14="http://schemas.microsoft.com/office/powerpoint/2010/main" val="11355270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EACA34-8809-EEAD-89EF-28EBA792FE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D20F8F-58B4-050B-E5DA-70FF3D011AC2}"/>
              </a:ext>
            </a:extLst>
          </p:cNvPr>
          <p:cNvSpPr>
            <a:spLocks noGrp="1"/>
          </p:cNvSpPr>
          <p:nvPr>
            <p:ph type="title"/>
          </p:nvPr>
        </p:nvSpPr>
        <p:spPr/>
        <p:txBody>
          <a:bodyPr>
            <a:normAutofit fontScale="90000"/>
          </a:bodyPr>
          <a:lstStyle/>
          <a:p>
            <a:br>
              <a:rPr lang="en-AU" altLang="zh-TW" dirty="0"/>
            </a:br>
            <a:r>
              <a:rPr lang="zh-TW" altLang="en-US" dirty="0"/>
              <a:t>答唱咏  </a:t>
            </a:r>
            <a:r>
              <a:rPr lang="en-AU" dirty="0"/>
              <a:t>Responsorial Psalm　</a:t>
            </a:r>
            <a:br>
              <a:rPr lang="en-AU" dirty="0"/>
            </a:br>
            <a:endParaRPr lang="en-AU" dirty="0"/>
          </a:p>
        </p:txBody>
      </p:sp>
      <p:sp>
        <p:nvSpPr>
          <p:cNvPr id="3" name="Content Placeholder 2">
            <a:extLst>
              <a:ext uri="{FF2B5EF4-FFF2-40B4-BE49-F238E27FC236}">
                <a16:creationId xmlns:a16="http://schemas.microsoft.com/office/drawing/2014/main" id="{85A5C170-6FDD-ACA7-1838-8833D0A73B17}"/>
              </a:ext>
            </a:extLst>
          </p:cNvPr>
          <p:cNvSpPr>
            <a:spLocks noGrp="1"/>
          </p:cNvSpPr>
          <p:nvPr>
            <p:ph sz="half" idx="1"/>
          </p:nvPr>
        </p:nvSpPr>
        <p:spPr/>
        <p:txBody>
          <a:bodyPr>
            <a:normAutofit/>
          </a:bodyPr>
          <a:lstStyle/>
          <a:p>
            <a:pPr marL="0" indent="0" algn="just">
              <a:buNone/>
            </a:pPr>
            <a:r>
              <a:rPr lang="zh-CN" altLang="en-US" dirty="0"/>
              <a:t>领：谦卑的人看见了，必要欢欣鼓舞，你们要寻求天主，必会满心喜乐。</a:t>
            </a:r>
            <a:endParaRPr lang="en-AU" dirty="0"/>
          </a:p>
        </p:txBody>
      </p:sp>
      <p:sp>
        <p:nvSpPr>
          <p:cNvPr id="4" name="Content Placeholder 3">
            <a:extLst>
              <a:ext uri="{FF2B5EF4-FFF2-40B4-BE49-F238E27FC236}">
                <a16:creationId xmlns:a16="http://schemas.microsoft.com/office/drawing/2014/main" id="{16ED9D13-6371-D08C-8652-1B6F5AC0812F}"/>
              </a:ext>
            </a:extLst>
          </p:cNvPr>
          <p:cNvSpPr>
            <a:spLocks noGrp="1"/>
          </p:cNvSpPr>
          <p:nvPr>
            <p:ph sz="half" idx="2"/>
          </p:nvPr>
        </p:nvSpPr>
        <p:spPr/>
        <p:txBody>
          <a:bodyPr>
            <a:noAutofit/>
          </a:bodyPr>
          <a:lstStyle/>
          <a:p>
            <a:pPr marL="0" indent="0" algn="just">
              <a:buNone/>
            </a:pPr>
            <a:r>
              <a:rPr lang="en-GB" sz="3200" dirty="0"/>
              <a:t>The poor when they see it will be glad and God-seeking hearts will revive;</a:t>
            </a:r>
            <a:endParaRPr lang="en-US" sz="3200" b="1" dirty="0"/>
          </a:p>
        </p:txBody>
      </p:sp>
    </p:spTree>
    <p:extLst>
      <p:ext uri="{BB962C8B-B14F-4D97-AF65-F5344CB8AC3E}">
        <p14:creationId xmlns:p14="http://schemas.microsoft.com/office/powerpoint/2010/main" val="14572340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6B6AE7-085A-F2FD-42CD-0DDD31128C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CC5C81-CD81-19ED-AE39-16D6878742D7}"/>
              </a:ext>
            </a:extLst>
          </p:cNvPr>
          <p:cNvSpPr>
            <a:spLocks noGrp="1"/>
          </p:cNvSpPr>
          <p:nvPr>
            <p:ph type="title"/>
          </p:nvPr>
        </p:nvSpPr>
        <p:spPr/>
        <p:txBody>
          <a:bodyPr>
            <a:normAutofit fontScale="90000"/>
          </a:bodyPr>
          <a:lstStyle/>
          <a:p>
            <a:br>
              <a:rPr lang="en-AU" altLang="zh-TW" dirty="0"/>
            </a:br>
            <a:r>
              <a:rPr lang="zh-TW" altLang="en-US" dirty="0"/>
              <a:t>答唱咏  </a:t>
            </a:r>
            <a:r>
              <a:rPr lang="en-AU" dirty="0"/>
              <a:t>Responsorial Psalm　</a:t>
            </a:r>
            <a:br>
              <a:rPr lang="en-AU" dirty="0"/>
            </a:br>
            <a:endParaRPr lang="en-AU" dirty="0"/>
          </a:p>
        </p:txBody>
      </p:sp>
      <p:sp>
        <p:nvSpPr>
          <p:cNvPr id="3" name="Content Placeholder 2">
            <a:extLst>
              <a:ext uri="{FF2B5EF4-FFF2-40B4-BE49-F238E27FC236}">
                <a16:creationId xmlns:a16="http://schemas.microsoft.com/office/drawing/2014/main" id="{E049DF9B-21E7-D61C-DF29-7D33EB939D16}"/>
              </a:ext>
            </a:extLst>
          </p:cNvPr>
          <p:cNvSpPr>
            <a:spLocks noGrp="1"/>
          </p:cNvSpPr>
          <p:nvPr>
            <p:ph sz="half" idx="1"/>
          </p:nvPr>
        </p:nvSpPr>
        <p:spPr/>
        <p:txBody>
          <a:bodyPr>
            <a:normAutofit/>
          </a:bodyPr>
          <a:lstStyle/>
          <a:p>
            <a:pPr marL="0" indent="0" algn="just">
              <a:buNone/>
            </a:pPr>
            <a:r>
              <a:rPr lang="zh-CN" altLang="en-US" dirty="0"/>
              <a:t>领：因为上主常怜悯贫困的人，从不忘记被囚的人。愿高天和大地赞美上主， 愿海洋和水族颂扬天主。</a:t>
            </a:r>
          </a:p>
          <a:p>
            <a:pPr marL="0" indent="0" algn="just">
              <a:buNone/>
            </a:pPr>
            <a:endParaRPr lang="en-AU" dirty="0"/>
          </a:p>
        </p:txBody>
      </p:sp>
      <p:sp>
        <p:nvSpPr>
          <p:cNvPr id="4" name="Content Placeholder 3">
            <a:extLst>
              <a:ext uri="{FF2B5EF4-FFF2-40B4-BE49-F238E27FC236}">
                <a16:creationId xmlns:a16="http://schemas.microsoft.com/office/drawing/2014/main" id="{EAF094E2-668E-DB53-FABD-A23352722252}"/>
              </a:ext>
            </a:extLst>
          </p:cNvPr>
          <p:cNvSpPr>
            <a:spLocks noGrp="1"/>
          </p:cNvSpPr>
          <p:nvPr>
            <p:ph sz="half" idx="2"/>
          </p:nvPr>
        </p:nvSpPr>
        <p:spPr/>
        <p:txBody>
          <a:bodyPr>
            <a:noAutofit/>
          </a:bodyPr>
          <a:lstStyle/>
          <a:p>
            <a:pPr marL="0" indent="0" algn="just">
              <a:buNone/>
            </a:pPr>
            <a:r>
              <a:rPr lang="en-GB" sz="3200" dirty="0"/>
              <a:t>for the Lord listens to the needs and does not spurn servants in their chains. Let the heavens and the earth give him praise, the sea and all its living creatures. </a:t>
            </a:r>
          </a:p>
        </p:txBody>
      </p:sp>
    </p:spTree>
    <p:extLst>
      <p:ext uri="{BB962C8B-B14F-4D97-AF65-F5344CB8AC3E}">
        <p14:creationId xmlns:p14="http://schemas.microsoft.com/office/powerpoint/2010/main" val="24782719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DFF223-3290-6C18-B96E-7744E18EB1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8417E0-16E8-F0E3-6852-1EF9A2EA0F9C}"/>
              </a:ext>
            </a:extLst>
          </p:cNvPr>
          <p:cNvSpPr>
            <a:spLocks noGrp="1"/>
          </p:cNvSpPr>
          <p:nvPr>
            <p:ph type="title"/>
          </p:nvPr>
        </p:nvSpPr>
        <p:spPr/>
        <p:txBody>
          <a:bodyPr>
            <a:normAutofit fontScale="90000"/>
          </a:bodyPr>
          <a:lstStyle/>
          <a:p>
            <a:br>
              <a:rPr lang="en-AU" altLang="zh-TW" dirty="0"/>
            </a:br>
            <a:r>
              <a:rPr lang="zh-TW" altLang="en-US" dirty="0"/>
              <a:t>答唱咏  </a:t>
            </a:r>
            <a:r>
              <a:rPr lang="en-AU" dirty="0"/>
              <a:t>Responsorial Psalm　</a:t>
            </a:r>
            <a:br>
              <a:rPr lang="en-AU" dirty="0"/>
            </a:br>
            <a:endParaRPr lang="en-AU" dirty="0"/>
          </a:p>
        </p:txBody>
      </p:sp>
      <p:sp>
        <p:nvSpPr>
          <p:cNvPr id="3" name="Content Placeholder 2">
            <a:extLst>
              <a:ext uri="{FF2B5EF4-FFF2-40B4-BE49-F238E27FC236}">
                <a16:creationId xmlns:a16="http://schemas.microsoft.com/office/drawing/2014/main" id="{60593B8D-7A5A-D506-57FE-F1FD9AA59EBB}"/>
              </a:ext>
            </a:extLst>
          </p:cNvPr>
          <p:cNvSpPr>
            <a:spLocks noGrp="1"/>
          </p:cNvSpPr>
          <p:nvPr>
            <p:ph sz="half" idx="1"/>
          </p:nvPr>
        </p:nvSpPr>
        <p:spPr/>
        <p:txBody>
          <a:bodyPr/>
          <a:lstStyle/>
          <a:p>
            <a:pPr marL="0" indent="0" algn="just">
              <a:buNone/>
            </a:pPr>
            <a:r>
              <a:rPr lang="zh-CN" altLang="en-US" b="1" dirty="0"/>
              <a:t>答：</a:t>
            </a:r>
            <a:r>
              <a:rPr lang="en-AU" b="1" dirty="0"/>
              <a:t> 天主</a:t>
            </a:r>
            <a:r>
              <a:rPr lang="zh-CN" altLang="en-US" b="1" dirty="0"/>
              <a:t>，</a:t>
            </a:r>
            <a:r>
              <a:rPr lang="en-AU" b="1" dirty="0"/>
              <a:t>你是慈爱的</a:t>
            </a:r>
            <a:r>
              <a:rPr lang="zh-CN" altLang="en-US" b="1" dirty="0"/>
              <a:t>，</a:t>
            </a:r>
            <a:r>
              <a:rPr lang="en-AU" b="1" dirty="0"/>
              <a:t>求你俯允我。</a:t>
            </a:r>
            <a:endParaRPr lang="en-AU" dirty="0"/>
          </a:p>
        </p:txBody>
      </p:sp>
      <p:sp>
        <p:nvSpPr>
          <p:cNvPr id="4" name="Content Placeholder 3">
            <a:extLst>
              <a:ext uri="{FF2B5EF4-FFF2-40B4-BE49-F238E27FC236}">
                <a16:creationId xmlns:a16="http://schemas.microsoft.com/office/drawing/2014/main" id="{740BAD16-0C34-02E0-DBB4-2E0DD76D7A55}"/>
              </a:ext>
            </a:extLst>
          </p:cNvPr>
          <p:cNvSpPr>
            <a:spLocks noGrp="1"/>
          </p:cNvSpPr>
          <p:nvPr>
            <p:ph sz="half" idx="2"/>
          </p:nvPr>
        </p:nvSpPr>
        <p:spPr/>
        <p:txBody>
          <a:bodyPr>
            <a:normAutofit/>
          </a:bodyPr>
          <a:lstStyle/>
          <a:p>
            <a:pPr marL="0" indent="0" algn="just">
              <a:buNone/>
            </a:pPr>
            <a:r>
              <a:rPr lang="en-AU" sz="3200" b="1" dirty="0"/>
              <a:t>R. </a:t>
            </a:r>
            <a:r>
              <a:rPr lang="en-GB" sz="3200" b="1" dirty="0"/>
              <a:t>Lord, in your great love, answer me. </a:t>
            </a:r>
            <a:endParaRPr lang="en-AU" sz="3200" b="1" dirty="0"/>
          </a:p>
        </p:txBody>
      </p:sp>
    </p:spTree>
    <p:extLst>
      <p:ext uri="{BB962C8B-B14F-4D97-AF65-F5344CB8AC3E}">
        <p14:creationId xmlns:p14="http://schemas.microsoft.com/office/powerpoint/2010/main" val="22856387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2DB324-217A-7460-C1F2-03FAD3167137}"/>
              </a:ext>
            </a:extLst>
          </p:cNvPr>
          <p:cNvSpPr>
            <a:spLocks noGrp="1"/>
          </p:cNvSpPr>
          <p:nvPr>
            <p:ph type="title"/>
          </p:nvPr>
        </p:nvSpPr>
        <p:spPr/>
        <p:txBody>
          <a:bodyPr>
            <a:normAutofit fontScale="90000"/>
          </a:bodyPr>
          <a:lstStyle/>
          <a:p>
            <a:br>
              <a:rPr lang="en-AU" altLang="zh-TW" dirty="0"/>
            </a:br>
            <a:r>
              <a:rPr lang="zh-TW" altLang="en-US" dirty="0"/>
              <a:t>读经二  </a:t>
            </a:r>
            <a:r>
              <a:rPr lang="en-AU" dirty="0"/>
              <a:t>Second Reading　</a:t>
            </a:r>
            <a:br>
              <a:rPr lang="en-AU" dirty="0"/>
            </a:br>
            <a:endParaRPr lang="en-AU" dirty="0"/>
          </a:p>
        </p:txBody>
      </p:sp>
      <p:sp>
        <p:nvSpPr>
          <p:cNvPr id="3" name="Content Placeholder 2">
            <a:extLst>
              <a:ext uri="{FF2B5EF4-FFF2-40B4-BE49-F238E27FC236}">
                <a16:creationId xmlns:a16="http://schemas.microsoft.com/office/drawing/2014/main" id="{745490C7-114F-3554-EA97-5312202B27DA}"/>
              </a:ext>
            </a:extLst>
          </p:cNvPr>
          <p:cNvSpPr>
            <a:spLocks noGrp="1"/>
          </p:cNvSpPr>
          <p:nvPr>
            <p:ph sz="half" idx="1"/>
          </p:nvPr>
        </p:nvSpPr>
        <p:spPr/>
        <p:txBody>
          <a:bodyPr>
            <a:normAutofit/>
          </a:bodyPr>
          <a:lstStyle/>
          <a:p>
            <a:pPr marL="0" indent="0" algn="just">
              <a:buNone/>
            </a:pPr>
            <a:r>
              <a:rPr lang="zh-CN" altLang="en-US" b="1" dirty="0"/>
              <a:t>恭读圣保禄宗徒致罗马人书</a:t>
            </a:r>
            <a:endParaRPr lang="en-AU" altLang="zh-CN" b="1" dirty="0"/>
          </a:p>
          <a:p>
            <a:pPr marL="0" indent="0" algn="just">
              <a:buNone/>
            </a:pPr>
            <a:r>
              <a:rPr lang="zh-CN" altLang="en-US" dirty="0"/>
              <a:t>弟兄们：如同罪恶因着一个人进入了世界，死亡也藉着罪恶进入了世界；</a:t>
            </a:r>
            <a:endParaRPr lang="en-AU" dirty="0"/>
          </a:p>
        </p:txBody>
      </p:sp>
      <p:sp>
        <p:nvSpPr>
          <p:cNvPr id="4" name="Content Placeholder 3">
            <a:extLst>
              <a:ext uri="{FF2B5EF4-FFF2-40B4-BE49-F238E27FC236}">
                <a16:creationId xmlns:a16="http://schemas.microsoft.com/office/drawing/2014/main" id="{0D2BFF7B-C3A3-35F8-053C-083C99915F1F}"/>
              </a:ext>
            </a:extLst>
          </p:cNvPr>
          <p:cNvSpPr>
            <a:spLocks noGrp="1"/>
          </p:cNvSpPr>
          <p:nvPr>
            <p:ph sz="half" idx="2"/>
          </p:nvPr>
        </p:nvSpPr>
        <p:spPr/>
        <p:txBody>
          <a:bodyPr>
            <a:normAutofit/>
          </a:bodyPr>
          <a:lstStyle/>
          <a:p>
            <a:pPr marL="0" indent="0" algn="just">
              <a:buNone/>
            </a:pPr>
            <a:r>
              <a:rPr lang="en-GB" sz="3200" b="1" dirty="0"/>
              <a:t>A reading from the letter of St Paul to the Romans</a:t>
            </a:r>
          </a:p>
          <a:p>
            <a:pPr marL="0" indent="0" algn="just">
              <a:buNone/>
            </a:pPr>
            <a:r>
              <a:rPr lang="en-GB" sz="3200" dirty="0"/>
              <a:t>Sin entered the world through one man, and through sin death, and thus death has spread through the whole human race</a:t>
            </a:r>
            <a:endParaRPr lang="en-AU" sz="3200" dirty="0"/>
          </a:p>
        </p:txBody>
      </p:sp>
    </p:spTree>
    <p:extLst>
      <p:ext uri="{BB962C8B-B14F-4D97-AF65-F5344CB8AC3E}">
        <p14:creationId xmlns:p14="http://schemas.microsoft.com/office/powerpoint/2010/main" val="767421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F7E086-DDB8-F9DA-FD78-B42BBF1FC2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272116-6C30-5DB3-FE58-2E1B60E328C3}"/>
              </a:ext>
            </a:extLst>
          </p:cNvPr>
          <p:cNvSpPr>
            <a:spLocks noGrp="1"/>
          </p:cNvSpPr>
          <p:nvPr>
            <p:ph type="title"/>
          </p:nvPr>
        </p:nvSpPr>
        <p:spPr/>
        <p:txBody>
          <a:bodyPr>
            <a:normAutofit fontScale="90000"/>
          </a:bodyPr>
          <a:lstStyle/>
          <a:p>
            <a:br>
              <a:rPr lang="en-AU" altLang="zh-TW" dirty="0"/>
            </a:br>
            <a:r>
              <a:rPr lang="zh-TW" altLang="en-US" dirty="0"/>
              <a:t>读经二  </a:t>
            </a:r>
            <a:r>
              <a:rPr lang="en-AU" dirty="0"/>
              <a:t>Second Reading　</a:t>
            </a:r>
            <a:br>
              <a:rPr lang="en-AU" dirty="0"/>
            </a:br>
            <a:endParaRPr lang="en-AU" dirty="0"/>
          </a:p>
        </p:txBody>
      </p:sp>
      <p:sp>
        <p:nvSpPr>
          <p:cNvPr id="3" name="Content Placeholder 2">
            <a:extLst>
              <a:ext uri="{FF2B5EF4-FFF2-40B4-BE49-F238E27FC236}">
                <a16:creationId xmlns:a16="http://schemas.microsoft.com/office/drawing/2014/main" id="{E65AFDFE-50BD-4F24-A8BC-9EB732ED1C35}"/>
              </a:ext>
            </a:extLst>
          </p:cNvPr>
          <p:cNvSpPr>
            <a:spLocks noGrp="1"/>
          </p:cNvSpPr>
          <p:nvPr>
            <p:ph sz="half" idx="1"/>
          </p:nvPr>
        </p:nvSpPr>
        <p:spPr/>
        <p:txBody>
          <a:bodyPr>
            <a:normAutofit lnSpcReduction="10000"/>
          </a:bodyPr>
          <a:lstStyle/>
          <a:p>
            <a:pPr marL="0" indent="0" algn="just" hangingPunct="0">
              <a:buNone/>
            </a:pPr>
            <a:r>
              <a:rPr lang="zh-CN" altLang="en-US" dirty="0"/>
              <a:t>于是死亡就殃及全人类，因为人人都犯了罪。</a:t>
            </a:r>
            <a:r>
              <a:rPr lang="en-AU" dirty="0"/>
              <a:t> 没有法律之前， 世界上就有罪恶； 但是因为没有法律，罪恶本来也不该算是罪恶。</a:t>
            </a:r>
          </a:p>
        </p:txBody>
      </p:sp>
      <p:sp>
        <p:nvSpPr>
          <p:cNvPr id="4" name="Content Placeholder 3">
            <a:extLst>
              <a:ext uri="{FF2B5EF4-FFF2-40B4-BE49-F238E27FC236}">
                <a16:creationId xmlns:a16="http://schemas.microsoft.com/office/drawing/2014/main" id="{A945AC38-D7DD-060A-9745-7CC6984E4C9C}"/>
              </a:ext>
            </a:extLst>
          </p:cNvPr>
          <p:cNvSpPr>
            <a:spLocks noGrp="1"/>
          </p:cNvSpPr>
          <p:nvPr>
            <p:ph sz="half" idx="2"/>
          </p:nvPr>
        </p:nvSpPr>
        <p:spPr/>
        <p:txBody>
          <a:bodyPr>
            <a:normAutofit lnSpcReduction="10000"/>
          </a:bodyPr>
          <a:lstStyle/>
          <a:p>
            <a:pPr marL="0" indent="0" algn="just">
              <a:buNone/>
            </a:pPr>
            <a:r>
              <a:rPr lang="en-GB" sz="3200" dirty="0"/>
              <a:t>because everyone has sinned. Sin existed in the world long before the Law was given. There was no law and so no one could be accused of the sin of ‘law-breaking’, </a:t>
            </a:r>
          </a:p>
          <a:p>
            <a:pPr marL="0" indent="0" algn="just">
              <a:buNone/>
            </a:pPr>
            <a:endParaRPr lang="en-AU" sz="3200" dirty="0"/>
          </a:p>
        </p:txBody>
      </p:sp>
    </p:spTree>
    <p:extLst>
      <p:ext uri="{BB962C8B-B14F-4D97-AF65-F5344CB8AC3E}">
        <p14:creationId xmlns:p14="http://schemas.microsoft.com/office/powerpoint/2010/main" val="21826014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A2B92D-CCA3-58CC-DE70-5AD2CE07D079}"/>
              </a:ext>
            </a:extLst>
          </p:cNvPr>
          <p:cNvSpPr>
            <a:spLocks noGrp="1"/>
          </p:cNvSpPr>
          <p:nvPr>
            <p:ph type="title"/>
          </p:nvPr>
        </p:nvSpPr>
        <p:spPr/>
        <p:txBody>
          <a:bodyPr/>
          <a:lstStyle/>
          <a:p>
            <a:r>
              <a:rPr lang="zh-TW" altLang="en-US" dirty="0"/>
              <a:t>读经二  </a:t>
            </a:r>
            <a:r>
              <a:rPr lang="en-AU" dirty="0"/>
              <a:t>Second Reading　</a:t>
            </a:r>
          </a:p>
        </p:txBody>
      </p:sp>
      <p:sp>
        <p:nvSpPr>
          <p:cNvPr id="3" name="Content Placeholder 2">
            <a:extLst>
              <a:ext uri="{FF2B5EF4-FFF2-40B4-BE49-F238E27FC236}">
                <a16:creationId xmlns:a16="http://schemas.microsoft.com/office/drawing/2014/main" id="{EF4D196B-E48D-5B30-7A7A-DC9BA99D25AA}"/>
              </a:ext>
            </a:extLst>
          </p:cNvPr>
          <p:cNvSpPr>
            <a:spLocks noGrp="1"/>
          </p:cNvSpPr>
          <p:nvPr>
            <p:ph sz="half" idx="1"/>
          </p:nvPr>
        </p:nvSpPr>
        <p:spPr>
          <a:xfrm>
            <a:off x="335015" y="1253330"/>
            <a:ext cx="5142507" cy="5254561"/>
          </a:xfrm>
        </p:spPr>
        <p:txBody>
          <a:bodyPr>
            <a:noAutofit/>
          </a:bodyPr>
          <a:lstStyle/>
          <a:p>
            <a:pPr marL="0" indent="0">
              <a:buNone/>
            </a:pPr>
            <a:r>
              <a:rPr lang="zh-CN" altLang="en-US" dirty="0"/>
              <a:t>可是从亚当到梅瑟，死亡就掌权了，连那些没有像亚当一样违法犯罪的人，也属于死亡的权下：</a:t>
            </a:r>
            <a:r>
              <a:rPr lang="en-AU" dirty="0"/>
              <a:t> 亚当正是那将要来的亚当的预像。</a:t>
            </a:r>
          </a:p>
        </p:txBody>
      </p:sp>
      <p:sp>
        <p:nvSpPr>
          <p:cNvPr id="4" name="Content Placeholder 3">
            <a:extLst>
              <a:ext uri="{FF2B5EF4-FFF2-40B4-BE49-F238E27FC236}">
                <a16:creationId xmlns:a16="http://schemas.microsoft.com/office/drawing/2014/main" id="{31ACF6AC-9CD7-72DE-4325-253A0CD8E59C}"/>
              </a:ext>
            </a:extLst>
          </p:cNvPr>
          <p:cNvSpPr>
            <a:spLocks noGrp="1"/>
          </p:cNvSpPr>
          <p:nvPr>
            <p:ph sz="half" idx="2"/>
          </p:nvPr>
        </p:nvSpPr>
        <p:spPr/>
        <p:txBody>
          <a:bodyPr>
            <a:normAutofit/>
          </a:bodyPr>
          <a:lstStyle/>
          <a:p>
            <a:pPr marL="0" indent="0" algn="just">
              <a:buNone/>
            </a:pPr>
            <a:r>
              <a:rPr lang="en-GB" altLang="zh-CN" sz="3200" dirty="0"/>
              <a:t>yet death reigned over all from Adam to Moses, even though their sin, unlike that of Adam, was not a matter of breaking a law. Adam prefigured the One to come,</a:t>
            </a:r>
          </a:p>
        </p:txBody>
      </p:sp>
    </p:spTree>
    <p:extLst>
      <p:ext uri="{BB962C8B-B14F-4D97-AF65-F5344CB8AC3E}">
        <p14:creationId xmlns:p14="http://schemas.microsoft.com/office/powerpoint/2010/main" val="30408982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DE914B-B9E1-68A9-F067-7F16CF52C9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6117C6-9941-9761-4101-0CADE46AF567}"/>
              </a:ext>
            </a:extLst>
          </p:cNvPr>
          <p:cNvSpPr>
            <a:spLocks noGrp="1"/>
          </p:cNvSpPr>
          <p:nvPr>
            <p:ph type="title"/>
          </p:nvPr>
        </p:nvSpPr>
        <p:spPr/>
        <p:txBody>
          <a:bodyPr/>
          <a:lstStyle/>
          <a:p>
            <a:r>
              <a:rPr lang="zh-TW" altLang="en-US" dirty="0"/>
              <a:t>读经二  </a:t>
            </a:r>
            <a:r>
              <a:rPr lang="en-AU" dirty="0"/>
              <a:t>Second Reading　</a:t>
            </a:r>
          </a:p>
        </p:txBody>
      </p:sp>
      <p:sp>
        <p:nvSpPr>
          <p:cNvPr id="3" name="Content Placeholder 2">
            <a:extLst>
              <a:ext uri="{FF2B5EF4-FFF2-40B4-BE49-F238E27FC236}">
                <a16:creationId xmlns:a16="http://schemas.microsoft.com/office/drawing/2014/main" id="{B061C57F-F901-5795-DF26-4994C7ABCBCD}"/>
              </a:ext>
            </a:extLst>
          </p:cNvPr>
          <p:cNvSpPr>
            <a:spLocks noGrp="1"/>
          </p:cNvSpPr>
          <p:nvPr>
            <p:ph sz="half" idx="1"/>
          </p:nvPr>
        </p:nvSpPr>
        <p:spPr/>
        <p:txBody>
          <a:bodyPr>
            <a:normAutofit/>
          </a:bodyPr>
          <a:lstStyle/>
          <a:p>
            <a:pPr marL="0" indent="0" algn="just">
              <a:buNone/>
            </a:pPr>
            <a:r>
              <a:rPr lang="zh-CN" altLang="en-US" dirty="0"/>
              <a:t>但是恩宠和过犯是截然不同的，因为如果因一个人的过犯，众人都死了；</a:t>
            </a:r>
            <a:endParaRPr lang="en-AU" dirty="0"/>
          </a:p>
        </p:txBody>
      </p:sp>
      <p:sp>
        <p:nvSpPr>
          <p:cNvPr id="4" name="Content Placeholder 3">
            <a:extLst>
              <a:ext uri="{FF2B5EF4-FFF2-40B4-BE49-F238E27FC236}">
                <a16:creationId xmlns:a16="http://schemas.microsoft.com/office/drawing/2014/main" id="{7AC53C08-8AF3-A965-260D-82D7DAEEF6BB}"/>
              </a:ext>
            </a:extLst>
          </p:cNvPr>
          <p:cNvSpPr>
            <a:spLocks noGrp="1"/>
          </p:cNvSpPr>
          <p:nvPr>
            <p:ph sz="half" idx="2"/>
          </p:nvPr>
        </p:nvSpPr>
        <p:spPr/>
        <p:txBody>
          <a:bodyPr>
            <a:normAutofit/>
          </a:bodyPr>
          <a:lstStyle/>
          <a:p>
            <a:pPr marL="0" indent="0" algn="just">
              <a:buNone/>
            </a:pPr>
            <a:r>
              <a:rPr lang="en-GB" altLang="zh-CN" sz="3200" dirty="0"/>
              <a:t>but the gift itself considerably outweighed the fall. If it is certain that through one man’s fall so many died, </a:t>
            </a:r>
            <a:endParaRPr lang="en-AU" sz="3200" dirty="0"/>
          </a:p>
        </p:txBody>
      </p:sp>
    </p:spTree>
    <p:extLst>
      <p:ext uri="{BB962C8B-B14F-4D97-AF65-F5344CB8AC3E}">
        <p14:creationId xmlns:p14="http://schemas.microsoft.com/office/powerpoint/2010/main" val="1760358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C0E75A-AF15-DF69-9054-9293EF41E6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C710B7-5D12-9104-C207-197D5F0B6762}"/>
              </a:ext>
            </a:extLst>
          </p:cNvPr>
          <p:cNvSpPr>
            <a:spLocks noGrp="1"/>
          </p:cNvSpPr>
          <p:nvPr>
            <p:ph type="title"/>
          </p:nvPr>
        </p:nvSpPr>
        <p:spPr/>
        <p:txBody>
          <a:bodyPr/>
          <a:lstStyle/>
          <a:p>
            <a:r>
              <a:rPr lang="zh-TW" altLang="en-US" dirty="0"/>
              <a:t>读经二  </a:t>
            </a:r>
            <a:r>
              <a:rPr lang="en-AU" dirty="0"/>
              <a:t>Second Reading　</a:t>
            </a:r>
          </a:p>
        </p:txBody>
      </p:sp>
      <p:sp>
        <p:nvSpPr>
          <p:cNvPr id="3" name="Content Placeholder 2">
            <a:extLst>
              <a:ext uri="{FF2B5EF4-FFF2-40B4-BE49-F238E27FC236}">
                <a16:creationId xmlns:a16="http://schemas.microsoft.com/office/drawing/2014/main" id="{8D893374-5387-6F79-A996-CA25DD63AA8C}"/>
              </a:ext>
            </a:extLst>
          </p:cNvPr>
          <p:cNvSpPr>
            <a:spLocks noGrp="1"/>
          </p:cNvSpPr>
          <p:nvPr>
            <p:ph sz="half" idx="1"/>
          </p:nvPr>
        </p:nvSpPr>
        <p:spPr/>
        <p:txBody>
          <a:bodyPr>
            <a:normAutofit fontScale="92500" lnSpcReduction="10000"/>
          </a:bodyPr>
          <a:lstStyle/>
          <a:p>
            <a:pPr marL="0" indent="0" algn="just">
              <a:buNone/>
            </a:pPr>
            <a:r>
              <a:rPr lang="zh-CN" altLang="en-US" sz="5200" dirty="0"/>
              <a:t>那么，天主的恩宠和那因耶稣基督一人的恩宠所施予的恩惠，就要更丰富地赐给众人。</a:t>
            </a:r>
            <a:endParaRPr lang="en-AU" altLang="zh-CN" sz="5200" dirty="0"/>
          </a:p>
          <a:p>
            <a:pPr marL="0" indent="0" algn="just">
              <a:buNone/>
            </a:pPr>
            <a:r>
              <a:rPr lang="zh-CN" altLang="en-US" sz="5200" dirty="0"/>
              <a:t>主的圣言。</a:t>
            </a:r>
            <a:endParaRPr lang="en-HK" altLang="zh-CN" sz="5200" dirty="0"/>
          </a:p>
          <a:p>
            <a:pPr marL="0" indent="0" algn="just">
              <a:buNone/>
            </a:pPr>
            <a:r>
              <a:rPr lang="zh-TW" altLang="en-US" sz="5200" b="1" dirty="0"/>
              <a:t>感谢天主。</a:t>
            </a:r>
            <a:endParaRPr lang="en-AU" altLang="zh-CN" sz="5200" b="1" dirty="0"/>
          </a:p>
          <a:p>
            <a:pPr marL="0" indent="0" algn="just">
              <a:buNone/>
            </a:pPr>
            <a:endParaRPr lang="en-AU" dirty="0"/>
          </a:p>
          <a:p>
            <a:pPr marL="0" indent="0" algn="just">
              <a:buNone/>
            </a:pPr>
            <a:endParaRPr lang="en-AU" dirty="0"/>
          </a:p>
        </p:txBody>
      </p:sp>
      <p:sp>
        <p:nvSpPr>
          <p:cNvPr id="4" name="Content Placeholder 3">
            <a:extLst>
              <a:ext uri="{FF2B5EF4-FFF2-40B4-BE49-F238E27FC236}">
                <a16:creationId xmlns:a16="http://schemas.microsoft.com/office/drawing/2014/main" id="{78FAADD6-50B6-0ACB-4376-105B14F83051}"/>
              </a:ext>
            </a:extLst>
          </p:cNvPr>
          <p:cNvSpPr>
            <a:spLocks noGrp="1"/>
          </p:cNvSpPr>
          <p:nvPr>
            <p:ph sz="half" idx="2"/>
          </p:nvPr>
        </p:nvSpPr>
        <p:spPr/>
        <p:txBody>
          <a:bodyPr>
            <a:normAutofit fontScale="92500" lnSpcReduction="10000"/>
          </a:bodyPr>
          <a:lstStyle/>
          <a:p>
            <a:pPr marL="0" indent="0" algn="just">
              <a:buNone/>
            </a:pPr>
            <a:r>
              <a:rPr lang="en-GB" sz="3200" dirty="0"/>
              <a:t> it is even more certain that divine grace, coming through the one man, Jesus Christ, came to so many as an abundant free gift.</a:t>
            </a:r>
          </a:p>
          <a:p>
            <a:pPr marL="0" indent="0" algn="just">
              <a:buNone/>
            </a:pPr>
            <a:endParaRPr lang="en-GB" sz="3200" dirty="0"/>
          </a:p>
          <a:p>
            <a:pPr marL="0" indent="0" algn="just">
              <a:buNone/>
            </a:pPr>
            <a:r>
              <a:rPr lang="en-GB" sz="3200" dirty="0"/>
              <a:t>The word of the Lord. </a:t>
            </a:r>
          </a:p>
          <a:p>
            <a:pPr marL="0" indent="0" algn="just">
              <a:buNone/>
            </a:pPr>
            <a:r>
              <a:rPr lang="en-US" altLang="zh-TW" sz="3200" b="1" dirty="0"/>
              <a:t>Thanks be to God.</a:t>
            </a:r>
            <a:endParaRPr lang="en-AU" b="1" dirty="0"/>
          </a:p>
        </p:txBody>
      </p:sp>
    </p:spTree>
    <p:extLst>
      <p:ext uri="{BB962C8B-B14F-4D97-AF65-F5344CB8AC3E}">
        <p14:creationId xmlns:p14="http://schemas.microsoft.com/office/powerpoint/2010/main" val="25436310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A48D91-9EE3-CBB4-6E83-E4B51F7763C8}"/>
              </a:ext>
            </a:extLst>
          </p:cNvPr>
          <p:cNvSpPr>
            <a:spLocks noGrp="1"/>
          </p:cNvSpPr>
          <p:nvPr>
            <p:ph type="title"/>
          </p:nvPr>
        </p:nvSpPr>
        <p:spPr/>
        <p:txBody>
          <a:bodyPr>
            <a:normAutofit fontScale="90000"/>
          </a:bodyPr>
          <a:lstStyle/>
          <a:p>
            <a:br>
              <a:rPr lang="en-AU" altLang="zh-TW" dirty="0"/>
            </a:br>
            <a:r>
              <a:rPr lang="zh-TW" altLang="en-US" dirty="0"/>
              <a:t>福音前欢呼  </a:t>
            </a:r>
            <a:r>
              <a:rPr lang="en-US" altLang="zh-TW" dirty="0"/>
              <a:t>Gospel Acclamation</a:t>
            </a:r>
            <a:r>
              <a:rPr lang="zh-TW" altLang="en-US" dirty="0"/>
              <a:t>　</a:t>
            </a:r>
            <a:br>
              <a:rPr lang="zh-TW" altLang="en-US" dirty="0"/>
            </a:br>
            <a:endParaRPr lang="en-AU" dirty="0"/>
          </a:p>
        </p:txBody>
      </p:sp>
      <p:sp>
        <p:nvSpPr>
          <p:cNvPr id="3" name="Content Placeholder 2">
            <a:extLst>
              <a:ext uri="{FF2B5EF4-FFF2-40B4-BE49-F238E27FC236}">
                <a16:creationId xmlns:a16="http://schemas.microsoft.com/office/drawing/2014/main" id="{21413309-B94C-2CCC-3958-9A3AC858A3AB}"/>
              </a:ext>
            </a:extLst>
          </p:cNvPr>
          <p:cNvSpPr>
            <a:spLocks noGrp="1"/>
          </p:cNvSpPr>
          <p:nvPr>
            <p:ph sz="half" idx="1"/>
          </p:nvPr>
        </p:nvSpPr>
        <p:spPr/>
        <p:txBody>
          <a:bodyPr>
            <a:normAutofit/>
          </a:bodyPr>
          <a:lstStyle/>
          <a:p>
            <a:pPr marL="0" indent="0" algn="just">
              <a:buNone/>
            </a:pPr>
            <a:r>
              <a:rPr lang="zh-CN" altLang="en-US" b="1" dirty="0"/>
              <a:t>答：阿肋路亚。</a:t>
            </a:r>
          </a:p>
          <a:p>
            <a:pPr marL="0" indent="0" algn="just" hangingPunct="0">
              <a:buNone/>
            </a:pPr>
            <a:r>
              <a:rPr lang="zh-CN" altLang="en-US" dirty="0"/>
              <a:t>主说：谁爱我，必遵守我的话，我父也必爱他，我们要到他那里去。</a:t>
            </a:r>
          </a:p>
          <a:p>
            <a:pPr marL="0" indent="0" algn="just" hangingPunct="0">
              <a:buNone/>
            </a:pPr>
            <a:r>
              <a:rPr lang="zh-CN" altLang="en-US" b="1" dirty="0"/>
              <a:t>答：阿肋路亚</a:t>
            </a:r>
            <a:r>
              <a:rPr lang="zh-CN" altLang="en-US" dirty="0"/>
              <a:t>。</a:t>
            </a:r>
          </a:p>
          <a:p>
            <a:pPr algn="just"/>
            <a:endParaRPr lang="en-AU" dirty="0"/>
          </a:p>
        </p:txBody>
      </p:sp>
      <p:sp>
        <p:nvSpPr>
          <p:cNvPr id="4" name="Content Placeholder 3">
            <a:extLst>
              <a:ext uri="{FF2B5EF4-FFF2-40B4-BE49-F238E27FC236}">
                <a16:creationId xmlns:a16="http://schemas.microsoft.com/office/drawing/2014/main" id="{C35B1AD4-30D6-DF03-9D66-CCCB3397CF80}"/>
              </a:ext>
            </a:extLst>
          </p:cNvPr>
          <p:cNvSpPr>
            <a:spLocks noGrp="1"/>
          </p:cNvSpPr>
          <p:nvPr>
            <p:ph sz="half" idx="2"/>
          </p:nvPr>
        </p:nvSpPr>
        <p:spPr/>
        <p:txBody>
          <a:bodyPr>
            <a:normAutofit/>
          </a:bodyPr>
          <a:lstStyle/>
          <a:p>
            <a:pPr marL="0" indent="0" algn="just">
              <a:buNone/>
            </a:pPr>
            <a:r>
              <a:rPr lang="en-GB" sz="3200" b="1" dirty="0"/>
              <a:t>Alleluia, alleluia, alleluia!</a:t>
            </a:r>
          </a:p>
          <a:p>
            <a:pPr marL="0" indent="0">
              <a:buNone/>
            </a:pPr>
            <a:r>
              <a:rPr lang="en-GB" sz="3200" dirty="0"/>
              <a:t>The Spirit of Truth will bear witness to me, says the Lord, and you also will be my witnesses.</a:t>
            </a:r>
          </a:p>
          <a:p>
            <a:pPr marL="0" indent="0" algn="just">
              <a:buNone/>
            </a:pPr>
            <a:r>
              <a:rPr lang="en-GB" sz="3200" b="1" dirty="0"/>
              <a:t>Alleluia, alleluia, alleluia!</a:t>
            </a:r>
            <a:endParaRPr lang="en-AU" sz="3200" b="1" dirty="0"/>
          </a:p>
        </p:txBody>
      </p:sp>
      <p:grpSp>
        <p:nvGrpSpPr>
          <p:cNvPr id="6" name="Group 5">
            <a:extLst>
              <a:ext uri="{FF2B5EF4-FFF2-40B4-BE49-F238E27FC236}">
                <a16:creationId xmlns:a16="http://schemas.microsoft.com/office/drawing/2014/main" id="{DD1F6261-9326-F11E-F25E-5A5115FC343D}"/>
              </a:ext>
            </a:extLst>
          </p:cNvPr>
          <p:cNvGrpSpPr/>
          <p:nvPr/>
        </p:nvGrpSpPr>
        <p:grpSpPr>
          <a:xfrm>
            <a:off x="7514746" y="5835491"/>
            <a:ext cx="1193338" cy="590417"/>
            <a:chOff x="7615646" y="5917473"/>
            <a:chExt cx="1193338" cy="590417"/>
          </a:xfrm>
        </p:grpSpPr>
        <p:sp>
          <p:nvSpPr>
            <p:cNvPr id="7" name="Rectangle: Rounded Corners 6">
              <a:extLst>
                <a:ext uri="{FF2B5EF4-FFF2-40B4-BE49-F238E27FC236}">
                  <a16:creationId xmlns:a16="http://schemas.microsoft.com/office/drawing/2014/main" id="{A01A082A-CB5E-5BFF-BC43-DD055EAEE70F}"/>
                </a:ext>
              </a:extLst>
            </p:cNvPr>
            <p:cNvSpPr/>
            <p:nvPr/>
          </p:nvSpPr>
          <p:spPr>
            <a:xfrm>
              <a:off x="7615646" y="5917473"/>
              <a:ext cx="1193338" cy="590417"/>
            </a:xfrm>
            <a:prstGeom prst="roundRect">
              <a:avLst/>
            </a:prstGeom>
            <a:solidFill>
              <a:srgbClr val="55725D"/>
            </a:solidFill>
            <a:ln>
              <a:solidFill>
                <a:srgbClr val="557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zh-TW" altLang="en-US" sz="2400" b="1" dirty="0"/>
                <a:t>站立</a:t>
              </a:r>
              <a:endParaRPr lang="en-HK" sz="2400" b="1" dirty="0"/>
            </a:p>
          </p:txBody>
        </p:sp>
        <p:pic>
          <p:nvPicPr>
            <p:cNvPr id="8" name="Picture 7" descr="A black silhouette of a person and two children&#10;&#10;AI-generated content may be incorrect.">
              <a:extLst>
                <a:ext uri="{FF2B5EF4-FFF2-40B4-BE49-F238E27FC236}">
                  <a16:creationId xmlns:a16="http://schemas.microsoft.com/office/drawing/2014/main" id="{0DEC42A2-A92D-2873-8662-003899E4E859}"/>
                </a:ext>
              </a:extLst>
            </p:cNvPr>
            <p:cNvPicPr>
              <a:picLocks noChangeAspect="1"/>
            </p:cNvPicPr>
            <p:nvPr/>
          </p:nvPicPr>
          <p:blipFill>
            <a:blip r:embed="rId2">
              <a:lum bright="70000" contrast="-70000"/>
              <a:extLst>
                <a:ext uri="{BEBA8EAE-BF5A-486C-A8C5-ECC9F3942E4B}">
                  <a14:imgProps xmlns:a14="http://schemas.microsoft.com/office/drawing/2010/main">
                    <a14:imgLayer r:embed="rId3">
                      <a14:imgEffect>
                        <a14:backgroundRemoval t="10000" b="90000" l="10000" r="90000"/>
                      </a14:imgEffect>
                    </a14:imgLayer>
                  </a14:imgProps>
                </a:ext>
              </a:extLst>
            </a:blip>
            <a:stretch>
              <a:fillRect/>
            </a:stretch>
          </p:blipFill>
          <p:spPr>
            <a:xfrm>
              <a:off x="7662476" y="6018360"/>
              <a:ext cx="444466" cy="388641"/>
            </a:xfrm>
            <a:prstGeom prst="rect">
              <a:avLst/>
            </a:prstGeom>
            <a:noFill/>
            <a:ln>
              <a:noFill/>
            </a:ln>
          </p:spPr>
        </p:pic>
      </p:grpSp>
    </p:spTree>
    <p:extLst>
      <p:ext uri="{BB962C8B-B14F-4D97-AF65-F5344CB8AC3E}">
        <p14:creationId xmlns:p14="http://schemas.microsoft.com/office/powerpoint/2010/main" val="4605715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5F2C5-2328-653D-E517-A2DB8197EB31}"/>
              </a:ext>
            </a:extLst>
          </p:cNvPr>
          <p:cNvSpPr>
            <a:spLocks noGrp="1"/>
          </p:cNvSpPr>
          <p:nvPr>
            <p:ph type="title"/>
          </p:nvPr>
        </p:nvSpPr>
        <p:spPr/>
        <p:txBody>
          <a:bodyPr/>
          <a:lstStyle/>
          <a:p>
            <a:r>
              <a:rPr lang="zh-TW" altLang="en-US" dirty="0"/>
              <a:t>福音 </a:t>
            </a:r>
            <a:r>
              <a:rPr lang="en-US" altLang="zh-TW" dirty="0"/>
              <a:t>Gospel</a:t>
            </a:r>
            <a:endParaRPr lang="en-AU" dirty="0"/>
          </a:p>
        </p:txBody>
      </p:sp>
      <p:sp>
        <p:nvSpPr>
          <p:cNvPr id="3" name="Content Placeholder 2">
            <a:extLst>
              <a:ext uri="{FF2B5EF4-FFF2-40B4-BE49-F238E27FC236}">
                <a16:creationId xmlns:a16="http://schemas.microsoft.com/office/drawing/2014/main" id="{BEB5C40A-BF4A-9786-52E0-6DBFFE19C22E}"/>
              </a:ext>
            </a:extLst>
          </p:cNvPr>
          <p:cNvSpPr>
            <a:spLocks noGrp="1"/>
          </p:cNvSpPr>
          <p:nvPr>
            <p:ph sz="half" idx="1"/>
          </p:nvPr>
        </p:nvSpPr>
        <p:spPr/>
        <p:txBody>
          <a:bodyPr>
            <a:normAutofit fontScale="92500" lnSpcReduction="20000"/>
          </a:bodyPr>
          <a:lstStyle/>
          <a:p>
            <a:pPr marL="0" indent="0" algn="just" hangingPunct="0">
              <a:buNone/>
            </a:pPr>
            <a:r>
              <a:rPr lang="zh-CN" altLang="en-US" sz="5200" dirty="0"/>
              <a:t>愿主与你们同在。</a:t>
            </a:r>
          </a:p>
          <a:p>
            <a:pPr marL="0" indent="0" algn="just">
              <a:buNone/>
            </a:pPr>
            <a:r>
              <a:rPr lang="zh-CN" altLang="en-US" sz="5200" b="1" dirty="0"/>
              <a:t>答：也与你的心灵同在。</a:t>
            </a:r>
          </a:p>
          <a:p>
            <a:pPr algn="just"/>
            <a:endParaRPr lang="zh-CN" altLang="en-US" sz="5200" dirty="0"/>
          </a:p>
          <a:p>
            <a:pPr marL="0" indent="0" algn="just">
              <a:buNone/>
            </a:pPr>
            <a:r>
              <a:rPr lang="zh-CN" altLang="en-US" sz="5200" dirty="0"/>
              <a:t>恭读圣玛窦福音</a:t>
            </a:r>
          </a:p>
          <a:p>
            <a:pPr marL="0" indent="0" algn="just">
              <a:buNone/>
            </a:pPr>
            <a:r>
              <a:rPr lang="zh-CN" altLang="en-US" sz="5200" b="1" dirty="0"/>
              <a:t>答：主，愿光荣归于你。</a:t>
            </a:r>
          </a:p>
          <a:p>
            <a:pPr algn="just"/>
            <a:endParaRPr lang="en-AU" dirty="0"/>
          </a:p>
        </p:txBody>
      </p:sp>
      <p:sp>
        <p:nvSpPr>
          <p:cNvPr id="4" name="Content Placeholder 3">
            <a:extLst>
              <a:ext uri="{FF2B5EF4-FFF2-40B4-BE49-F238E27FC236}">
                <a16:creationId xmlns:a16="http://schemas.microsoft.com/office/drawing/2014/main" id="{C9B840BD-2F3B-DE34-0FED-8DEC37DD4383}"/>
              </a:ext>
            </a:extLst>
          </p:cNvPr>
          <p:cNvSpPr>
            <a:spLocks noGrp="1"/>
          </p:cNvSpPr>
          <p:nvPr>
            <p:ph sz="half" idx="2"/>
          </p:nvPr>
        </p:nvSpPr>
        <p:spPr/>
        <p:txBody>
          <a:bodyPr>
            <a:normAutofit fontScale="92500" lnSpcReduction="20000"/>
          </a:bodyPr>
          <a:lstStyle/>
          <a:p>
            <a:pPr marL="0" indent="0" algn="just">
              <a:buNone/>
            </a:pPr>
            <a:r>
              <a:rPr lang="en-GB" sz="3000" dirty="0"/>
              <a:t>The Lord  be with you.</a:t>
            </a:r>
          </a:p>
          <a:p>
            <a:pPr algn="just"/>
            <a:endParaRPr lang="en-GB" sz="3000" dirty="0"/>
          </a:p>
          <a:p>
            <a:pPr marL="0" indent="0" algn="just">
              <a:buNone/>
            </a:pPr>
            <a:r>
              <a:rPr lang="en-GB" sz="3000" b="1" dirty="0"/>
              <a:t>R. And with your spirit.</a:t>
            </a:r>
          </a:p>
          <a:p>
            <a:pPr algn="just"/>
            <a:endParaRPr lang="en-GB" sz="3000" dirty="0"/>
          </a:p>
          <a:p>
            <a:pPr marL="0" indent="0" algn="just">
              <a:buNone/>
            </a:pPr>
            <a:r>
              <a:rPr lang="en-GB" sz="3000" dirty="0"/>
              <a:t>A reading from the holy Gospel according to Matthew.</a:t>
            </a:r>
          </a:p>
          <a:p>
            <a:pPr algn="just"/>
            <a:endParaRPr lang="en-GB" sz="3000" dirty="0"/>
          </a:p>
          <a:p>
            <a:pPr marL="0" indent="0" algn="just">
              <a:buNone/>
            </a:pPr>
            <a:r>
              <a:rPr lang="en-GB" sz="3000" b="1" dirty="0"/>
              <a:t>R. Glory to you, O Lord.</a:t>
            </a:r>
          </a:p>
          <a:p>
            <a:pPr algn="just"/>
            <a:endParaRPr lang="en-AU" dirty="0"/>
          </a:p>
        </p:txBody>
      </p:sp>
    </p:spTree>
    <p:extLst>
      <p:ext uri="{BB962C8B-B14F-4D97-AF65-F5344CB8AC3E}">
        <p14:creationId xmlns:p14="http://schemas.microsoft.com/office/powerpoint/2010/main" val="37100778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B59BDA-EE3C-8D6D-E45A-51B25E1905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F7748C-0888-6E43-4D76-4BAD7AC69718}"/>
              </a:ext>
            </a:extLst>
          </p:cNvPr>
          <p:cNvSpPr>
            <a:spLocks noGrp="1"/>
          </p:cNvSpPr>
          <p:nvPr>
            <p:ph type="title"/>
          </p:nvPr>
        </p:nvSpPr>
        <p:spPr/>
        <p:txBody>
          <a:bodyPr/>
          <a:lstStyle/>
          <a:p>
            <a:r>
              <a:rPr lang="zh-TW" altLang="en-US" dirty="0"/>
              <a:t>福音 </a:t>
            </a:r>
            <a:r>
              <a:rPr lang="en-US" altLang="zh-TW" dirty="0"/>
              <a:t>Gospel</a:t>
            </a:r>
            <a:endParaRPr lang="en-AU" dirty="0"/>
          </a:p>
        </p:txBody>
      </p:sp>
      <p:sp>
        <p:nvSpPr>
          <p:cNvPr id="3" name="Content Placeholder 2">
            <a:extLst>
              <a:ext uri="{FF2B5EF4-FFF2-40B4-BE49-F238E27FC236}">
                <a16:creationId xmlns:a16="http://schemas.microsoft.com/office/drawing/2014/main" id="{CF5D0601-279B-8E10-61D5-059D19E5271E}"/>
              </a:ext>
            </a:extLst>
          </p:cNvPr>
          <p:cNvSpPr>
            <a:spLocks noGrp="1"/>
          </p:cNvSpPr>
          <p:nvPr>
            <p:ph sz="half" idx="1"/>
          </p:nvPr>
        </p:nvSpPr>
        <p:spPr/>
        <p:txBody>
          <a:bodyPr>
            <a:normAutofit/>
          </a:bodyPr>
          <a:lstStyle/>
          <a:p>
            <a:pPr marL="0" indent="0" algn="just">
              <a:buNone/>
            </a:pPr>
            <a:r>
              <a:rPr lang="zh-CN" altLang="en-US" dirty="0"/>
              <a:t>那时候，耶稣对宗徒们说：“你们在人面前不要害怕；因为没有一件掩盖的事，将来不被揭露的；</a:t>
            </a:r>
            <a:endParaRPr lang="en-AU" dirty="0"/>
          </a:p>
        </p:txBody>
      </p:sp>
      <p:sp>
        <p:nvSpPr>
          <p:cNvPr id="4" name="Content Placeholder 3">
            <a:extLst>
              <a:ext uri="{FF2B5EF4-FFF2-40B4-BE49-F238E27FC236}">
                <a16:creationId xmlns:a16="http://schemas.microsoft.com/office/drawing/2014/main" id="{A4245060-3745-A123-9D18-1BBB5BA4466D}"/>
              </a:ext>
            </a:extLst>
          </p:cNvPr>
          <p:cNvSpPr>
            <a:spLocks noGrp="1"/>
          </p:cNvSpPr>
          <p:nvPr>
            <p:ph sz="half" idx="2"/>
          </p:nvPr>
        </p:nvSpPr>
        <p:spPr/>
        <p:txBody>
          <a:bodyPr>
            <a:normAutofit/>
          </a:bodyPr>
          <a:lstStyle/>
          <a:p>
            <a:pPr marL="0" indent="0" algn="just">
              <a:buNone/>
            </a:pPr>
            <a:r>
              <a:rPr lang="en-GB" sz="3200" dirty="0"/>
              <a:t>Jesus instructed the Twelve as follows: </a:t>
            </a:r>
          </a:p>
          <a:p>
            <a:pPr marL="0" indent="0" algn="just">
              <a:buNone/>
            </a:pPr>
            <a:r>
              <a:rPr lang="en-GB" sz="3200" dirty="0"/>
              <a:t>‘Do not be afraid. For everything that is now covered will be uncovered, </a:t>
            </a:r>
          </a:p>
        </p:txBody>
      </p:sp>
    </p:spTree>
    <p:extLst>
      <p:ext uri="{BB962C8B-B14F-4D97-AF65-F5344CB8AC3E}">
        <p14:creationId xmlns:p14="http://schemas.microsoft.com/office/powerpoint/2010/main" val="40821492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D1DCD7-AC23-43DF-7BB2-1EA5970FE3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FDF2A5-9365-B66F-539E-6CABAC221FB3}"/>
              </a:ext>
            </a:extLst>
          </p:cNvPr>
          <p:cNvSpPr>
            <a:spLocks noGrp="1"/>
          </p:cNvSpPr>
          <p:nvPr>
            <p:ph type="title"/>
          </p:nvPr>
        </p:nvSpPr>
        <p:spPr/>
        <p:txBody>
          <a:bodyPr/>
          <a:lstStyle/>
          <a:p>
            <a:r>
              <a:rPr lang="zh-TW" altLang="en-US" dirty="0"/>
              <a:t>福音 </a:t>
            </a:r>
            <a:r>
              <a:rPr lang="en-US" altLang="zh-TW" dirty="0"/>
              <a:t>Gospel</a:t>
            </a:r>
            <a:endParaRPr lang="en-AU" dirty="0"/>
          </a:p>
        </p:txBody>
      </p:sp>
      <p:sp>
        <p:nvSpPr>
          <p:cNvPr id="3" name="Content Placeholder 2">
            <a:extLst>
              <a:ext uri="{FF2B5EF4-FFF2-40B4-BE49-F238E27FC236}">
                <a16:creationId xmlns:a16="http://schemas.microsoft.com/office/drawing/2014/main" id="{CFCC8206-856A-0B42-2E6B-C20639BA5962}"/>
              </a:ext>
            </a:extLst>
          </p:cNvPr>
          <p:cNvSpPr>
            <a:spLocks noGrp="1"/>
          </p:cNvSpPr>
          <p:nvPr>
            <p:ph sz="half" idx="1"/>
          </p:nvPr>
        </p:nvSpPr>
        <p:spPr/>
        <p:txBody>
          <a:bodyPr>
            <a:noAutofit/>
          </a:bodyPr>
          <a:lstStyle/>
          <a:p>
            <a:pPr marL="0" indent="0" algn="just">
              <a:buNone/>
            </a:pPr>
            <a:r>
              <a:rPr lang="zh-CN" altLang="en-US" dirty="0"/>
              <a:t>也没有一件隐秘的事，将来不被知道的。我在暗中对你们所说的，你们要在光天化日之下说出来：</a:t>
            </a:r>
            <a:endParaRPr lang="en-AU" dirty="0"/>
          </a:p>
        </p:txBody>
      </p:sp>
      <p:sp>
        <p:nvSpPr>
          <p:cNvPr id="4" name="Content Placeholder 3">
            <a:extLst>
              <a:ext uri="{FF2B5EF4-FFF2-40B4-BE49-F238E27FC236}">
                <a16:creationId xmlns:a16="http://schemas.microsoft.com/office/drawing/2014/main" id="{2A0D596C-5A9B-16D8-E970-BDE0359CCC75}"/>
              </a:ext>
            </a:extLst>
          </p:cNvPr>
          <p:cNvSpPr>
            <a:spLocks noGrp="1"/>
          </p:cNvSpPr>
          <p:nvPr>
            <p:ph sz="half" idx="2"/>
          </p:nvPr>
        </p:nvSpPr>
        <p:spPr/>
        <p:txBody>
          <a:bodyPr>
            <a:normAutofit/>
          </a:bodyPr>
          <a:lstStyle/>
          <a:p>
            <a:pPr marL="0" indent="0" algn="just">
              <a:buNone/>
            </a:pPr>
            <a:r>
              <a:rPr lang="en-GB" dirty="0"/>
              <a:t> </a:t>
            </a:r>
            <a:r>
              <a:rPr lang="en-GB" sz="3200" dirty="0"/>
              <a:t>What I say to you in the dark, tell in the daylight; </a:t>
            </a:r>
            <a:endParaRPr lang="en-AU" dirty="0"/>
          </a:p>
        </p:txBody>
      </p:sp>
    </p:spTree>
    <p:extLst>
      <p:ext uri="{BB962C8B-B14F-4D97-AF65-F5344CB8AC3E}">
        <p14:creationId xmlns:p14="http://schemas.microsoft.com/office/powerpoint/2010/main" val="17252033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B8D61F-2926-68DF-2C75-3A67FB9710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546748-EDBA-67A6-ADD6-31AC57172820}"/>
              </a:ext>
            </a:extLst>
          </p:cNvPr>
          <p:cNvSpPr>
            <a:spLocks noGrp="1"/>
          </p:cNvSpPr>
          <p:nvPr>
            <p:ph type="title"/>
          </p:nvPr>
        </p:nvSpPr>
        <p:spPr/>
        <p:txBody>
          <a:bodyPr/>
          <a:lstStyle/>
          <a:p>
            <a:r>
              <a:rPr lang="zh-TW" altLang="en-US" dirty="0"/>
              <a:t>福音 </a:t>
            </a:r>
            <a:r>
              <a:rPr lang="en-US" altLang="zh-TW" dirty="0"/>
              <a:t>Gospel</a:t>
            </a:r>
            <a:endParaRPr lang="en-AU" dirty="0"/>
          </a:p>
        </p:txBody>
      </p:sp>
      <p:sp>
        <p:nvSpPr>
          <p:cNvPr id="3" name="Content Placeholder 2">
            <a:extLst>
              <a:ext uri="{FF2B5EF4-FFF2-40B4-BE49-F238E27FC236}">
                <a16:creationId xmlns:a16="http://schemas.microsoft.com/office/drawing/2014/main" id="{8DDC95A5-12CD-9250-351B-EF8E008B9438}"/>
              </a:ext>
            </a:extLst>
          </p:cNvPr>
          <p:cNvSpPr>
            <a:spLocks noGrp="1"/>
          </p:cNvSpPr>
          <p:nvPr>
            <p:ph sz="half" idx="1"/>
          </p:nvPr>
        </p:nvSpPr>
        <p:spPr/>
        <p:txBody>
          <a:bodyPr>
            <a:normAutofit/>
          </a:bodyPr>
          <a:lstStyle/>
          <a:p>
            <a:pPr marL="0" indent="0" algn="just">
              <a:buNone/>
            </a:pPr>
            <a:r>
              <a:rPr lang="zh-CN" altLang="en-US" dirty="0"/>
              <a:t>你们所听到的耳语，要在屋顶上宣扬出来。你们不要害怕那杀害肉身，而不能杀害灵魂的人；</a:t>
            </a:r>
            <a:endParaRPr lang="en-AU" dirty="0"/>
          </a:p>
        </p:txBody>
      </p:sp>
      <p:sp>
        <p:nvSpPr>
          <p:cNvPr id="4" name="Content Placeholder 3">
            <a:extLst>
              <a:ext uri="{FF2B5EF4-FFF2-40B4-BE49-F238E27FC236}">
                <a16:creationId xmlns:a16="http://schemas.microsoft.com/office/drawing/2014/main" id="{5C617042-71A8-81C2-66C4-80BBA3F3F4B6}"/>
              </a:ext>
            </a:extLst>
          </p:cNvPr>
          <p:cNvSpPr>
            <a:spLocks noGrp="1"/>
          </p:cNvSpPr>
          <p:nvPr>
            <p:ph sz="half" idx="2"/>
          </p:nvPr>
        </p:nvSpPr>
        <p:spPr/>
        <p:txBody>
          <a:bodyPr>
            <a:normAutofit/>
          </a:bodyPr>
          <a:lstStyle/>
          <a:p>
            <a:pPr marL="0" indent="0" algn="just">
              <a:buNone/>
            </a:pPr>
            <a:r>
              <a:rPr lang="en-GB" sz="3200" dirty="0"/>
              <a:t>what you hear in whispers, proclaim from the housetops. </a:t>
            </a:r>
          </a:p>
          <a:p>
            <a:pPr marL="0" indent="0" algn="just">
              <a:buNone/>
            </a:pPr>
            <a:r>
              <a:rPr lang="en-GB" sz="3200" dirty="0"/>
              <a:t>‘Do not be afraid of those that kill the body but cannot kill the soul; </a:t>
            </a:r>
          </a:p>
        </p:txBody>
      </p:sp>
    </p:spTree>
    <p:extLst>
      <p:ext uri="{BB962C8B-B14F-4D97-AF65-F5344CB8AC3E}">
        <p14:creationId xmlns:p14="http://schemas.microsoft.com/office/powerpoint/2010/main" val="42364659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4A123E-E8AB-B889-D2A7-17F7CCF120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3B6DA8-AC75-A329-9CCC-3AAA88033968}"/>
              </a:ext>
            </a:extLst>
          </p:cNvPr>
          <p:cNvSpPr>
            <a:spLocks noGrp="1"/>
          </p:cNvSpPr>
          <p:nvPr>
            <p:ph type="title"/>
          </p:nvPr>
        </p:nvSpPr>
        <p:spPr/>
        <p:txBody>
          <a:bodyPr/>
          <a:lstStyle/>
          <a:p>
            <a:r>
              <a:rPr lang="zh-TW" altLang="en-US" dirty="0"/>
              <a:t>福音 </a:t>
            </a:r>
            <a:r>
              <a:rPr lang="en-US" altLang="zh-TW" dirty="0"/>
              <a:t>Gospel</a:t>
            </a:r>
            <a:endParaRPr lang="en-AU" dirty="0"/>
          </a:p>
        </p:txBody>
      </p:sp>
      <p:sp>
        <p:nvSpPr>
          <p:cNvPr id="3" name="Content Placeholder 2">
            <a:extLst>
              <a:ext uri="{FF2B5EF4-FFF2-40B4-BE49-F238E27FC236}">
                <a16:creationId xmlns:a16="http://schemas.microsoft.com/office/drawing/2014/main" id="{C7F1C522-329C-1EC3-6588-1440D4FF8D79}"/>
              </a:ext>
            </a:extLst>
          </p:cNvPr>
          <p:cNvSpPr>
            <a:spLocks noGrp="1"/>
          </p:cNvSpPr>
          <p:nvPr>
            <p:ph sz="half" idx="1"/>
          </p:nvPr>
        </p:nvSpPr>
        <p:spPr/>
        <p:txBody>
          <a:bodyPr>
            <a:normAutofit/>
          </a:bodyPr>
          <a:lstStyle/>
          <a:p>
            <a:pPr marL="0" indent="0" algn="just">
              <a:buNone/>
            </a:pPr>
            <a:r>
              <a:rPr lang="zh-CN" altLang="en-US" dirty="0"/>
              <a:t>宁要害怕那位能使灵魂和肉身一同投入地狱中的。两只麻雀不是只卖一个铜钱吗？</a:t>
            </a:r>
            <a:endParaRPr lang="en-AU" dirty="0"/>
          </a:p>
        </p:txBody>
      </p:sp>
      <p:sp>
        <p:nvSpPr>
          <p:cNvPr id="4" name="Content Placeholder 3">
            <a:extLst>
              <a:ext uri="{FF2B5EF4-FFF2-40B4-BE49-F238E27FC236}">
                <a16:creationId xmlns:a16="http://schemas.microsoft.com/office/drawing/2014/main" id="{AC58CB27-FC0A-E7E7-494C-116FD6680520}"/>
              </a:ext>
            </a:extLst>
          </p:cNvPr>
          <p:cNvSpPr>
            <a:spLocks noGrp="1"/>
          </p:cNvSpPr>
          <p:nvPr>
            <p:ph sz="half" idx="2"/>
          </p:nvPr>
        </p:nvSpPr>
        <p:spPr/>
        <p:txBody>
          <a:bodyPr>
            <a:normAutofit/>
          </a:bodyPr>
          <a:lstStyle/>
          <a:p>
            <a:pPr marL="0" indent="0" algn="just">
              <a:buNone/>
            </a:pPr>
            <a:r>
              <a:rPr lang="en-US" dirty="0"/>
              <a:t> </a:t>
            </a:r>
            <a:r>
              <a:rPr lang="en-GB" dirty="0"/>
              <a:t>fear him rather who can destroy both body and soul in hell.</a:t>
            </a:r>
          </a:p>
          <a:p>
            <a:pPr marL="0" indent="0" algn="just">
              <a:buNone/>
            </a:pPr>
            <a:r>
              <a:rPr lang="en-AU" dirty="0"/>
              <a:t>Can you not buy two sparrows for a penny?</a:t>
            </a:r>
            <a:endParaRPr lang="en-GB" dirty="0"/>
          </a:p>
          <a:p>
            <a:pPr marL="0" indent="0" algn="just">
              <a:buNone/>
            </a:pPr>
            <a:endParaRPr lang="en-AU" sz="3200" dirty="0"/>
          </a:p>
        </p:txBody>
      </p:sp>
    </p:spTree>
    <p:extLst>
      <p:ext uri="{BB962C8B-B14F-4D97-AF65-F5344CB8AC3E}">
        <p14:creationId xmlns:p14="http://schemas.microsoft.com/office/powerpoint/2010/main" val="594442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A0D604-6A8D-65B9-BD97-B2F4012B87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D7B3AA-12E3-80FD-F2D7-100E6D53ECE0}"/>
              </a:ext>
            </a:extLst>
          </p:cNvPr>
          <p:cNvSpPr>
            <a:spLocks noGrp="1"/>
          </p:cNvSpPr>
          <p:nvPr>
            <p:ph type="title"/>
          </p:nvPr>
        </p:nvSpPr>
        <p:spPr/>
        <p:txBody>
          <a:bodyPr/>
          <a:lstStyle/>
          <a:p>
            <a:r>
              <a:rPr lang="zh-TW" altLang="en-US" dirty="0"/>
              <a:t>福音 </a:t>
            </a:r>
            <a:r>
              <a:rPr lang="en-US" altLang="zh-TW" dirty="0"/>
              <a:t>Gospel</a:t>
            </a:r>
            <a:endParaRPr lang="en-AU" dirty="0"/>
          </a:p>
        </p:txBody>
      </p:sp>
      <p:sp>
        <p:nvSpPr>
          <p:cNvPr id="3" name="Content Placeholder 2">
            <a:extLst>
              <a:ext uri="{FF2B5EF4-FFF2-40B4-BE49-F238E27FC236}">
                <a16:creationId xmlns:a16="http://schemas.microsoft.com/office/drawing/2014/main" id="{97A6BAA4-3CAC-2982-461C-34CDE3033955}"/>
              </a:ext>
            </a:extLst>
          </p:cNvPr>
          <p:cNvSpPr>
            <a:spLocks noGrp="1"/>
          </p:cNvSpPr>
          <p:nvPr>
            <p:ph sz="half" idx="1"/>
          </p:nvPr>
        </p:nvSpPr>
        <p:spPr/>
        <p:txBody>
          <a:bodyPr>
            <a:normAutofit/>
          </a:bodyPr>
          <a:lstStyle/>
          <a:p>
            <a:pPr marL="0" indent="0" algn="just">
              <a:buNone/>
            </a:pPr>
            <a:r>
              <a:rPr lang="zh-CN" altLang="en-US" dirty="0"/>
              <a:t>但是若没有你们天父的许可，连一只也不会掉在地上。就是你们的头发，也都一一数过了。</a:t>
            </a:r>
            <a:endParaRPr lang="en-AU" dirty="0"/>
          </a:p>
        </p:txBody>
      </p:sp>
      <p:sp>
        <p:nvSpPr>
          <p:cNvPr id="4" name="Content Placeholder 3">
            <a:extLst>
              <a:ext uri="{FF2B5EF4-FFF2-40B4-BE49-F238E27FC236}">
                <a16:creationId xmlns:a16="http://schemas.microsoft.com/office/drawing/2014/main" id="{9EB75F71-F1CF-611E-0C42-4E13FEEAC67C}"/>
              </a:ext>
            </a:extLst>
          </p:cNvPr>
          <p:cNvSpPr>
            <a:spLocks noGrp="1"/>
          </p:cNvSpPr>
          <p:nvPr>
            <p:ph sz="half" idx="2"/>
          </p:nvPr>
        </p:nvSpPr>
        <p:spPr/>
        <p:txBody>
          <a:bodyPr>
            <a:normAutofit/>
          </a:bodyPr>
          <a:lstStyle/>
          <a:p>
            <a:pPr marL="0" indent="0" algn="just">
              <a:buNone/>
            </a:pPr>
            <a:r>
              <a:rPr lang="en-US" dirty="0"/>
              <a:t> </a:t>
            </a:r>
            <a:r>
              <a:rPr lang="en-GB" sz="3200" dirty="0"/>
              <a:t>And yet not one falls to the ground without your Father knowing. Why, every hair on your head has been counted.</a:t>
            </a:r>
          </a:p>
          <a:p>
            <a:pPr marL="0" indent="0" algn="just">
              <a:buNone/>
            </a:pPr>
            <a:endParaRPr lang="en-AU" dirty="0"/>
          </a:p>
        </p:txBody>
      </p:sp>
    </p:spTree>
    <p:extLst>
      <p:ext uri="{BB962C8B-B14F-4D97-AF65-F5344CB8AC3E}">
        <p14:creationId xmlns:p14="http://schemas.microsoft.com/office/powerpoint/2010/main" val="25132103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DA0F58-B182-9DC5-FE52-FB5694A501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8CEAB2-C63E-0514-21A3-C69D60D44245}"/>
              </a:ext>
            </a:extLst>
          </p:cNvPr>
          <p:cNvSpPr>
            <a:spLocks noGrp="1"/>
          </p:cNvSpPr>
          <p:nvPr>
            <p:ph type="title"/>
          </p:nvPr>
        </p:nvSpPr>
        <p:spPr/>
        <p:txBody>
          <a:bodyPr/>
          <a:lstStyle/>
          <a:p>
            <a:r>
              <a:rPr lang="zh-TW" altLang="en-US" dirty="0"/>
              <a:t>福音 </a:t>
            </a:r>
            <a:r>
              <a:rPr lang="en-US" altLang="zh-TW" dirty="0"/>
              <a:t>Gospel</a:t>
            </a:r>
            <a:endParaRPr lang="en-AU" dirty="0"/>
          </a:p>
        </p:txBody>
      </p:sp>
      <p:sp>
        <p:nvSpPr>
          <p:cNvPr id="3" name="Content Placeholder 2">
            <a:extLst>
              <a:ext uri="{FF2B5EF4-FFF2-40B4-BE49-F238E27FC236}">
                <a16:creationId xmlns:a16="http://schemas.microsoft.com/office/drawing/2014/main" id="{EA38BBCE-F36E-FDFD-0256-55F56EB49FC7}"/>
              </a:ext>
            </a:extLst>
          </p:cNvPr>
          <p:cNvSpPr>
            <a:spLocks noGrp="1"/>
          </p:cNvSpPr>
          <p:nvPr>
            <p:ph sz="half" idx="1"/>
          </p:nvPr>
        </p:nvSpPr>
        <p:spPr/>
        <p:txBody>
          <a:bodyPr>
            <a:normAutofit lnSpcReduction="10000"/>
          </a:bodyPr>
          <a:lstStyle/>
          <a:p>
            <a:pPr marL="0" indent="0" algn="just">
              <a:buNone/>
            </a:pPr>
            <a:r>
              <a:rPr lang="zh-CN" altLang="en-US" dirty="0"/>
              <a:t>所以，你们不要害怕；你们比许多麻雀要贵重得多呢！凡是在人面前承认我的，我在我天父面前也要承认他；</a:t>
            </a:r>
            <a:endParaRPr lang="en-AU" dirty="0"/>
          </a:p>
        </p:txBody>
      </p:sp>
      <p:sp>
        <p:nvSpPr>
          <p:cNvPr id="4" name="Content Placeholder 3">
            <a:extLst>
              <a:ext uri="{FF2B5EF4-FFF2-40B4-BE49-F238E27FC236}">
                <a16:creationId xmlns:a16="http://schemas.microsoft.com/office/drawing/2014/main" id="{7842FBF0-CC68-03D3-28C5-18488F0DE85D}"/>
              </a:ext>
            </a:extLst>
          </p:cNvPr>
          <p:cNvSpPr>
            <a:spLocks noGrp="1"/>
          </p:cNvSpPr>
          <p:nvPr>
            <p:ph sz="half" idx="2"/>
          </p:nvPr>
        </p:nvSpPr>
        <p:spPr/>
        <p:txBody>
          <a:bodyPr>
            <a:normAutofit lnSpcReduction="10000"/>
          </a:bodyPr>
          <a:lstStyle/>
          <a:p>
            <a:pPr marL="0" indent="0" algn="just">
              <a:buNone/>
            </a:pPr>
            <a:r>
              <a:rPr lang="en-GB" sz="3200" dirty="0"/>
              <a:t>So there is no need to be afraid; you are worth more than hundreds of sparrows. ‘So if anyone declares himself for me in the presence of men, I will declare myself for him in the presence of my Father in heaven. </a:t>
            </a:r>
          </a:p>
          <a:p>
            <a:pPr marL="0" indent="0" algn="just">
              <a:buNone/>
            </a:pPr>
            <a:endParaRPr lang="en-GB" sz="3200" dirty="0"/>
          </a:p>
        </p:txBody>
      </p:sp>
    </p:spTree>
    <p:extLst>
      <p:ext uri="{BB962C8B-B14F-4D97-AF65-F5344CB8AC3E}">
        <p14:creationId xmlns:p14="http://schemas.microsoft.com/office/powerpoint/2010/main" val="40859992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349662-4E8D-B1D0-7798-C6ECEC54C1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9A0CD2-65EB-D6C0-ED1C-F023A0B48264}"/>
              </a:ext>
            </a:extLst>
          </p:cNvPr>
          <p:cNvSpPr>
            <a:spLocks noGrp="1"/>
          </p:cNvSpPr>
          <p:nvPr>
            <p:ph type="title"/>
          </p:nvPr>
        </p:nvSpPr>
        <p:spPr/>
        <p:txBody>
          <a:bodyPr/>
          <a:lstStyle/>
          <a:p>
            <a:r>
              <a:rPr lang="zh-TW" altLang="en-US" dirty="0"/>
              <a:t>福音 </a:t>
            </a:r>
            <a:r>
              <a:rPr lang="en-US" altLang="zh-TW" dirty="0"/>
              <a:t>Gospel</a:t>
            </a:r>
            <a:endParaRPr lang="en-AU" dirty="0"/>
          </a:p>
        </p:txBody>
      </p:sp>
      <p:sp>
        <p:nvSpPr>
          <p:cNvPr id="3" name="Content Placeholder 2">
            <a:extLst>
              <a:ext uri="{FF2B5EF4-FFF2-40B4-BE49-F238E27FC236}">
                <a16:creationId xmlns:a16="http://schemas.microsoft.com/office/drawing/2014/main" id="{C73C111B-1DE0-6B24-711C-FB75A2D5261A}"/>
              </a:ext>
            </a:extLst>
          </p:cNvPr>
          <p:cNvSpPr>
            <a:spLocks noGrp="1"/>
          </p:cNvSpPr>
          <p:nvPr>
            <p:ph sz="half" idx="1"/>
          </p:nvPr>
        </p:nvSpPr>
        <p:spPr/>
        <p:txBody>
          <a:bodyPr>
            <a:normAutofit/>
          </a:bodyPr>
          <a:lstStyle/>
          <a:p>
            <a:pPr marL="0" indent="0" algn="just">
              <a:buNone/>
            </a:pPr>
            <a:r>
              <a:rPr lang="zh-CN" altLang="en-US" dirty="0"/>
              <a:t>谁若是在人面前否认我，我在我天父面前也要否认他。”</a:t>
            </a:r>
            <a:endParaRPr lang="en-AU" altLang="zh-CN" dirty="0"/>
          </a:p>
          <a:p>
            <a:pPr marL="0" indent="0" algn="just">
              <a:buNone/>
            </a:pPr>
            <a:endParaRPr lang="en-US" altLang="zh-CN" dirty="0"/>
          </a:p>
          <a:p>
            <a:pPr marL="0" indent="0" algn="just">
              <a:buNone/>
            </a:pPr>
            <a:r>
              <a:rPr lang="zh-CN" altLang="en-US" dirty="0"/>
              <a:t>基督的福音。</a:t>
            </a:r>
            <a:endParaRPr lang="en-AU" dirty="0"/>
          </a:p>
        </p:txBody>
      </p:sp>
      <p:sp>
        <p:nvSpPr>
          <p:cNvPr id="4" name="Content Placeholder 3">
            <a:extLst>
              <a:ext uri="{FF2B5EF4-FFF2-40B4-BE49-F238E27FC236}">
                <a16:creationId xmlns:a16="http://schemas.microsoft.com/office/drawing/2014/main" id="{B9F3F56A-AFFA-CDF5-6FD5-E575DE1CF8BC}"/>
              </a:ext>
            </a:extLst>
          </p:cNvPr>
          <p:cNvSpPr>
            <a:spLocks noGrp="1"/>
          </p:cNvSpPr>
          <p:nvPr>
            <p:ph sz="half" idx="2"/>
          </p:nvPr>
        </p:nvSpPr>
        <p:spPr/>
        <p:txBody>
          <a:bodyPr>
            <a:normAutofit/>
          </a:bodyPr>
          <a:lstStyle/>
          <a:p>
            <a:pPr marL="0" indent="0" algn="just">
              <a:buNone/>
            </a:pPr>
            <a:r>
              <a:rPr lang="en-GB" sz="3200" dirty="0"/>
              <a:t>But the one who disowns me in the presence of men, I will disown in the presence of my Father in heaven.’</a:t>
            </a:r>
          </a:p>
          <a:p>
            <a:pPr marL="0" indent="0" algn="just">
              <a:buNone/>
            </a:pPr>
            <a:endParaRPr lang="en-GB" sz="3200" dirty="0"/>
          </a:p>
          <a:p>
            <a:pPr marL="0" indent="0" algn="just">
              <a:buNone/>
            </a:pPr>
            <a:r>
              <a:rPr lang="en-GB" sz="3200" dirty="0"/>
              <a:t>The Gospel of the Lord.</a:t>
            </a:r>
          </a:p>
          <a:p>
            <a:pPr marL="0" indent="0" algn="just">
              <a:buNone/>
            </a:pPr>
            <a:endParaRPr lang="en-US" dirty="0"/>
          </a:p>
          <a:p>
            <a:pPr marL="0" indent="0" algn="just">
              <a:buNone/>
            </a:pPr>
            <a:endParaRPr lang="en-AU" dirty="0"/>
          </a:p>
        </p:txBody>
      </p:sp>
    </p:spTree>
    <p:extLst>
      <p:ext uri="{BB962C8B-B14F-4D97-AF65-F5344CB8AC3E}">
        <p14:creationId xmlns:p14="http://schemas.microsoft.com/office/powerpoint/2010/main" val="40253630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7DC344-7C98-164D-9FB4-D89AA09A44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4E64AD-EE7B-C864-6E97-0F2EED049A10}"/>
              </a:ext>
            </a:extLst>
          </p:cNvPr>
          <p:cNvSpPr>
            <a:spLocks noGrp="1"/>
          </p:cNvSpPr>
          <p:nvPr>
            <p:ph type="title"/>
          </p:nvPr>
        </p:nvSpPr>
        <p:spPr/>
        <p:txBody>
          <a:bodyPr/>
          <a:lstStyle/>
          <a:p>
            <a:r>
              <a:rPr lang="zh-TW" altLang="en-US" dirty="0"/>
              <a:t>福音 </a:t>
            </a:r>
            <a:r>
              <a:rPr lang="en-US" altLang="zh-TW" dirty="0"/>
              <a:t>Gospel</a:t>
            </a:r>
            <a:endParaRPr lang="en-AU" dirty="0"/>
          </a:p>
        </p:txBody>
      </p:sp>
      <p:sp>
        <p:nvSpPr>
          <p:cNvPr id="3" name="Content Placeholder 2">
            <a:extLst>
              <a:ext uri="{FF2B5EF4-FFF2-40B4-BE49-F238E27FC236}">
                <a16:creationId xmlns:a16="http://schemas.microsoft.com/office/drawing/2014/main" id="{6F126F35-4FFE-BD57-3F6D-02C4BD1678A0}"/>
              </a:ext>
            </a:extLst>
          </p:cNvPr>
          <p:cNvSpPr>
            <a:spLocks noGrp="1"/>
          </p:cNvSpPr>
          <p:nvPr>
            <p:ph sz="half" idx="1"/>
          </p:nvPr>
        </p:nvSpPr>
        <p:spPr/>
        <p:txBody>
          <a:bodyPr>
            <a:normAutofit/>
          </a:bodyPr>
          <a:lstStyle/>
          <a:p>
            <a:pPr marL="0" indent="0" algn="just" hangingPunct="0">
              <a:buNone/>
            </a:pPr>
            <a:endParaRPr lang="en-AU" altLang="zh-TW" b="1" dirty="0"/>
          </a:p>
          <a:p>
            <a:pPr marL="0" indent="0" algn="just" hangingPunct="0">
              <a:buNone/>
            </a:pPr>
            <a:endParaRPr lang="en-AU" altLang="zh-TW" b="1" dirty="0"/>
          </a:p>
          <a:p>
            <a:pPr marL="0" indent="0" algn="just" hangingPunct="0">
              <a:buNone/>
            </a:pPr>
            <a:r>
              <a:rPr lang="zh-TW" altLang="en-US" b="1" dirty="0"/>
              <a:t>基督，我们赞美你！</a:t>
            </a:r>
            <a:endParaRPr lang="en-AU" b="1" dirty="0"/>
          </a:p>
        </p:txBody>
      </p:sp>
      <p:sp>
        <p:nvSpPr>
          <p:cNvPr id="4" name="Content Placeholder 3">
            <a:extLst>
              <a:ext uri="{FF2B5EF4-FFF2-40B4-BE49-F238E27FC236}">
                <a16:creationId xmlns:a16="http://schemas.microsoft.com/office/drawing/2014/main" id="{C1752B49-B73C-E8B7-24B7-F1B487F44DE7}"/>
              </a:ext>
            </a:extLst>
          </p:cNvPr>
          <p:cNvSpPr>
            <a:spLocks noGrp="1"/>
          </p:cNvSpPr>
          <p:nvPr>
            <p:ph sz="half" idx="2"/>
          </p:nvPr>
        </p:nvSpPr>
        <p:spPr/>
        <p:txBody>
          <a:bodyPr>
            <a:normAutofit/>
          </a:bodyPr>
          <a:lstStyle/>
          <a:p>
            <a:pPr marL="0" indent="0" algn="just">
              <a:buNone/>
            </a:pPr>
            <a:endParaRPr lang="en-AU" sz="3200" b="1" dirty="0"/>
          </a:p>
          <a:p>
            <a:pPr marL="0" indent="0" algn="just">
              <a:buNone/>
            </a:pPr>
            <a:endParaRPr lang="en-AU" sz="3200" b="1" dirty="0"/>
          </a:p>
          <a:p>
            <a:pPr marL="0" indent="0" algn="just">
              <a:buNone/>
            </a:pPr>
            <a:endParaRPr lang="en-AU" sz="3200" b="1" dirty="0"/>
          </a:p>
          <a:p>
            <a:pPr marL="0" indent="0" algn="just">
              <a:buNone/>
            </a:pPr>
            <a:r>
              <a:rPr lang="en-AU" sz="3200" b="1" dirty="0"/>
              <a:t>Praise to you Lord, Jesus Christ!</a:t>
            </a:r>
          </a:p>
        </p:txBody>
      </p:sp>
    </p:spTree>
    <p:extLst>
      <p:ext uri="{BB962C8B-B14F-4D97-AF65-F5344CB8AC3E}">
        <p14:creationId xmlns:p14="http://schemas.microsoft.com/office/powerpoint/2010/main" val="18308142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63F6D9-184C-DA8F-356F-A28564DB43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CDC98A-01F4-3713-E2B5-BE9C201A3E00}"/>
              </a:ext>
            </a:extLst>
          </p:cNvPr>
          <p:cNvSpPr>
            <a:spLocks noGrp="1"/>
          </p:cNvSpPr>
          <p:nvPr>
            <p:ph type="ctrTitle"/>
          </p:nvPr>
        </p:nvSpPr>
        <p:spPr/>
        <p:txBody>
          <a:bodyPr/>
          <a:lstStyle/>
          <a:p>
            <a:endParaRPr lang="en-HK"/>
          </a:p>
        </p:txBody>
      </p:sp>
      <p:sp>
        <p:nvSpPr>
          <p:cNvPr id="3" name="Subtitle 2">
            <a:extLst>
              <a:ext uri="{FF2B5EF4-FFF2-40B4-BE49-F238E27FC236}">
                <a16:creationId xmlns:a16="http://schemas.microsoft.com/office/drawing/2014/main" id="{53D1DDAB-FE78-8649-202C-D2AD988B40DE}"/>
              </a:ext>
            </a:extLst>
          </p:cNvPr>
          <p:cNvSpPr>
            <a:spLocks noGrp="1"/>
          </p:cNvSpPr>
          <p:nvPr>
            <p:ph type="subTitle" idx="1"/>
          </p:nvPr>
        </p:nvSpPr>
        <p:spPr/>
        <p:txBody>
          <a:bodyPr/>
          <a:lstStyle/>
          <a:p>
            <a:endParaRPr lang="en-HK"/>
          </a:p>
        </p:txBody>
      </p:sp>
      <p:pic>
        <p:nvPicPr>
          <p:cNvPr id="7" name="Picture 6">
            <a:extLst>
              <a:ext uri="{FF2B5EF4-FFF2-40B4-BE49-F238E27FC236}">
                <a16:creationId xmlns:a16="http://schemas.microsoft.com/office/drawing/2014/main" id="{82247415-82F1-CABD-06B4-5120DC322915}"/>
              </a:ext>
            </a:extLst>
          </p:cNvPr>
          <p:cNvPicPr>
            <a:picLocks noChangeAspect="1"/>
          </p:cNvPicPr>
          <p:nvPr/>
        </p:nvPicPr>
        <p:blipFill>
          <a:blip r:embed="rId2">
            <a:extLst>
              <a:ext uri="{28A0092B-C50C-407E-A947-70E740481C1C}">
                <a14:useLocalDpi xmlns:a14="http://schemas.microsoft.com/office/drawing/2010/main" val="0"/>
              </a:ext>
            </a:extLst>
          </a:blip>
          <a:srcRect b="25000"/>
          <a:stretch>
            <a:fillRect/>
          </a:stretch>
        </p:blipFill>
        <p:spPr>
          <a:xfrm>
            <a:off x="-1" y="1"/>
            <a:ext cx="9144001" cy="6858000"/>
          </a:xfrm>
          <a:prstGeom prst="rect">
            <a:avLst/>
          </a:prstGeom>
        </p:spPr>
      </p:pic>
      <p:sp>
        <p:nvSpPr>
          <p:cNvPr id="4" name="Rectangle: Rounded Corners 3">
            <a:extLst>
              <a:ext uri="{FF2B5EF4-FFF2-40B4-BE49-F238E27FC236}">
                <a16:creationId xmlns:a16="http://schemas.microsoft.com/office/drawing/2014/main" id="{8F9EA26F-7837-877D-4534-46B555331ED3}"/>
              </a:ext>
            </a:extLst>
          </p:cNvPr>
          <p:cNvSpPr/>
          <p:nvPr/>
        </p:nvSpPr>
        <p:spPr>
          <a:xfrm>
            <a:off x="220717" y="168142"/>
            <a:ext cx="8702566" cy="6516437"/>
          </a:xfrm>
          <a:prstGeom prst="roundRect">
            <a:avLst>
              <a:gd name="adj" fmla="val 2295"/>
            </a:avLst>
          </a:prstGeom>
          <a:solidFill>
            <a:srgbClr val="5572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8800" b="1">
                <a:solidFill>
                  <a:schemeClr val="bg1"/>
                </a:solidFill>
              </a:rPr>
              <a:t>讲道</a:t>
            </a:r>
            <a:endParaRPr lang="en-US" altLang="zh-TW" sz="8800" b="1">
              <a:solidFill>
                <a:schemeClr val="bg1"/>
              </a:solidFill>
            </a:endParaRPr>
          </a:p>
          <a:p>
            <a:pPr algn="ctr"/>
            <a:r>
              <a:rPr lang="en-US" altLang="zh-TW" sz="6600" b="1">
                <a:solidFill>
                  <a:schemeClr val="bg1"/>
                </a:solidFill>
              </a:rPr>
              <a:t>Homily</a:t>
            </a:r>
          </a:p>
        </p:txBody>
      </p:sp>
      <p:grpSp>
        <p:nvGrpSpPr>
          <p:cNvPr id="5" name="Group 4">
            <a:extLst>
              <a:ext uri="{FF2B5EF4-FFF2-40B4-BE49-F238E27FC236}">
                <a16:creationId xmlns:a16="http://schemas.microsoft.com/office/drawing/2014/main" id="{9762F8EE-9A2C-EBE1-5684-D05448A32B04}"/>
              </a:ext>
            </a:extLst>
          </p:cNvPr>
          <p:cNvGrpSpPr/>
          <p:nvPr/>
        </p:nvGrpSpPr>
        <p:grpSpPr>
          <a:xfrm>
            <a:off x="7433919" y="5840308"/>
            <a:ext cx="1301539" cy="599878"/>
            <a:chOff x="7433919" y="5840308"/>
            <a:chExt cx="1301539" cy="599878"/>
          </a:xfrm>
          <a:solidFill>
            <a:srgbClr val="BCCCBE"/>
          </a:solidFill>
        </p:grpSpPr>
        <p:sp>
          <p:nvSpPr>
            <p:cNvPr id="8" name="Rectangle: Rounded Corners 7">
              <a:extLst>
                <a:ext uri="{FF2B5EF4-FFF2-40B4-BE49-F238E27FC236}">
                  <a16:creationId xmlns:a16="http://schemas.microsoft.com/office/drawing/2014/main" id="{FB6756C8-69A4-8C0B-F113-DC032C1CA85B}"/>
                </a:ext>
              </a:extLst>
            </p:cNvPr>
            <p:cNvSpPr/>
            <p:nvPr/>
          </p:nvSpPr>
          <p:spPr>
            <a:xfrm>
              <a:off x="7433919" y="5840308"/>
              <a:ext cx="1301539" cy="599878"/>
            </a:xfrm>
            <a:prstGeom prst="roundRect">
              <a:avLst/>
            </a:prstGeom>
            <a:grpFill/>
            <a:ln>
              <a:solidFill>
                <a:srgbClr val="BCCCB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zh-TW" altLang="en-US" sz="2400" b="1" dirty="0">
                  <a:solidFill>
                    <a:schemeClr val="tx1"/>
                  </a:solidFill>
                </a:rPr>
                <a:t>坐下</a:t>
              </a:r>
              <a:endParaRPr lang="en-HK" sz="2400" b="1" dirty="0">
                <a:solidFill>
                  <a:schemeClr val="tx1"/>
                </a:solidFill>
              </a:endParaRPr>
            </a:p>
          </p:txBody>
        </p:sp>
        <p:pic>
          <p:nvPicPr>
            <p:cNvPr id="9" name="Picture 8" descr="A black and white sign of a person sitting in a chair&#10;&#10;AI-generated content may be incorrect.">
              <a:extLst>
                <a:ext uri="{FF2B5EF4-FFF2-40B4-BE49-F238E27FC236}">
                  <a16:creationId xmlns:a16="http://schemas.microsoft.com/office/drawing/2014/main" id="{C9477033-A40F-0803-75B8-16CA57665845}"/>
                </a:ext>
              </a:extLst>
            </p:cNvPr>
            <p:cNvPicPr>
              <a:picLocks noChangeAspect="1"/>
            </p:cNvPicPr>
            <p:nvPr/>
          </p:nvPicPr>
          <p:blipFill>
            <a:blip r:embed="rId3">
              <a:biLevel thresh="75000"/>
              <a:extLst>
                <a:ext uri="{BEBA8EAE-BF5A-486C-A8C5-ECC9F3942E4B}">
                  <a14:imgProps xmlns:a14="http://schemas.microsoft.com/office/drawing/2010/main">
                    <a14:imgLayer r:embed="rId4">
                      <a14:imgEffect>
                        <a14:backgroundRemoval t="4110" b="96233" l="9896" r="89931">
                          <a14:foregroundMark x1="31597" y1="70890" x2="31597" y2="70890"/>
                          <a14:foregroundMark x1="30556" y1="96233" x2="30556" y2="96233"/>
                          <a14:foregroundMark x1="36632" y1="4110" x2="36632" y2="4110"/>
                        </a14:backgroundRemoval>
                      </a14:imgEffect>
                    </a14:imgLayer>
                  </a14:imgProps>
                </a:ext>
              </a:extLst>
            </a:blip>
            <a:stretch>
              <a:fillRect/>
            </a:stretch>
          </p:blipFill>
          <p:spPr>
            <a:xfrm>
              <a:off x="7516597" y="5921977"/>
              <a:ext cx="410444" cy="436540"/>
            </a:xfrm>
            <a:prstGeom prst="rect">
              <a:avLst/>
            </a:prstGeom>
            <a:grpFill/>
            <a:ln>
              <a:solidFill>
                <a:srgbClr val="BCCCBE"/>
              </a:solidFill>
            </a:ln>
          </p:spPr>
        </p:pic>
      </p:grpSp>
    </p:spTree>
    <p:extLst>
      <p:ext uri="{BB962C8B-B14F-4D97-AF65-F5344CB8AC3E}">
        <p14:creationId xmlns:p14="http://schemas.microsoft.com/office/powerpoint/2010/main" val="21161154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110246-2BBE-6B7E-4962-3643638B01DE}"/>
              </a:ext>
            </a:extLst>
          </p:cNvPr>
          <p:cNvSpPr>
            <a:spLocks noGrp="1"/>
          </p:cNvSpPr>
          <p:nvPr>
            <p:ph type="title"/>
          </p:nvPr>
        </p:nvSpPr>
        <p:spPr/>
        <p:txBody>
          <a:bodyPr>
            <a:normAutofit fontScale="90000"/>
          </a:bodyPr>
          <a:lstStyle/>
          <a:p>
            <a:br>
              <a:rPr lang="en-AU" altLang="zh-TW" dirty="0"/>
            </a:br>
            <a:r>
              <a:rPr lang="zh-TW" altLang="en-US" dirty="0"/>
              <a:t>信经　</a:t>
            </a:r>
            <a:r>
              <a:rPr lang="en-HK" altLang="zh-TW" dirty="0"/>
              <a:t>Creed</a:t>
            </a:r>
            <a:br>
              <a:rPr lang="zh-TW" altLang="en-US" dirty="0"/>
            </a:br>
            <a:endParaRPr lang="en-AU" dirty="0"/>
          </a:p>
        </p:txBody>
      </p:sp>
      <p:sp>
        <p:nvSpPr>
          <p:cNvPr id="3" name="Content Placeholder 2">
            <a:extLst>
              <a:ext uri="{FF2B5EF4-FFF2-40B4-BE49-F238E27FC236}">
                <a16:creationId xmlns:a16="http://schemas.microsoft.com/office/drawing/2014/main" id="{7984CC95-9002-29CF-B026-9B26478A2EC2}"/>
              </a:ext>
            </a:extLst>
          </p:cNvPr>
          <p:cNvSpPr>
            <a:spLocks noGrp="1"/>
          </p:cNvSpPr>
          <p:nvPr>
            <p:ph sz="half" idx="1"/>
          </p:nvPr>
        </p:nvSpPr>
        <p:spPr/>
        <p:txBody>
          <a:bodyPr/>
          <a:lstStyle/>
          <a:p>
            <a:pPr marL="0" indent="0" algn="just" hangingPunct="0">
              <a:buNone/>
            </a:pPr>
            <a:r>
              <a:rPr lang="zh-CN" altLang="en-US" b="1" dirty="0"/>
              <a:t>我信唯一的天主，全能的圣父，天地万物，无论有形无形，都是祂所创造的。</a:t>
            </a:r>
          </a:p>
          <a:p>
            <a:pPr algn="just"/>
            <a:endParaRPr lang="en-AU" dirty="0"/>
          </a:p>
        </p:txBody>
      </p:sp>
      <p:sp>
        <p:nvSpPr>
          <p:cNvPr id="4" name="Content Placeholder 3">
            <a:extLst>
              <a:ext uri="{FF2B5EF4-FFF2-40B4-BE49-F238E27FC236}">
                <a16:creationId xmlns:a16="http://schemas.microsoft.com/office/drawing/2014/main" id="{D703BD17-A09B-2E9B-F0F9-119681B2F596}"/>
              </a:ext>
            </a:extLst>
          </p:cNvPr>
          <p:cNvSpPr>
            <a:spLocks noGrp="1"/>
          </p:cNvSpPr>
          <p:nvPr>
            <p:ph sz="half" idx="2"/>
          </p:nvPr>
        </p:nvSpPr>
        <p:spPr/>
        <p:txBody>
          <a:bodyPr/>
          <a:lstStyle/>
          <a:p>
            <a:pPr marL="0" indent="0" algn="just">
              <a:buNone/>
            </a:pPr>
            <a:r>
              <a:rPr lang="en-GB" sz="3200" b="1" dirty="0"/>
              <a:t>I believe in one God, The Father almighty, maker of heaven and earth, of all things visible and invisible. </a:t>
            </a:r>
          </a:p>
          <a:p>
            <a:pPr algn="just"/>
            <a:endParaRPr lang="en-AU" dirty="0"/>
          </a:p>
        </p:txBody>
      </p:sp>
      <p:grpSp>
        <p:nvGrpSpPr>
          <p:cNvPr id="9" name="Group 8">
            <a:extLst>
              <a:ext uri="{FF2B5EF4-FFF2-40B4-BE49-F238E27FC236}">
                <a16:creationId xmlns:a16="http://schemas.microsoft.com/office/drawing/2014/main" id="{5E8A56B0-9DBA-5C54-D539-46F9E3BFA2F1}"/>
              </a:ext>
            </a:extLst>
          </p:cNvPr>
          <p:cNvGrpSpPr/>
          <p:nvPr/>
        </p:nvGrpSpPr>
        <p:grpSpPr>
          <a:xfrm>
            <a:off x="7514746" y="5835491"/>
            <a:ext cx="1193338" cy="590417"/>
            <a:chOff x="7615646" y="5917473"/>
            <a:chExt cx="1193338" cy="590417"/>
          </a:xfrm>
        </p:grpSpPr>
        <p:sp>
          <p:nvSpPr>
            <p:cNvPr id="10" name="Rectangle: Rounded Corners 9">
              <a:extLst>
                <a:ext uri="{FF2B5EF4-FFF2-40B4-BE49-F238E27FC236}">
                  <a16:creationId xmlns:a16="http://schemas.microsoft.com/office/drawing/2014/main" id="{BFB2682E-54F5-B5AF-CA2D-6CA4EBDE1173}"/>
                </a:ext>
              </a:extLst>
            </p:cNvPr>
            <p:cNvSpPr/>
            <p:nvPr/>
          </p:nvSpPr>
          <p:spPr>
            <a:xfrm>
              <a:off x="7615646" y="5917473"/>
              <a:ext cx="1193338" cy="590417"/>
            </a:xfrm>
            <a:prstGeom prst="roundRect">
              <a:avLst/>
            </a:prstGeom>
            <a:solidFill>
              <a:srgbClr val="55725D"/>
            </a:solidFill>
            <a:ln>
              <a:solidFill>
                <a:srgbClr val="557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zh-TW" altLang="en-US" sz="2400" b="1" dirty="0"/>
                <a:t>站立</a:t>
              </a:r>
              <a:endParaRPr lang="en-HK" sz="2400" b="1" dirty="0"/>
            </a:p>
          </p:txBody>
        </p:sp>
        <p:pic>
          <p:nvPicPr>
            <p:cNvPr id="11" name="Picture 10" descr="A black silhouette of a person and two children&#10;&#10;AI-generated content may be incorrect.">
              <a:extLst>
                <a:ext uri="{FF2B5EF4-FFF2-40B4-BE49-F238E27FC236}">
                  <a16:creationId xmlns:a16="http://schemas.microsoft.com/office/drawing/2014/main" id="{EFB34A08-D450-BB0B-7B08-E9715DEBBE84}"/>
                </a:ext>
              </a:extLst>
            </p:cNvPr>
            <p:cNvPicPr>
              <a:picLocks noChangeAspect="1"/>
            </p:cNvPicPr>
            <p:nvPr/>
          </p:nvPicPr>
          <p:blipFill>
            <a:blip r:embed="rId2">
              <a:lum bright="70000" contrast="-70000"/>
              <a:extLst>
                <a:ext uri="{BEBA8EAE-BF5A-486C-A8C5-ECC9F3942E4B}">
                  <a14:imgProps xmlns:a14="http://schemas.microsoft.com/office/drawing/2010/main">
                    <a14:imgLayer r:embed="rId3">
                      <a14:imgEffect>
                        <a14:backgroundRemoval t="10000" b="90000" l="10000" r="90000"/>
                      </a14:imgEffect>
                    </a14:imgLayer>
                  </a14:imgProps>
                </a:ext>
              </a:extLst>
            </a:blip>
            <a:stretch>
              <a:fillRect/>
            </a:stretch>
          </p:blipFill>
          <p:spPr>
            <a:xfrm>
              <a:off x="7662476" y="6018360"/>
              <a:ext cx="444466" cy="388641"/>
            </a:xfrm>
            <a:prstGeom prst="rect">
              <a:avLst/>
            </a:prstGeom>
            <a:noFill/>
            <a:ln>
              <a:noFill/>
            </a:ln>
          </p:spPr>
        </p:pic>
      </p:grpSp>
    </p:spTree>
    <p:extLst>
      <p:ext uri="{BB962C8B-B14F-4D97-AF65-F5344CB8AC3E}">
        <p14:creationId xmlns:p14="http://schemas.microsoft.com/office/powerpoint/2010/main" val="36089259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D6477-46C9-FF0A-810A-7B31D7C78949}"/>
              </a:ext>
            </a:extLst>
          </p:cNvPr>
          <p:cNvSpPr>
            <a:spLocks noGrp="1"/>
          </p:cNvSpPr>
          <p:nvPr>
            <p:ph type="title"/>
          </p:nvPr>
        </p:nvSpPr>
        <p:spPr/>
        <p:txBody>
          <a:bodyPr>
            <a:normAutofit fontScale="90000"/>
          </a:bodyPr>
          <a:lstStyle/>
          <a:p>
            <a:br>
              <a:rPr lang="en-AU" altLang="zh-TW" dirty="0"/>
            </a:br>
            <a:r>
              <a:rPr lang="zh-TW" altLang="en-US" dirty="0"/>
              <a:t>信经　</a:t>
            </a:r>
            <a:r>
              <a:rPr lang="en-HK" altLang="zh-TW" dirty="0"/>
              <a:t>Creed</a:t>
            </a:r>
            <a:br>
              <a:rPr lang="zh-TW" altLang="en-US" dirty="0"/>
            </a:br>
            <a:endParaRPr lang="en-AU" dirty="0"/>
          </a:p>
        </p:txBody>
      </p:sp>
      <p:sp>
        <p:nvSpPr>
          <p:cNvPr id="3" name="Content Placeholder 2">
            <a:extLst>
              <a:ext uri="{FF2B5EF4-FFF2-40B4-BE49-F238E27FC236}">
                <a16:creationId xmlns:a16="http://schemas.microsoft.com/office/drawing/2014/main" id="{2C56B433-B81D-053C-DCD1-237F55D7D880}"/>
              </a:ext>
            </a:extLst>
          </p:cNvPr>
          <p:cNvSpPr>
            <a:spLocks noGrp="1"/>
          </p:cNvSpPr>
          <p:nvPr>
            <p:ph sz="half" idx="1"/>
          </p:nvPr>
        </p:nvSpPr>
        <p:spPr/>
        <p:txBody>
          <a:bodyPr/>
          <a:lstStyle/>
          <a:p>
            <a:pPr marL="0" indent="0" algn="just">
              <a:buNone/>
            </a:pPr>
            <a:r>
              <a:rPr lang="zh-CN" altLang="en-US" b="1" dirty="0"/>
              <a:t>我信唯一的主、耶稣基督、天主的独生子。祂在万世之前，由圣父所生。</a:t>
            </a:r>
          </a:p>
          <a:p>
            <a:pPr algn="just"/>
            <a:endParaRPr lang="en-AU" dirty="0"/>
          </a:p>
        </p:txBody>
      </p:sp>
      <p:sp>
        <p:nvSpPr>
          <p:cNvPr id="4" name="Content Placeholder 3">
            <a:extLst>
              <a:ext uri="{FF2B5EF4-FFF2-40B4-BE49-F238E27FC236}">
                <a16:creationId xmlns:a16="http://schemas.microsoft.com/office/drawing/2014/main" id="{A2A1A2AA-B67A-E7B1-5B55-6962A96D02B4}"/>
              </a:ext>
            </a:extLst>
          </p:cNvPr>
          <p:cNvSpPr>
            <a:spLocks noGrp="1"/>
          </p:cNvSpPr>
          <p:nvPr>
            <p:ph sz="half" idx="2"/>
          </p:nvPr>
        </p:nvSpPr>
        <p:spPr/>
        <p:txBody>
          <a:bodyPr/>
          <a:lstStyle/>
          <a:p>
            <a:pPr marL="0" indent="0" algn="just">
              <a:buNone/>
            </a:pPr>
            <a:r>
              <a:rPr lang="en-GB" sz="3200" b="1" dirty="0"/>
              <a:t>I believe in one Lord Jesus Christ, the Only Begotten Son of God, born of the Father before all ages. </a:t>
            </a:r>
          </a:p>
          <a:p>
            <a:pPr algn="just"/>
            <a:endParaRPr lang="en-AU" dirty="0"/>
          </a:p>
        </p:txBody>
      </p:sp>
    </p:spTree>
    <p:extLst>
      <p:ext uri="{BB962C8B-B14F-4D97-AF65-F5344CB8AC3E}">
        <p14:creationId xmlns:p14="http://schemas.microsoft.com/office/powerpoint/2010/main" val="9809802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88387F-91B5-40E3-59E0-145DF556C511}"/>
              </a:ext>
            </a:extLst>
          </p:cNvPr>
          <p:cNvSpPr>
            <a:spLocks noGrp="1"/>
          </p:cNvSpPr>
          <p:nvPr>
            <p:ph type="title"/>
          </p:nvPr>
        </p:nvSpPr>
        <p:spPr/>
        <p:txBody>
          <a:bodyPr>
            <a:normAutofit fontScale="90000"/>
          </a:bodyPr>
          <a:lstStyle/>
          <a:p>
            <a:br>
              <a:rPr lang="en-AU" altLang="zh-TW" dirty="0"/>
            </a:br>
            <a:r>
              <a:rPr lang="zh-TW" altLang="en-US" dirty="0"/>
              <a:t>信经　</a:t>
            </a:r>
            <a:r>
              <a:rPr lang="en-HK" altLang="zh-TW" dirty="0"/>
              <a:t>Creed</a:t>
            </a:r>
            <a:br>
              <a:rPr lang="zh-TW" altLang="en-US" dirty="0"/>
            </a:br>
            <a:endParaRPr lang="en-AU" dirty="0"/>
          </a:p>
        </p:txBody>
      </p:sp>
      <p:sp>
        <p:nvSpPr>
          <p:cNvPr id="3" name="Content Placeholder 2">
            <a:extLst>
              <a:ext uri="{FF2B5EF4-FFF2-40B4-BE49-F238E27FC236}">
                <a16:creationId xmlns:a16="http://schemas.microsoft.com/office/drawing/2014/main" id="{FAFB0424-B69D-7278-59D4-8A0E2C445812}"/>
              </a:ext>
            </a:extLst>
          </p:cNvPr>
          <p:cNvSpPr>
            <a:spLocks noGrp="1"/>
          </p:cNvSpPr>
          <p:nvPr>
            <p:ph sz="half" idx="1"/>
          </p:nvPr>
        </p:nvSpPr>
        <p:spPr/>
        <p:txBody>
          <a:bodyPr>
            <a:normAutofit lnSpcReduction="10000"/>
          </a:bodyPr>
          <a:lstStyle/>
          <a:p>
            <a:pPr marL="0" indent="0" algn="just" hangingPunct="0">
              <a:buNone/>
            </a:pPr>
            <a:r>
              <a:rPr lang="zh-TW" altLang="en-US" b="1" dirty="0"/>
              <a:t>祂是出自天主的天主，出自光明的光明，出自真天主的真天主。祂是圣父所生，而非圣父所造，与圣父同性同体，</a:t>
            </a:r>
            <a:endParaRPr lang="en-AU" b="1" dirty="0"/>
          </a:p>
        </p:txBody>
      </p:sp>
      <p:sp>
        <p:nvSpPr>
          <p:cNvPr id="4" name="Content Placeholder 3">
            <a:extLst>
              <a:ext uri="{FF2B5EF4-FFF2-40B4-BE49-F238E27FC236}">
                <a16:creationId xmlns:a16="http://schemas.microsoft.com/office/drawing/2014/main" id="{B069C61E-23D3-AD8F-E4B5-5F873231C175}"/>
              </a:ext>
            </a:extLst>
          </p:cNvPr>
          <p:cNvSpPr>
            <a:spLocks noGrp="1"/>
          </p:cNvSpPr>
          <p:nvPr>
            <p:ph sz="half" idx="2"/>
          </p:nvPr>
        </p:nvSpPr>
        <p:spPr/>
        <p:txBody>
          <a:bodyPr>
            <a:normAutofit lnSpcReduction="10000"/>
          </a:bodyPr>
          <a:lstStyle/>
          <a:p>
            <a:pPr marL="0" indent="0" algn="just">
              <a:buNone/>
            </a:pPr>
            <a:r>
              <a:rPr lang="en-GB" sz="3200" b="1" dirty="0"/>
              <a:t>God from God, Light from Light, true God from true God, begotten, not made, consubstantial with the Father; </a:t>
            </a:r>
            <a:endParaRPr lang="en-AU" sz="3200" b="1" dirty="0"/>
          </a:p>
        </p:txBody>
      </p:sp>
    </p:spTree>
    <p:extLst>
      <p:ext uri="{BB962C8B-B14F-4D97-AF65-F5344CB8AC3E}">
        <p14:creationId xmlns:p14="http://schemas.microsoft.com/office/powerpoint/2010/main" val="35918000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466B7F-F1BC-5275-FB9A-3E57F9E5E3C0}"/>
              </a:ext>
            </a:extLst>
          </p:cNvPr>
          <p:cNvSpPr>
            <a:spLocks noGrp="1"/>
          </p:cNvSpPr>
          <p:nvPr>
            <p:ph type="title"/>
          </p:nvPr>
        </p:nvSpPr>
        <p:spPr/>
        <p:txBody>
          <a:bodyPr>
            <a:normAutofit fontScale="90000"/>
          </a:bodyPr>
          <a:lstStyle/>
          <a:p>
            <a:br>
              <a:rPr lang="en-AU" altLang="zh-TW" dirty="0"/>
            </a:br>
            <a:r>
              <a:rPr lang="zh-TW" altLang="en-US" dirty="0"/>
              <a:t>信经　</a:t>
            </a:r>
            <a:r>
              <a:rPr lang="en-AU" dirty="0"/>
              <a:t>Creed</a:t>
            </a:r>
            <a:br>
              <a:rPr lang="en-AU" dirty="0"/>
            </a:br>
            <a:endParaRPr lang="en-AU" dirty="0"/>
          </a:p>
        </p:txBody>
      </p:sp>
      <p:sp>
        <p:nvSpPr>
          <p:cNvPr id="3" name="Content Placeholder 2">
            <a:extLst>
              <a:ext uri="{FF2B5EF4-FFF2-40B4-BE49-F238E27FC236}">
                <a16:creationId xmlns:a16="http://schemas.microsoft.com/office/drawing/2014/main" id="{C322CF23-ADE0-51F4-FC2C-E13DC3ABCE9E}"/>
              </a:ext>
            </a:extLst>
          </p:cNvPr>
          <p:cNvSpPr>
            <a:spLocks noGrp="1"/>
          </p:cNvSpPr>
          <p:nvPr>
            <p:ph sz="half" idx="1"/>
          </p:nvPr>
        </p:nvSpPr>
        <p:spPr/>
        <p:txBody>
          <a:bodyPr>
            <a:normAutofit fontScale="92500"/>
          </a:bodyPr>
          <a:lstStyle/>
          <a:p>
            <a:pPr marL="0" indent="0" algn="just">
              <a:buNone/>
            </a:pPr>
            <a:r>
              <a:rPr lang="zh-TW" altLang="en-US" b="1" dirty="0"/>
              <a:t>万物是藉着祂而造成的。</a:t>
            </a:r>
            <a:endParaRPr lang="en-AU" altLang="zh-TW" b="1" dirty="0"/>
          </a:p>
          <a:p>
            <a:pPr marL="0" indent="0" algn="just">
              <a:buNone/>
            </a:pPr>
            <a:r>
              <a:rPr lang="zh-CN" altLang="en-US" b="1" dirty="0"/>
              <a:t>祂为了我们人类，并为了我们的得救，从天降下。</a:t>
            </a:r>
            <a:r>
              <a:rPr lang="zh-TW" altLang="en-US" sz="2800" b="1" dirty="0"/>
              <a:t>（</a:t>
            </a:r>
            <a:r>
              <a:rPr lang="zh-CN" altLang="en-US" sz="2800" b="1" dirty="0"/>
              <a:t>鞠躬</a:t>
            </a:r>
            <a:r>
              <a:rPr lang="zh-TW" altLang="en-US" sz="2800" b="1" dirty="0"/>
              <a:t>）</a:t>
            </a:r>
            <a:endParaRPr lang="en-AU" altLang="zh-TW" sz="2800" b="1" dirty="0"/>
          </a:p>
          <a:p>
            <a:pPr marL="0" indent="0" algn="just">
              <a:buNone/>
            </a:pPr>
            <a:r>
              <a:rPr lang="zh-CN" altLang="en-US" b="1" dirty="0"/>
              <a:t>祂因神圣，由童贞玛利亚取得肉躯，而成为人。</a:t>
            </a:r>
          </a:p>
          <a:p>
            <a:pPr algn="just"/>
            <a:endParaRPr lang="en-AU" dirty="0"/>
          </a:p>
        </p:txBody>
      </p:sp>
      <p:sp>
        <p:nvSpPr>
          <p:cNvPr id="4" name="Content Placeholder 3">
            <a:extLst>
              <a:ext uri="{FF2B5EF4-FFF2-40B4-BE49-F238E27FC236}">
                <a16:creationId xmlns:a16="http://schemas.microsoft.com/office/drawing/2014/main" id="{1C0B638B-8B06-F40D-431A-07A569671726}"/>
              </a:ext>
            </a:extLst>
          </p:cNvPr>
          <p:cNvSpPr>
            <a:spLocks noGrp="1"/>
          </p:cNvSpPr>
          <p:nvPr>
            <p:ph sz="half" idx="2"/>
          </p:nvPr>
        </p:nvSpPr>
        <p:spPr/>
        <p:txBody>
          <a:bodyPr>
            <a:normAutofit fontScale="92500"/>
          </a:bodyPr>
          <a:lstStyle/>
          <a:p>
            <a:pPr marL="0" indent="0" algn="just">
              <a:buNone/>
            </a:pPr>
            <a:r>
              <a:rPr lang="en-GB" sz="3200" b="1" dirty="0"/>
              <a:t>through him all things were made. </a:t>
            </a:r>
          </a:p>
          <a:p>
            <a:pPr marL="0" indent="0" algn="just">
              <a:buNone/>
            </a:pPr>
            <a:r>
              <a:rPr lang="en-GB" sz="3200" i="1" dirty="0"/>
              <a:t>(Bow)</a:t>
            </a:r>
          </a:p>
          <a:p>
            <a:pPr marL="0" indent="0" algn="just">
              <a:buNone/>
            </a:pPr>
            <a:r>
              <a:rPr lang="en-GB" sz="3200" b="1" dirty="0"/>
              <a:t>For us men and for our salvation he came down from heaven, and by the Holy Spirit was incarnate of the Virgin Mary, and became man. </a:t>
            </a:r>
          </a:p>
          <a:p>
            <a:pPr algn="just"/>
            <a:endParaRPr lang="en-AU" dirty="0"/>
          </a:p>
        </p:txBody>
      </p:sp>
    </p:spTree>
    <p:extLst>
      <p:ext uri="{BB962C8B-B14F-4D97-AF65-F5344CB8AC3E}">
        <p14:creationId xmlns:p14="http://schemas.microsoft.com/office/powerpoint/2010/main" val="28327170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DD98E5-7F16-38CA-768F-1A8D886CE543}"/>
              </a:ext>
            </a:extLst>
          </p:cNvPr>
          <p:cNvSpPr>
            <a:spLocks noGrp="1"/>
          </p:cNvSpPr>
          <p:nvPr>
            <p:ph type="title"/>
          </p:nvPr>
        </p:nvSpPr>
        <p:spPr/>
        <p:txBody>
          <a:bodyPr>
            <a:normAutofit fontScale="90000"/>
          </a:bodyPr>
          <a:lstStyle/>
          <a:p>
            <a:br>
              <a:rPr lang="en-AU" altLang="zh-TW" dirty="0"/>
            </a:br>
            <a:r>
              <a:rPr lang="zh-TW" altLang="en-US" dirty="0"/>
              <a:t>信经　</a:t>
            </a:r>
            <a:r>
              <a:rPr lang="en-HK" altLang="zh-TW" dirty="0"/>
              <a:t>Creed</a:t>
            </a:r>
            <a:br>
              <a:rPr lang="zh-TW" altLang="en-US" dirty="0"/>
            </a:br>
            <a:endParaRPr lang="en-AU" dirty="0"/>
          </a:p>
        </p:txBody>
      </p:sp>
      <p:sp>
        <p:nvSpPr>
          <p:cNvPr id="3" name="Content Placeholder 2">
            <a:extLst>
              <a:ext uri="{FF2B5EF4-FFF2-40B4-BE49-F238E27FC236}">
                <a16:creationId xmlns:a16="http://schemas.microsoft.com/office/drawing/2014/main" id="{D8ADF9C6-78BF-E760-2E03-15643E249136}"/>
              </a:ext>
            </a:extLst>
          </p:cNvPr>
          <p:cNvSpPr>
            <a:spLocks noGrp="1"/>
          </p:cNvSpPr>
          <p:nvPr>
            <p:ph sz="half" idx="1"/>
          </p:nvPr>
        </p:nvSpPr>
        <p:spPr/>
        <p:txBody>
          <a:bodyPr/>
          <a:lstStyle/>
          <a:p>
            <a:pPr marL="0" indent="0" algn="just" hangingPunct="0">
              <a:buNone/>
            </a:pPr>
            <a:r>
              <a:rPr lang="zh-CN" altLang="en-US" b="1" dirty="0"/>
              <a:t>祂在般雀比拉多执政时，为我们被钉在十字架上，受难而被埋葬。祂正如圣经所载，第三日复活了。</a:t>
            </a:r>
          </a:p>
          <a:p>
            <a:pPr algn="just"/>
            <a:endParaRPr lang="en-AU" dirty="0"/>
          </a:p>
        </p:txBody>
      </p:sp>
      <p:sp>
        <p:nvSpPr>
          <p:cNvPr id="4" name="Content Placeholder 3">
            <a:extLst>
              <a:ext uri="{FF2B5EF4-FFF2-40B4-BE49-F238E27FC236}">
                <a16:creationId xmlns:a16="http://schemas.microsoft.com/office/drawing/2014/main" id="{69A5A4AD-6EB9-2849-3DBB-315A9F0B3146}"/>
              </a:ext>
            </a:extLst>
          </p:cNvPr>
          <p:cNvSpPr>
            <a:spLocks noGrp="1"/>
          </p:cNvSpPr>
          <p:nvPr>
            <p:ph sz="half" idx="2"/>
          </p:nvPr>
        </p:nvSpPr>
        <p:spPr/>
        <p:txBody>
          <a:bodyPr/>
          <a:lstStyle/>
          <a:p>
            <a:pPr marL="0" indent="0" algn="just">
              <a:buNone/>
            </a:pPr>
            <a:r>
              <a:rPr lang="en-GB" sz="3200" b="1" dirty="0"/>
              <a:t>For our sake he was crucified under Pontius Pilate, he suffered death and was buried, and rose again on the third day in accordance with the Scriptures. </a:t>
            </a:r>
          </a:p>
          <a:p>
            <a:pPr algn="just"/>
            <a:endParaRPr lang="en-AU" dirty="0"/>
          </a:p>
        </p:txBody>
      </p:sp>
    </p:spTree>
    <p:extLst>
      <p:ext uri="{BB962C8B-B14F-4D97-AF65-F5344CB8AC3E}">
        <p14:creationId xmlns:p14="http://schemas.microsoft.com/office/powerpoint/2010/main" val="37646969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C5C82A-BCFB-8CC0-E76D-8E4BBC240C67}"/>
              </a:ext>
            </a:extLst>
          </p:cNvPr>
          <p:cNvSpPr>
            <a:spLocks noGrp="1"/>
          </p:cNvSpPr>
          <p:nvPr>
            <p:ph type="title"/>
          </p:nvPr>
        </p:nvSpPr>
        <p:spPr/>
        <p:txBody>
          <a:bodyPr>
            <a:normAutofit fontScale="90000"/>
          </a:bodyPr>
          <a:lstStyle/>
          <a:p>
            <a:br>
              <a:rPr lang="en-AU" altLang="zh-TW" dirty="0"/>
            </a:br>
            <a:r>
              <a:rPr lang="zh-TW" altLang="en-US" dirty="0"/>
              <a:t>信经　</a:t>
            </a:r>
            <a:r>
              <a:rPr lang="en-HK" altLang="zh-TW" dirty="0"/>
              <a:t>Creed</a:t>
            </a:r>
            <a:br>
              <a:rPr lang="zh-TW" altLang="en-US" dirty="0"/>
            </a:br>
            <a:endParaRPr lang="en-AU" dirty="0"/>
          </a:p>
        </p:txBody>
      </p:sp>
      <p:sp>
        <p:nvSpPr>
          <p:cNvPr id="3" name="Content Placeholder 2">
            <a:extLst>
              <a:ext uri="{FF2B5EF4-FFF2-40B4-BE49-F238E27FC236}">
                <a16:creationId xmlns:a16="http://schemas.microsoft.com/office/drawing/2014/main" id="{D46AFC47-FB27-3799-7C21-1F50575282B2}"/>
              </a:ext>
            </a:extLst>
          </p:cNvPr>
          <p:cNvSpPr>
            <a:spLocks noGrp="1"/>
          </p:cNvSpPr>
          <p:nvPr>
            <p:ph sz="half" idx="1"/>
          </p:nvPr>
        </p:nvSpPr>
        <p:spPr/>
        <p:txBody>
          <a:bodyPr/>
          <a:lstStyle/>
          <a:p>
            <a:pPr marL="0" indent="0" algn="just" hangingPunct="0">
              <a:buNone/>
            </a:pPr>
            <a:r>
              <a:rPr lang="zh-CN" altLang="en-US" b="1" dirty="0"/>
              <a:t>祂升了天，坐在圣父的右边。祂还要光荣地降来，审判生者死者。祂的神国万世无疆。</a:t>
            </a:r>
          </a:p>
          <a:p>
            <a:pPr algn="just"/>
            <a:endParaRPr lang="en-AU" dirty="0"/>
          </a:p>
        </p:txBody>
      </p:sp>
      <p:sp>
        <p:nvSpPr>
          <p:cNvPr id="4" name="Content Placeholder 3">
            <a:extLst>
              <a:ext uri="{FF2B5EF4-FFF2-40B4-BE49-F238E27FC236}">
                <a16:creationId xmlns:a16="http://schemas.microsoft.com/office/drawing/2014/main" id="{ADDB94A6-D5F6-E7F0-DA9B-3F7AA82F0B69}"/>
              </a:ext>
            </a:extLst>
          </p:cNvPr>
          <p:cNvSpPr>
            <a:spLocks noGrp="1"/>
          </p:cNvSpPr>
          <p:nvPr>
            <p:ph sz="half" idx="2"/>
          </p:nvPr>
        </p:nvSpPr>
        <p:spPr/>
        <p:txBody>
          <a:bodyPr/>
          <a:lstStyle/>
          <a:p>
            <a:pPr marL="0" indent="0" algn="just">
              <a:buNone/>
            </a:pPr>
            <a:r>
              <a:rPr lang="en-GB" sz="3200" b="1" dirty="0"/>
              <a:t>He ascended into heaven and is seated at the right hand of the Father. He will come again in glory to judge the living and the dead and his kingdom will have no end.</a:t>
            </a:r>
          </a:p>
          <a:p>
            <a:pPr algn="just"/>
            <a:endParaRPr lang="en-AU" dirty="0"/>
          </a:p>
        </p:txBody>
      </p:sp>
    </p:spTree>
    <p:extLst>
      <p:ext uri="{BB962C8B-B14F-4D97-AF65-F5344CB8AC3E}">
        <p14:creationId xmlns:p14="http://schemas.microsoft.com/office/powerpoint/2010/main" val="2599094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F7EE18-B1BA-8EF5-6B04-1F454E6A36CF}"/>
              </a:ext>
            </a:extLst>
          </p:cNvPr>
          <p:cNvSpPr>
            <a:spLocks noGrp="1"/>
          </p:cNvSpPr>
          <p:nvPr>
            <p:ph type="title"/>
          </p:nvPr>
        </p:nvSpPr>
        <p:spPr/>
        <p:txBody>
          <a:bodyPr>
            <a:normAutofit fontScale="90000"/>
          </a:bodyPr>
          <a:lstStyle/>
          <a:p>
            <a:br>
              <a:rPr lang="en-AU" altLang="zh-TW" dirty="0"/>
            </a:br>
            <a:r>
              <a:rPr lang="zh-TW" altLang="en-US" dirty="0"/>
              <a:t>信经　</a:t>
            </a:r>
            <a:r>
              <a:rPr lang="en-HK" altLang="zh-TW" dirty="0"/>
              <a:t>Creed</a:t>
            </a:r>
            <a:br>
              <a:rPr lang="zh-TW" altLang="en-US" dirty="0"/>
            </a:br>
            <a:endParaRPr lang="en-AU" dirty="0"/>
          </a:p>
        </p:txBody>
      </p:sp>
      <p:sp>
        <p:nvSpPr>
          <p:cNvPr id="3" name="Content Placeholder 2">
            <a:extLst>
              <a:ext uri="{FF2B5EF4-FFF2-40B4-BE49-F238E27FC236}">
                <a16:creationId xmlns:a16="http://schemas.microsoft.com/office/drawing/2014/main" id="{6F05F62C-B165-496C-DD34-644D97700C6F}"/>
              </a:ext>
            </a:extLst>
          </p:cNvPr>
          <p:cNvSpPr>
            <a:spLocks noGrp="1"/>
          </p:cNvSpPr>
          <p:nvPr>
            <p:ph sz="half" idx="1"/>
          </p:nvPr>
        </p:nvSpPr>
        <p:spPr/>
        <p:txBody>
          <a:bodyPr>
            <a:normAutofit lnSpcReduction="10000"/>
          </a:bodyPr>
          <a:lstStyle/>
          <a:p>
            <a:pPr marL="0" indent="0" algn="just" hangingPunct="0">
              <a:buNone/>
            </a:pPr>
            <a:r>
              <a:rPr lang="zh-CN" altLang="en-US" b="1" dirty="0"/>
              <a:t>我信圣神，祂是主及赋予生命者，由圣父圣子所共发。祂和圣父圣子，同受钦崇，同享光荣。祂曾藉先知们发言。</a:t>
            </a:r>
          </a:p>
          <a:p>
            <a:pPr algn="just"/>
            <a:endParaRPr lang="en-AU" dirty="0"/>
          </a:p>
        </p:txBody>
      </p:sp>
      <p:sp>
        <p:nvSpPr>
          <p:cNvPr id="4" name="Content Placeholder 3">
            <a:extLst>
              <a:ext uri="{FF2B5EF4-FFF2-40B4-BE49-F238E27FC236}">
                <a16:creationId xmlns:a16="http://schemas.microsoft.com/office/drawing/2014/main" id="{7EF9404A-3C71-B8FF-C7C8-C40D689758C3}"/>
              </a:ext>
            </a:extLst>
          </p:cNvPr>
          <p:cNvSpPr>
            <a:spLocks noGrp="1"/>
          </p:cNvSpPr>
          <p:nvPr>
            <p:ph sz="half" idx="2"/>
          </p:nvPr>
        </p:nvSpPr>
        <p:spPr/>
        <p:txBody>
          <a:bodyPr>
            <a:normAutofit lnSpcReduction="10000"/>
          </a:bodyPr>
          <a:lstStyle/>
          <a:p>
            <a:pPr marL="0" indent="0" algn="just">
              <a:buNone/>
            </a:pPr>
            <a:r>
              <a:rPr lang="en-GB" sz="3000" b="1" dirty="0"/>
              <a:t>I believe in the Holy Spirit, the Lord, the giver of life, who proceeds from the Father and the Son, who with the Father and the son is adored and glorified, who has spoken through the prophets. </a:t>
            </a:r>
          </a:p>
          <a:p>
            <a:pPr algn="just"/>
            <a:endParaRPr lang="en-AU" dirty="0"/>
          </a:p>
        </p:txBody>
      </p:sp>
    </p:spTree>
    <p:extLst>
      <p:ext uri="{BB962C8B-B14F-4D97-AF65-F5344CB8AC3E}">
        <p14:creationId xmlns:p14="http://schemas.microsoft.com/office/powerpoint/2010/main" val="4550902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6AF0FE-F9BA-CD6F-7EF9-289D19E7D88D}"/>
              </a:ext>
            </a:extLst>
          </p:cNvPr>
          <p:cNvSpPr>
            <a:spLocks noGrp="1"/>
          </p:cNvSpPr>
          <p:nvPr>
            <p:ph type="title"/>
          </p:nvPr>
        </p:nvSpPr>
        <p:spPr/>
        <p:txBody>
          <a:bodyPr>
            <a:normAutofit fontScale="90000"/>
          </a:bodyPr>
          <a:lstStyle/>
          <a:p>
            <a:br>
              <a:rPr lang="en-AU" altLang="zh-TW" dirty="0"/>
            </a:br>
            <a:r>
              <a:rPr lang="zh-TW" altLang="en-US" dirty="0"/>
              <a:t>信经　</a:t>
            </a:r>
            <a:r>
              <a:rPr lang="en-AU" dirty="0"/>
              <a:t>Creed</a:t>
            </a:r>
            <a:br>
              <a:rPr lang="en-AU" dirty="0"/>
            </a:br>
            <a:endParaRPr lang="en-AU" dirty="0"/>
          </a:p>
        </p:txBody>
      </p:sp>
      <p:sp>
        <p:nvSpPr>
          <p:cNvPr id="3" name="Content Placeholder 2">
            <a:extLst>
              <a:ext uri="{FF2B5EF4-FFF2-40B4-BE49-F238E27FC236}">
                <a16:creationId xmlns:a16="http://schemas.microsoft.com/office/drawing/2014/main" id="{C28ACCB7-948E-0C2D-11BB-109B19A8017F}"/>
              </a:ext>
            </a:extLst>
          </p:cNvPr>
          <p:cNvSpPr>
            <a:spLocks noGrp="1"/>
          </p:cNvSpPr>
          <p:nvPr>
            <p:ph sz="half" idx="1"/>
          </p:nvPr>
        </p:nvSpPr>
        <p:spPr/>
        <p:txBody>
          <a:bodyPr>
            <a:normAutofit lnSpcReduction="10000"/>
          </a:bodyPr>
          <a:lstStyle/>
          <a:p>
            <a:pPr marL="0" indent="0" algn="just" hangingPunct="0">
              <a:buNone/>
            </a:pPr>
            <a:r>
              <a:rPr lang="zh-CN" altLang="en-US" b="1" dirty="0"/>
              <a:t>我信唯一、至圣、至公、从宗徒传下来的教会。我承认赦罪的圣洗，只有一个。我期待死人的复活，及来世的生命。阿们。</a:t>
            </a:r>
          </a:p>
          <a:p>
            <a:pPr algn="just"/>
            <a:endParaRPr lang="en-AU" dirty="0"/>
          </a:p>
        </p:txBody>
      </p:sp>
      <p:sp>
        <p:nvSpPr>
          <p:cNvPr id="4" name="Content Placeholder 3">
            <a:extLst>
              <a:ext uri="{FF2B5EF4-FFF2-40B4-BE49-F238E27FC236}">
                <a16:creationId xmlns:a16="http://schemas.microsoft.com/office/drawing/2014/main" id="{7AC48843-97BB-93AB-E5FE-27465018568C}"/>
              </a:ext>
            </a:extLst>
          </p:cNvPr>
          <p:cNvSpPr>
            <a:spLocks noGrp="1"/>
          </p:cNvSpPr>
          <p:nvPr>
            <p:ph sz="half" idx="2"/>
          </p:nvPr>
        </p:nvSpPr>
        <p:spPr/>
        <p:txBody>
          <a:bodyPr>
            <a:normAutofit lnSpcReduction="10000"/>
          </a:bodyPr>
          <a:lstStyle/>
          <a:p>
            <a:pPr marL="0" indent="0" algn="just">
              <a:buNone/>
            </a:pPr>
            <a:r>
              <a:rPr lang="en-GB" sz="3200" b="1" dirty="0"/>
              <a:t>I believe in one, holy, catholic and apostolic Church. I confess one Baptism for the forgiveness of sins and I look forward to the resurrection of the dead and the life of the world to come. Amen. </a:t>
            </a:r>
          </a:p>
          <a:p>
            <a:pPr algn="just"/>
            <a:endParaRPr lang="en-AU" dirty="0"/>
          </a:p>
        </p:txBody>
      </p:sp>
    </p:spTree>
    <p:extLst>
      <p:ext uri="{BB962C8B-B14F-4D97-AF65-F5344CB8AC3E}">
        <p14:creationId xmlns:p14="http://schemas.microsoft.com/office/powerpoint/2010/main" val="2042450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15C193-931C-CBAA-5E13-B3E0EAC4BD21}"/>
              </a:ext>
            </a:extLst>
          </p:cNvPr>
          <p:cNvSpPr>
            <a:spLocks noGrp="1"/>
          </p:cNvSpPr>
          <p:nvPr>
            <p:ph type="title"/>
          </p:nvPr>
        </p:nvSpPr>
        <p:spPr/>
        <p:txBody>
          <a:bodyPr>
            <a:normAutofit fontScale="90000"/>
          </a:bodyPr>
          <a:lstStyle/>
          <a:p>
            <a:br>
              <a:rPr lang="en-HK" altLang="zh-TW" dirty="0">
                <a:solidFill>
                  <a:schemeClr val="bg1"/>
                </a:solidFill>
              </a:rPr>
            </a:br>
            <a:r>
              <a:rPr lang="en-HK" altLang="zh-TW" dirty="0">
                <a:solidFill>
                  <a:schemeClr val="bg1"/>
                </a:solidFill>
              </a:rPr>
              <a:t>Prayers of the Faithful</a:t>
            </a:r>
            <a:r>
              <a:rPr lang="zh-TW" altLang="en-HK" dirty="0">
                <a:solidFill>
                  <a:schemeClr val="bg1"/>
                </a:solidFill>
              </a:rPr>
              <a:t>　</a:t>
            </a:r>
            <a:r>
              <a:rPr lang="zh-TW" altLang="en-US" dirty="0">
                <a:solidFill>
                  <a:schemeClr val="bg1"/>
                </a:solidFill>
              </a:rPr>
              <a:t>信友祷文</a:t>
            </a:r>
            <a:br>
              <a:rPr lang="zh-TW" altLang="en-US" dirty="0">
                <a:solidFill>
                  <a:schemeClr val="bg1"/>
                </a:solidFill>
              </a:rPr>
            </a:br>
            <a:endParaRPr lang="en-AU" dirty="0"/>
          </a:p>
        </p:txBody>
      </p:sp>
      <p:sp>
        <p:nvSpPr>
          <p:cNvPr id="3" name="Content Placeholder 2">
            <a:extLst>
              <a:ext uri="{FF2B5EF4-FFF2-40B4-BE49-F238E27FC236}">
                <a16:creationId xmlns:a16="http://schemas.microsoft.com/office/drawing/2014/main" id="{F9F8EA2A-D63B-5241-FCCB-2543CD2E4D73}"/>
              </a:ext>
            </a:extLst>
          </p:cNvPr>
          <p:cNvSpPr>
            <a:spLocks noGrp="1"/>
          </p:cNvSpPr>
          <p:nvPr>
            <p:ph idx="1"/>
          </p:nvPr>
        </p:nvSpPr>
        <p:spPr/>
        <p:txBody>
          <a:bodyPr anchor="ctr">
            <a:normAutofit/>
          </a:bodyPr>
          <a:lstStyle/>
          <a:p>
            <a:pPr marL="0" indent="0" algn="just"/>
            <a:r>
              <a:rPr lang="zh-CN" altLang="en-US" sz="5600" dirty="0"/>
              <a:t>主祭：</a:t>
            </a:r>
            <a:r>
              <a:rPr lang="zh-CN" altLang="en-US" sz="5600" b="0" dirty="0"/>
              <a:t>各位兄弟姊妹，天主洞悉人心，亦知道我们的需要，让我们稳立在他的爱内，向他祈求：</a:t>
            </a:r>
          </a:p>
          <a:p>
            <a:pPr marL="0" indent="0" algn="just"/>
            <a:endParaRPr lang="en-AU" altLang="zh-CN" sz="5600" b="0" dirty="0"/>
          </a:p>
        </p:txBody>
      </p:sp>
    </p:spTree>
    <p:extLst>
      <p:ext uri="{BB962C8B-B14F-4D97-AF65-F5344CB8AC3E}">
        <p14:creationId xmlns:p14="http://schemas.microsoft.com/office/powerpoint/2010/main" val="40580127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912AE4-2CD8-3ABD-55C0-C394E2287F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583C7F-E28B-DCAB-C225-A61215BB8F15}"/>
              </a:ext>
            </a:extLst>
          </p:cNvPr>
          <p:cNvSpPr>
            <a:spLocks noGrp="1"/>
          </p:cNvSpPr>
          <p:nvPr>
            <p:ph type="title"/>
          </p:nvPr>
        </p:nvSpPr>
        <p:spPr/>
        <p:txBody>
          <a:bodyPr>
            <a:normAutofit fontScale="90000"/>
          </a:bodyPr>
          <a:lstStyle/>
          <a:p>
            <a:br>
              <a:rPr lang="en-HK" altLang="zh-TW" dirty="0">
                <a:solidFill>
                  <a:schemeClr val="bg1"/>
                </a:solidFill>
              </a:rPr>
            </a:br>
            <a:r>
              <a:rPr lang="en-HK" altLang="zh-TW" dirty="0">
                <a:solidFill>
                  <a:schemeClr val="bg1"/>
                </a:solidFill>
              </a:rPr>
              <a:t>Prayers of the Faithful</a:t>
            </a:r>
            <a:r>
              <a:rPr lang="zh-TW" altLang="en-HK" dirty="0">
                <a:solidFill>
                  <a:schemeClr val="bg1"/>
                </a:solidFill>
              </a:rPr>
              <a:t>　</a:t>
            </a:r>
            <a:r>
              <a:rPr lang="zh-TW" altLang="en-US" dirty="0">
                <a:solidFill>
                  <a:schemeClr val="bg1"/>
                </a:solidFill>
              </a:rPr>
              <a:t>信友祷文</a:t>
            </a:r>
            <a:br>
              <a:rPr lang="zh-TW" altLang="en-US" dirty="0">
                <a:solidFill>
                  <a:schemeClr val="bg1"/>
                </a:solidFill>
              </a:rPr>
            </a:br>
            <a:endParaRPr lang="en-AU" dirty="0"/>
          </a:p>
        </p:txBody>
      </p:sp>
      <p:sp>
        <p:nvSpPr>
          <p:cNvPr id="3" name="Content Placeholder 2">
            <a:extLst>
              <a:ext uri="{FF2B5EF4-FFF2-40B4-BE49-F238E27FC236}">
                <a16:creationId xmlns:a16="http://schemas.microsoft.com/office/drawing/2014/main" id="{3C221873-5D45-A587-3FAA-752ABE418676}"/>
              </a:ext>
            </a:extLst>
          </p:cNvPr>
          <p:cNvSpPr>
            <a:spLocks noGrp="1"/>
          </p:cNvSpPr>
          <p:nvPr>
            <p:ph idx="1"/>
          </p:nvPr>
        </p:nvSpPr>
        <p:spPr/>
        <p:txBody>
          <a:bodyPr anchor="ctr">
            <a:normAutofit fontScale="92500" lnSpcReduction="20000"/>
          </a:bodyPr>
          <a:lstStyle/>
          <a:p>
            <a:pPr marL="0" indent="0" algn="just"/>
            <a:endParaRPr lang="en-AU" altLang="zh-CN" sz="5600" b="0" dirty="0"/>
          </a:p>
          <a:p>
            <a:pPr marL="0" indent="0" algn="just"/>
            <a:r>
              <a:rPr lang="zh-CN" altLang="en-US" sz="5600" dirty="0"/>
              <a:t>领：</a:t>
            </a:r>
            <a:r>
              <a:rPr lang="zh-CN" altLang="en-US" sz="5600" b="0" dirty="0"/>
              <a:t>耶肋米亚先知受磨难时，仍信赖天主，呼求天主把他救出。我们现在也把受迫害的地方教会托付给主的照顾，求主坚强所有忠心的好仆人，使他们早日得享传福音及履行信仰的自由。为此，我们同声祈祷。</a:t>
            </a:r>
          </a:p>
          <a:p>
            <a:pPr marL="0" indent="0" algn="just"/>
            <a:endParaRPr lang="en-AU" altLang="zh-CN" sz="5600" b="0" dirty="0"/>
          </a:p>
        </p:txBody>
      </p:sp>
    </p:spTree>
    <p:extLst>
      <p:ext uri="{BB962C8B-B14F-4D97-AF65-F5344CB8AC3E}">
        <p14:creationId xmlns:p14="http://schemas.microsoft.com/office/powerpoint/2010/main" val="5965480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4A64E4-47EC-8A62-3C1F-13A2F5EC9E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731B94-DDA2-CCE1-1D17-1221D6B9081D}"/>
              </a:ext>
            </a:extLst>
          </p:cNvPr>
          <p:cNvSpPr>
            <a:spLocks noGrp="1"/>
          </p:cNvSpPr>
          <p:nvPr>
            <p:ph type="title"/>
          </p:nvPr>
        </p:nvSpPr>
        <p:spPr/>
        <p:txBody>
          <a:bodyPr>
            <a:normAutofit fontScale="90000"/>
          </a:bodyPr>
          <a:lstStyle/>
          <a:p>
            <a:br>
              <a:rPr lang="en-HK" altLang="zh-TW" dirty="0">
                <a:solidFill>
                  <a:schemeClr val="bg1"/>
                </a:solidFill>
              </a:rPr>
            </a:br>
            <a:r>
              <a:rPr lang="en-HK" altLang="zh-TW" dirty="0">
                <a:solidFill>
                  <a:schemeClr val="bg1"/>
                </a:solidFill>
              </a:rPr>
              <a:t>Prayers of the Faithful</a:t>
            </a:r>
            <a:r>
              <a:rPr lang="zh-TW" altLang="en-HK" dirty="0">
                <a:solidFill>
                  <a:schemeClr val="bg1"/>
                </a:solidFill>
              </a:rPr>
              <a:t>　</a:t>
            </a:r>
            <a:r>
              <a:rPr lang="zh-TW" altLang="en-US" dirty="0">
                <a:solidFill>
                  <a:schemeClr val="bg1"/>
                </a:solidFill>
              </a:rPr>
              <a:t>信友祷文</a:t>
            </a:r>
            <a:br>
              <a:rPr lang="zh-TW" altLang="en-US" dirty="0">
                <a:solidFill>
                  <a:schemeClr val="bg1"/>
                </a:solidFill>
              </a:rPr>
            </a:br>
            <a:endParaRPr lang="en-AU" dirty="0"/>
          </a:p>
        </p:txBody>
      </p:sp>
      <p:sp>
        <p:nvSpPr>
          <p:cNvPr id="3" name="Content Placeholder 2">
            <a:extLst>
              <a:ext uri="{FF2B5EF4-FFF2-40B4-BE49-F238E27FC236}">
                <a16:creationId xmlns:a16="http://schemas.microsoft.com/office/drawing/2014/main" id="{A0A6A90A-1649-58DB-08FA-A1E8AB972293}"/>
              </a:ext>
            </a:extLst>
          </p:cNvPr>
          <p:cNvSpPr>
            <a:spLocks noGrp="1"/>
          </p:cNvSpPr>
          <p:nvPr>
            <p:ph idx="1"/>
          </p:nvPr>
        </p:nvSpPr>
        <p:spPr/>
        <p:txBody>
          <a:bodyPr>
            <a:normAutofit/>
          </a:bodyPr>
          <a:lstStyle/>
          <a:p>
            <a:pPr marL="0" indent="0" algn="just" hangingPunct="0"/>
            <a:endParaRPr lang="en-AU" altLang="zh-CN" sz="5600" b="0" dirty="0"/>
          </a:p>
          <a:p>
            <a:pPr marL="0" indent="0" algn="just" hangingPunct="0"/>
            <a:endParaRPr lang="en-AU" altLang="zh-CN" sz="5600" b="0" dirty="0"/>
          </a:p>
          <a:p>
            <a:pPr marL="0" indent="0" algn="just" hangingPunct="0"/>
            <a:r>
              <a:rPr lang="zh-CN" altLang="en-US" dirty="0"/>
              <a:t>答：求主俯听我们。</a:t>
            </a:r>
            <a:endParaRPr lang="en-AU" altLang="zh-CN" dirty="0"/>
          </a:p>
          <a:p>
            <a:pPr marL="0" indent="0" algn="just" hangingPunct="0"/>
            <a:endParaRPr lang="en-AU" altLang="zh-CN" sz="5600" b="0" dirty="0"/>
          </a:p>
          <a:p>
            <a:pPr marL="0" indent="0" algn="just" hangingPunct="0"/>
            <a:endParaRPr lang="zh-CN" altLang="en-US" sz="5600" b="0" dirty="0"/>
          </a:p>
        </p:txBody>
      </p:sp>
    </p:spTree>
    <p:extLst>
      <p:ext uri="{BB962C8B-B14F-4D97-AF65-F5344CB8AC3E}">
        <p14:creationId xmlns:p14="http://schemas.microsoft.com/office/powerpoint/2010/main" val="33788387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6B7E05-8303-510E-220A-B21DDFEAB2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B47459-58D1-823F-A7A3-004314B8EC37}"/>
              </a:ext>
            </a:extLst>
          </p:cNvPr>
          <p:cNvSpPr>
            <a:spLocks noGrp="1"/>
          </p:cNvSpPr>
          <p:nvPr>
            <p:ph type="title"/>
          </p:nvPr>
        </p:nvSpPr>
        <p:spPr/>
        <p:txBody>
          <a:bodyPr>
            <a:normAutofit fontScale="90000"/>
          </a:bodyPr>
          <a:lstStyle/>
          <a:p>
            <a:br>
              <a:rPr lang="en-HK" altLang="zh-TW" dirty="0">
                <a:solidFill>
                  <a:schemeClr val="bg1"/>
                </a:solidFill>
              </a:rPr>
            </a:br>
            <a:r>
              <a:rPr lang="en-HK" altLang="zh-TW" dirty="0">
                <a:solidFill>
                  <a:schemeClr val="bg1"/>
                </a:solidFill>
              </a:rPr>
              <a:t>Prayers of the Faithful</a:t>
            </a:r>
            <a:r>
              <a:rPr lang="zh-TW" altLang="en-HK" dirty="0">
                <a:solidFill>
                  <a:schemeClr val="bg1"/>
                </a:solidFill>
              </a:rPr>
              <a:t>　</a:t>
            </a:r>
            <a:r>
              <a:rPr lang="zh-TW" altLang="en-US" dirty="0">
                <a:solidFill>
                  <a:schemeClr val="bg1"/>
                </a:solidFill>
              </a:rPr>
              <a:t>信友祷文</a:t>
            </a:r>
            <a:br>
              <a:rPr lang="zh-TW" altLang="en-US" dirty="0">
                <a:solidFill>
                  <a:schemeClr val="bg1"/>
                </a:solidFill>
              </a:rPr>
            </a:br>
            <a:endParaRPr lang="en-AU" dirty="0"/>
          </a:p>
        </p:txBody>
      </p:sp>
      <p:sp>
        <p:nvSpPr>
          <p:cNvPr id="3" name="Content Placeholder 2">
            <a:extLst>
              <a:ext uri="{FF2B5EF4-FFF2-40B4-BE49-F238E27FC236}">
                <a16:creationId xmlns:a16="http://schemas.microsoft.com/office/drawing/2014/main" id="{437A23D0-5E1F-5E52-66C2-D57683905FCF}"/>
              </a:ext>
            </a:extLst>
          </p:cNvPr>
          <p:cNvSpPr>
            <a:spLocks noGrp="1"/>
          </p:cNvSpPr>
          <p:nvPr>
            <p:ph idx="1"/>
          </p:nvPr>
        </p:nvSpPr>
        <p:spPr/>
        <p:txBody>
          <a:bodyPr>
            <a:normAutofit/>
          </a:bodyPr>
          <a:lstStyle/>
          <a:p>
            <a:pPr marL="0" indent="0" algn="just"/>
            <a:r>
              <a:rPr lang="zh-CN" altLang="en-US" sz="5600" dirty="0"/>
              <a:t>领：</a:t>
            </a:r>
            <a:r>
              <a:rPr lang="zh-CN" altLang="en-US" sz="5600" b="0" dirty="0"/>
              <a:t>请为所有基督徒祈祷。愿众人忠诚地跟从主基督的话，走向共融，在生活上以言以行为基督作证。为此，我们同声祈祷。</a:t>
            </a:r>
            <a:endParaRPr lang="en-AU" altLang="zh-CN" sz="5600" b="0" dirty="0"/>
          </a:p>
        </p:txBody>
      </p:sp>
    </p:spTree>
    <p:extLst>
      <p:ext uri="{BB962C8B-B14F-4D97-AF65-F5344CB8AC3E}">
        <p14:creationId xmlns:p14="http://schemas.microsoft.com/office/powerpoint/2010/main" val="31467462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524228-08DE-6D91-F78E-CF5B23E888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B48F05-818C-66A5-6757-6011136D940D}"/>
              </a:ext>
            </a:extLst>
          </p:cNvPr>
          <p:cNvSpPr>
            <a:spLocks noGrp="1"/>
          </p:cNvSpPr>
          <p:nvPr>
            <p:ph type="title"/>
          </p:nvPr>
        </p:nvSpPr>
        <p:spPr/>
        <p:txBody>
          <a:bodyPr>
            <a:normAutofit fontScale="90000"/>
          </a:bodyPr>
          <a:lstStyle/>
          <a:p>
            <a:br>
              <a:rPr lang="en-HK" altLang="zh-TW" dirty="0">
                <a:solidFill>
                  <a:schemeClr val="bg1"/>
                </a:solidFill>
              </a:rPr>
            </a:br>
            <a:r>
              <a:rPr lang="en-HK" altLang="zh-TW" dirty="0">
                <a:solidFill>
                  <a:schemeClr val="bg1"/>
                </a:solidFill>
              </a:rPr>
              <a:t>Prayers of the Faithful</a:t>
            </a:r>
            <a:r>
              <a:rPr lang="zh-TW" altLang="en-HK" dirty="0">
                <a:solidFill>
                  <a:schemeClr val="bg1"/>
                </a:solidFill>
              </a:rPr>
              <a:t>　</a:t>
            </a:r>
            <a:r>
              <a:rPr lang="zh-TW" altLang="en-US" dirty="0">
                <a:solidFill>
                  <a:schemeClr val="bg1"/>
                </a:solidFill>
              </a:rPr>
              <a:t>信友祷文</a:t>
            </a:r>
            <a:br>
              <a:rPr lang="zh-TW" altLang="en-US" dirty="0">
                <a:solidFill>
                  <a:schemeClr val="bg1"/>
                </a:solidFill>
              </a:rPr>
            </a:br>
            <a:endParaRPr lang="en-AU" dirty="0"/>
          </a:p>
        </p:txBody>
      </p:sp>
      <p:sp>
        <p:nvSpPr>
          <p:cNvPr id="3" name="Content Placeholder 2">
            <a:extLst>
              <a:ext uri="{FF2B5EF4-FFF2-40B4-BE49-F238E27FC236}">
                <a16:creationId xmlns:a16="http://schemas.microsoft.com/office/drawing/2014/main" id="{3FBAB323-8FAD-60EC-8F26-3605959A9737}"/>
              </a:ext>
            </a:extLst>
          </p:cNvPr>
          <p:cNvSpPr>
            <a:spLocks noGrp="1"/>
          </p:cNvSpPr>
          <p:nvPr>
            <p:ph idx="1"/>
          </p:nvPr>
        </p:nvSpPr>
        <p:spPr/>
        <p:txBody>
          <a:bodyPr>
            <a:normAutofit/>
          </a:bodyPr>
          <a:lstStyle/>
          <a:p>
            <a:pPr marL="0" indent="0" algn="just" hangingPunct="0"/>
            <a:endParaRPr lang="en-AU" altLang="zh-CN" sz="5600" b="0" dirty="0"/>
          </a:p>
          <a:p>
            <a:pPr marL="0" indent="0" algn="just" hangingPunct="0"/>
            <a:endParaRPr lang="en-AU" altLang="zh-CN" sz="5600" b="0" dirty="0"/>
          </a:p>
          <a:p>
            <a:pPr marL="0" indent="0" algn="just" hangingPunct="0"/>
            <a:r>
              <a:rPr lang="zh-CN" altLang="en-US" dirty="0"/>
              <a:t>答：求主俯听我们。</a:t>
            </a:r>
            <a:endParaRPr lang="en-AU" altLang="zh-CN" dirty="0"/>
          </a:p>
          <a:p>
            <a:pPr marL="0" indent="0" algn="just" hangingPunct="0"/>
            <a:endParaRPr lang="en-AU" altLang="zh-CN" sz="5600" b="0" dirty="0"/>
          </a:p>
          <a:p>
            <a:pPr marL="0" indent="0" algn="just" hangingPunct="0"/>
            <a:endParaRPr lang="zh-CN" altLang="en-US" sz="5600" b="0" dirty="0"/>
          </a:p>
        </p:txBody>
      </p:sp>
    </p:spTree>
    <p:extLst>
      <p:ext uri="{BB962C8B-B14F-4D97-AF65-F5344CB8AC3E}">
        <p14:creationId xmlns:p14="http://schemas.microsoft.com/office/powerpoint/2010/main" val="4163408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17EC70-C5DF-7DD2-9AC2-FC35EDFED2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56F39F-29A1-E41F-3447-60CF41D716E8}"/>
              </a:ext>
            </a:extLst>
          </p:cNvPr>
          <p:cNvSpPr>
            <a:spLocks noGrp="1"/>
          </p:cNvSpPr>
          <p:nvPr>
            <p:ph type="title"/>
          </p:nvPr>
        </p:nvSpPr>
        <p:spPr/>
        <p:txBody>
          <a:bodyPr>
            <a:normAutofit fontScale="90000"/>
          </a:bodyPr>
          <a:lstStyle/>
          <a:p>
            <a:br>
              <a:rPr lang="en-HK" altLang="zh-TW" dirty="0">
                <a:solidFill>
                  <a:schemeClr val="bg1"/>
                </a:solidFill>
              </a:rPr>
            </a:br>
            <a:r>
              <a:rPr lang="en-HK" altLang="zh-TW" dirty="0">
                <a:solidFill>
                  <a:schemeClr val="bg1"/>
                </a:solidFill>
              </a:rPr>
              <a:t>Prayers of the Faithful</a:t>
            </a:r>
            <a:r>
              <a:rPr lang="zh-TW" altLang="en-HK" dirty="0">
                <a:solidFill>
                  <a:schemeClr val="bg1"/>
                </a:solidFill>
              </a:rPr>
              <a:t>　</a:t>
            </a:r>
            <a:r>
              <a:rPr lang="zh-TW" altLang="en-US" dirty="0">
                <a:solidFill>
                  <a:schemeClr val="bg1"/>
                </a:solidFill>
              </a:rPr>
              <a:t>信友祷文</a:t>
            </a:r>
            <a:br>
              <a:rPr lang="zh-TW" altLang="en-US" dirty="0">
                <a:solidFill>
                  <a:schemeClr val="bg1"/>
                </a:solidFill>
              </a:rPr>
            </a:br>
            <a:endParaRPr lang="en-AU" dirty="0"/>
          </a:p>
        </p:txBody>
      </p:sp>
      <p:sp>
        <p:nvSpPr>
          <p:cNvPr id="3" name="Content Placeholder 2">
            <a:extLst>
              <a:ext uri="{FF2B5EF4-FFF2-40B4-BE49-F238E27FC236}">
                <a16:creationId xmlns:a16="http://schemas.microsoft.com/office/drawing/2014/main" id="{12FBA983-A757-7D5C-3A71-E06E674CAAB2}"/>
              </a:ext>
            </a:extLst>
          </p:cNvPr>
          <p:cNvSpPr>
            <a:spLocks noGrp="1"/>
          </p:cNvSpPr>
          <p:nvPr>
            <p:ph idx="1"/>
          </p:nvPr>
        </p:nvSpPr>
        <p:spPr/>
        <p:txBody>
          <a:bodyPr>
            <a:normAutofit/>
          </a:bodyPr>
          <a:lstStyle/>
          <a:p>
            <a:pPr marL="0" indent="0" algn="just" hangingPunct="0"/>
            <a:r>
              <a:rPr lang="zh-CN" altLang="en-US" sz="5600" dirty="0"/>
              <a:t>领：</a:t>
            </a:r>
            <a:r>
              <a:rPr lang="zh-CN" altLang="en-US" sz="5600" b="0" dirty="0"/>
              <a:t>请为世界上的难民及被拘禁的异见人士祈祷。愿他们的苦难早日结束，重新过有尊严的生活。为此，我们同声祈祷。</a:t>
            </a:r>
            <a:endParaRPr lang="en-AU" altLang="zh-CN" sz="5600" b="0" dirty="0"/>
          </a:p>
        </p:txBody>
      </p:sp>
    </p:spTree>
    <p:extLst>
      <p:ext uri="{BB962C8B-B14F-4D97-AF65-F5344CB8AC3E}">
        <p14:creationId xmlns:p14="http://schemas.microsoft.com/office/powerpoint/2010/main" val="31194461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ADD3EC-1882-474A-28D0-ABF109182B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C1C2C8-21CF-40E8-E28C-12346B75D617}"/>
              </a:ext>
            </a:extLst>
          </p:cNvPr>
          <p:cNvSpPr>
            <a:spLocks noGrp="1"/>
          </p:cNvSpPr>
          <p:nvPr>
            <p:ph type="title"/>
          </p:nvPr>
        </p:nvSpPr>
        <p:spPr/>
        <p:txBody>
          <a:bodyPr>
            <a:normAutofit fontScale="90000"/>
          </a:bodyPr>
          <a:lstStyle/>
          <a:p>
            <a:br>
              <a:rPr lang="en-HK" altLang="zh-TW" dirty="0">
                <a:solidFill>
                  <a:schemeClr val="bg1"/>
                </a:solidFill>
              </a:rPr>
            </a:br>
            <a:r>
              <a:rPr lang="en-HK" altLang="zh-TW" dirty="0">
                <a:solidFill>
                  <a:schemeClr val="bg1"/>
                </a:solidFill>
              </a:rPr>
              <a:t>Prayers of the Faithful</a:t>
            </a:r>
            <a:r>
              <a:rPr lang="zh-TW" altLang="en-HK" dirty="0">
                <a:solidFill>
                  <a:schemeClr val="bg1"/>
                </a:solidFill>
              </a:rPr>
              <a:t>　</a:t>
            </a:r>
            <a:r>
              <a:rPr lang="zh-TW" altLang="en-US" dirty="0">
                <a:solidFill>
                  <a:schemeClr val="bg1"/>
                </a:solidFill>
              </a:rPr>
              <a:t>信友祷文</a:t>
            </a:r>
            <a:br>
              <a:rPr lang="zh-TW" altLang="en-US" dirty="0">
                <a:solidFill>
                  <a:schemeClr val="bg1"/>
                </a:solidFill>
              </a:rPr>
            </a:br>
            <a:endParaRPr lang="en-AU" dirty="0"/>
          </a:p>
        </p:txBody>
      </p:sp>
      <p:sp>
        <p:nvSpPr>
          <p:cNvPr id="3" name="Content Placeholder 2">
            <a:extLst>
              <a:ext uri="{FF2B5EF4-FFF2-40B4-BE49-F238E27FC236}">
                <a16:creationId xmlns:a16="http://schemas.microsoft.com/office/drawing/2014/main" id="{22686405-3994-9A4F-26E1-4A22CC10DFF3}"/>
              </a:ext>
            </a:extLst>
          </p:cNvPr>
          <p:cNvSpPr>
            <a:spLocks noGrp="1"/>
          </p:cNvSpPr>
          <p:nvPr>
            <p:ph idx="1"/>
          </p:nvPr>
        </p:nvSpPr>
        <p:spPr/>
        <p:txBody>
          <a:bodyPr>
            <a:normAutofit/>
          </a:bodyPr>
          <a:lstStyle/>
          <a:p>
            <a:pPr marL="0" indent="0" algn="just" hangingPunct="0"/>
            <a:endParaRPr lang="en-AU" altLang="zh-CN" sz="5600" b="0" dirty="0"/>
          </a:p>
          <a:p>
            <a:pPr marL="0" indent="0" algn="just" hangingPunct="0"/>
            <a:endParaRPr lang="en-AU" altLang="zh-CN" sz="5600" b="0" dirty="0"/>
          </a:p>
          <a:p>
            <a:pPr marL="0" indent="0" algn="just" hangingPunct="0"/>
            <a:r>
              <a:rPr lang="zh-CN" altLang="en-US" dirty="0"/>
              <a:t>答：求主俯听我们。</a:t>
            </a:r>
            <a:endParaRPr lang="en-AU" altLang="zh-CN" dirty="0"/>
          </a:p>
          <a:p>
            <a:pPr marL="0" indent="0" algn="just" hangingPunct="0"/>
            <a:endParaRPr lang="en-AU" altLang="zh-CN" sz="5600" b="0" dirty="0"/>
          </a:p>
          <a:p>
            <a:pPr marL="0" indent="0" algn="just" hangingPunct="0"/>
            <a:endParaRPr lang="zh-CN" altLang="en-US" sz="5600" b="0" dirty="0"/>
          </a:p>
        </p:txBody>
      </p:sp>
    </p:spTree>
    <p:extLst>
      <p:ext uri="{BB962C8B-B14F-4D97-AF65-F5344CB8AC3E}">
        <p14:creationId xmlns:p14="http://schemas.microsoft.com/office/powerpoint/2010/main" val="5364962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AA1B3A-61E7-5E0D-64D8-25E3B81EA2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5B4F5F-A5EC-FE83-D3FA-613355731612}"/>
              </a:ext>
            </a:extLst>
          </p:cNvPr>
          <p:cNvSpPr>
            <a:spLocks noGrp="1"/>
          </p:cNvSpPr>
          <p:nvPr>
            <p:ph type="title"/>
          </p:nvPr>
        </p:nvSpPr>
        <p:spPr/>
        <p:txBody>
          <a:bodyPr>
            <a:normAutofit fontScale="90000"/>
          </a:bodyPr>
          <a:lstStyle/>
          <a:p>
            <a:br>
              <a:rPr lang="en-HK" altLang="zh-TW" dirty="0">
                <a:solidFill>
                  <a:schemeClr val="bg1"/>
                </a:solidFill>
              </a:rPr>
            </a:br>
            <a:r>
              <a:rPr lang="en-HK" altLang="zh-TW" dirty="0">
                <a:solidFill>
                  <a:schemeClr val="bg1"/>
                </a:solidFill>
              </a:rPr>
              <a:t>Prayers of the Faithful</a:t>
            </a:r>
            <a:r>
              <a:rPr lang="zh-TW" altLang="en-HK" dirty="0">
                <a:solidFill>
                  <a:schemeClr val="bg1"/>
                </a:solidFill>
              </a:rPr>
              <a:t>　</a:t>
            </a:r>
            <a:r>
              <a:rPr lang="zh-TW" altLang="en-US" dirty="0">
                <a:solidFill>
                  <a:schemeClr val="bg1"/>
                </a:solidFill>
              </a:rPr>
              <a:t>信友祷文</a:t>
            </a:r>
            <a:br>
              <a:rPr lang="zh-TW" altLang="en-US" dirty="0">
                <a:solidFill>
                  <a:schemeClr val="bg1"/>
                </a:solidFill>
              </a:rPr>
            </a:br>
            <a:endParaRPr lang="en-AU" dirty="0"/>
          </a:p>
        </p:txBody>
      </p:sp>
      <p:sp>
        <p:nvSpPr>
          <p:cNvPr id="3" name="Content Placeholder 2">
            <a:extLst>
              <a:ext uri="{FF2B5EF4-FFF2-40B4-BE49-F238E27FC236}">
                <a16:creationId xmlns:a16="http://schemas.microsoft.com/office/drawing/2014/main" id="{17924DA5-1FD5-6271-ADAF-17F7E6506662}"/>
              </a:ext>
            </a:extLst>
          </p:cNvPr>
          <p:cNvSpPr>
            <a:spLocks noGrp="1"/>
          </p:cNvSpPr>
          <p:nvPr>
            <p:ph idx="1"/>
          </p:nvPr>
        </p:nvSpPr>
        <p:spPr/>
        <p:txBody>
          <a:bodyPr>
            <a:normAutofit/>
          </a:bodyPr>
          <a:lstStyle/>
          <a:p>
            <a:pPr marL="0" indent="0" algn="just" hangingPunct="0"/>
            <a:r>
              <a:rPr lang="zh-CN" altLang="en-US" sz="5600" dirty="0"/>
              <a:t>领：</a:t>
            </a:r>
            <a:r>
              <a:rPr lang="zh-CN" altLang="en-US" sz="5600" b="0" dirty="0"/>
              <a:t>请为我们社会的幼儿祈祷。愿他们在生命早期的阶段得到家庭充分的爱，以及符合人性要求的教育。为此，我们同声祈祷。</a:t>
            </a:r>
            <a:endParaRPr lang="en-AU" altLang="zh-CN" sz="5600" b="0" dirty="0"/>
          </a:p>
        </p:txBody>
      </p:sp>
    </p:spTree>
    <p:extLst>
      <p:ext uri="{BB962C8B-B14F-4D97-AF65-F5344CB8AC3E}">
        <p14:creationId xmlns:p14="http://schemas.microsoft.com/office/powerpoint/2010/main" val="30112025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206852-BF78-21BC-420C-830397EF07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5ACFE3-0B54-5D2F-EFAF-6134AEB4489A}"/>
              </a:ext>
            </a:extLst>
          </p:cNvPr>
          <p:cNvSpPr>
            <a:spLocks noGrp="1"/>
          </p:cNvSpPr>
          <p:nvPr>
            <p:ph type="title"/>
          </p:nvPr>
        </p:nvSpPr>
        <p:spPr/>
        <p:txBody>
          <a:bodyPr>
            <a:normAutofit fontScale="90000"/>
          </a:bodyPr>
          <a:lstStyle/>
          <a:p>
            <a:br>
              <a:rPr lang="en-HK" altLang="zh-TW" dirty="0">
                <a:solidFill>
                  <a:schemeClr val="bg1"/>
                </a:solidFill>
              </a:rPr>
            </a:br>
            <a:r>
              <a:rPr lang="en-HK" altLang="zh-TW" dirty="0">
                <a:solidFill>
                  <a:schemeClr val="bg1"/>
                </a:solidFill>
              </a:rPr>
              <a:t>Prayers of the Faithful</a:t>
            </a:r>
            <a:r>
              <a:rPr lang="zh-TW" altLang="en-HK" dirty="0">
                <a:solidFill>
                  <a:schemeClr val="bg1"/>
                </a:solidFill>
              </a:rPr>
              <a:t>　</a:t>
            </a:r>
            <a:r>
              <a:rPr lang="zh-TW" altLang="en-US" dirty="0">
                <a:solidFill>
                  <a:schemeClr val="bg1"/>
                </a:solidFill>
              </a:rPr>
              <a:t>信友祷文</a:t>
            </a:r>
            <a:br>
              <a:rPr lang="zh-TW" altLang="en-US" dirty="0">
                <a:solidFill>
                  <a:schemeClr val="bg1"/>
                </a:solidFill>
              </a:rPr>
            </a:br>
            <a:endParaRPr lang="en-AU" dirty="0"/>
          </a:p>
        </p:txBody>
      </p:sp>
      <p:sp>
        <p:nvSpPr>
          <p:cNvPr id="3" name="Content Placeholder 2">
            <a:extLst>
              <a:ext uri="{FF2B5EF4-FFF2-40B4-BE49-F238E27FC236}">
                <a16:creationId xmlns:a16="http://schemas.microsoft.com/office/drawing/2014/main" id="{AE864C7C-3872-B7CF-E9F5-14EA4AC08B76}"/>
              </a:ext>
            </a:extLst>
          </p:cNvPr>
          <p:cNvSpPr>
            <a:spLocks noGrp="1"/>
          </p:cNvSpPr>
          <p:nvPr>
            <p:ph idx="1"/>
          </p:nvPr>
        </p:nvSpPr>
        <p:spPr/>
        <p:txBody>
          <a:bodyPr>
            <a:normAutofit/>
          </a:bodyPr>
          <a:lstStyle/>
          <a:p>
            <a:pPr marL="0" indent="0" algn="just" hangingPunct="0"/>
            <a:endParaRPr lang="en-AU" altLang="zh-CN" sz="5600" b="0" dirty="0"/>
          </a:p>
          <a:p>
            <a:pPr marL="0" indent="0" algn="just" hangingPunct="0"/>
            <a:endParaRPr lang="en-AU" altLang="zh-CN" sz="5600" b="0" dirty="0"/>
          </a:p>
          <a:p>
            <a:pPr marL="0" indent="0" algn="just" hangingPunct="0"/>
            <a:r>
              <a:rPr lang="zh-CN" altLang="en-US" dirty="0"/>
              <a:t>答：求主俯听我们。</a:t>
            </a:r>
            <a:endParaRPr lang="en-AU" altLang="zh-CN" dirty="0"/>
          </a:p>
          <a:p>
            <a:pPr marL="0" indent="0" algn="just" hangingPunct="0"/>
            <a:endParaRPr lang="en-AU" altLang="zh-CN" sz="5600" b="0" dirty="0"/>
          </a:p>
          <a:p>
            <a:pPr marL="0" indent="0" algn="just" hangingPunct="0"/>
            <a:endParaRPr lang="zh-CN" altLang="en-US" sz="5600" b="0" dirty="0"/>
          </a:p>
        </p:txBody>
      </p:sp>
    </p:spTree>
    <p:extLst>
      <p:ext uri="{BB962C8B-B14F-4D97-AF65-F5344CB8AC3E}">
        <p14:creationId xmlns:p14="http://schemas.microsoft.com/office/powerpoint/2010/main" val="17339508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1F0AC1-BA9F-B75D-9BEE-A3B3137F0E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8347D2-3847-B984-79F1-230C612789C0}"/>
              </a:ext>
            </a:extLst>
          </p:cNvPr>
          <p:cNvSpPr>
            <a:spLocks noGrp="1"/>
          </p:cNvSpPr>
          <p:nvPr>
            <p:ph type="title"/>
          </p:nvPr>
        </p:nvSpPr>
        <p:spPr/>
        <p:txBody>
          <a:bodyPr>
            <a:normAutofit fontScale="90000"/>
          </a:bodyPr>
          <a:lstStyle/>
          <a:p>
            <a:br>
              <a:rPr lang="en-HK" altLang="zh-TW" dirty="0">
                <a:solidFill>
                  <a:schemeClr val="bg1"/>
                </a:solidFill>
              </a:rPr>
            </a:br>
            <a:r>
              <a:rPr lang="en-HK" altLang="zh-TW" dirty="0">
                <a:solidFill>
                  <a:schemeClr val="bg1"/>
                </a:solidFill>
              </a:rPr>
              <a:t>Prayers of the Faithful</a:t>
            </a:r>
            <a:r>
              <a:rPr lang="zh-TW" altLang="en-HK" dirty="0">
                <a:solidFill>
                  <a:schemeClr val="bg1"/>
                </a:solidFill>
              </a:rPr>
              <a:t>　</a:t>
            </a:r>
            <a:r>
              <a:rPr lang="zh-TW" altLang="en-US" dirty="0">
                <a:solidFill>
                  <a:schemeClr val="bg1"/>
                </a:solidFill>
              </a:rPr>
              <a:t>信友祷文</a:t>
            </a:r>
            <a:br>
              <a:rPr lang="zh-TW" altLang="en-US" dirty="0">
                <a:solidFill>
                  <a:schemeClr val="bg1"/>
                </a:solidFill>
              </a:rPr>
            </a:br>
            <a:endParaRPr lang="en-AU" dirty="0"/>
          </a:p>
        </p:txBody>
      </p:sp>
      <p:sp>
        <p:nvSpPr>
          <p:cNvPr id="3" name="Content Placeholder 2">
            <a:extLst>
              <a:ext uri="{FF2B5EF4-FFF2-40B4-BE49-F238E27FC236}">
                <a16:creationId xmlns:a16="http://schemas.microsoft.com/office/drawing/2014/main" id="{0048132C-1C75-F278-7BB7-48AA4C60CC2E}"/>
              </a:ext>
            </a:extLst>
          </p:cNvPr>
          <p:cNvSpPr>
            <a:spLocks noGrp="1"/>
          </p:cNvSpPr>
          <p:nvPr>
            <p:ph idx="1"/>
          </p:nvPr>
        </p:nvSpPr>
        <p:spPr/>
        <p:txBody>
          <a:bodyPr>
            <a:noAutofit/>
          </a:bodyPr>
          <a:lstStyle/>
          <a:p>
            <a:pPr marL="0" indent="0" algn="just">
              <a:lnSpc>
                <a:spcPts val="5600"/>
              </a:lnSpc>
            </a:pPr>
            <a:r>
              <a:rPr lang="zh-CN" altLang="en-US" sz="5600" dirty="0"/>
              <a:t>领：</a:t>
            </a:r>
            <a:r>
              <a:rPr lang="zh-CN" altLang="en-US" sz="5600" b="0" dirty="0"/>
              <a:t>请为我们的堂区团体祈祷。愿我们在圣言及圣体的滋养下，走向包容，消除各种歧视，使堂区能彰显基督的肖像。为此，我们同声祈祷。</a:t>
            </a:r>
            <a:endParaRPr lang="en-AU" sz="5600" dirty="0"/>
          </a:p>
        </p:txBody>
      </p:sp>
    </p:spTree>
    <p:extLst>
      <p:ext uri="{BB962C8B-B14F-4D97-AF65-F5344CB8AC3E}">
        <p14:creationId xmlns:p14="http://schemas.microsoft.com/office/powerpoint/2010/main" val="13440442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AA7B13-1349-DCC6-5252-E9096DB2E0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7474C6-69EF-B16E-69F1-E5C6B34AD567}"/>
              </a:ext>
            </a:extLst>
          </p:cNvPr>
          <p:cNvSpPr>
            <a:spLocks noGrp="1"/>
          </p:cNvSpPr>
          <p:nvPr>
            <p:ph type="title"/>
          </p:nvPr>
        </p:nvSpPr>
        <p:spPr/>
        <p:txBody>
          <a:bodyPr>
            <a:normAutofit fontScale="90000"/>
          </a:bodyPr>
          <a:lstStyle/>
          <a:p>
            <a:br>
              <a:rPr lang="en-HK" altLang="zh-TW" dirty="0">
                <a:solidFill>
                  <a:schemeClr val="bg1"/>
                </a:solidFill>
              </a:rPr>
            </a:br>
            <a:r>
              <a:rPr lang="en-HK" altLang="zh-TW" dirty="0">
                <a:solidFill>
                  <a:schemeClr val="bg1"/>
                </a:solidFill>
              </a:rPr>
              <a:t>Prayers of the Faithful</a:t>
            </a:r>
            <a:r>
              <a:rPr lang="zh-TW" altLang="en-HK" dirty="0">
                <a:solidFill>
                  <a:schemeClr val="bg1"/>
                </a:solidFill>
              </a:rPr>
              <a:t>　</a:t>
            </a:r>
            <a:r>
              <a:rPr lang="zh-TW" altLang="en-US" dirty="0">
                <a:solidFill>
                  <a:schemeClr val="bg1"/>
                </a:solidFill>
              </a:rPr>
              <a:t>信友祷文</a:t>
            </a:r>
            <a:br>
              <a:rPr lang="zh-TW" altLang="en-US" dirty="0">
                <a:solidFill>
                  <a:schemeClr val="bg1"/>
                </a:solidFill>
              </a:rPr>
            </a:br>
            <a:endParaRPr lang="en-AU" dirty="0"/>
          </a:p>
        </p:txBody>
      </p:sp>
      <p:sp>
        <p:nvSpPr>
          <p:cNvPr id="3" name="Content Placeholder 2">
            <a:extLst>
              <a:ext uri="{FF2B5EF4-FFF2-40B4-BE49-F238E27FC236}">
                <a16:creationId xmlns:a16="http://schemas.microsoft.com/office/drawing/2014/main" id="{7EB93112-3C8F-FC57-AF1E-517F5A32B50C}"/>
              </a:ext>
            </a:extLst>
          </p:cNvPr>
          <p:cNvSpPr>
            <a:spLocks noGrp="1"/>
          </p:cNvSpPr>
          <p:nvPr>
            <p:ph idx="1"/>
          </p:nvPr>
        </p:nvSpPr>
        <p:spPr/>
        <p:txBody>
          <a:bodyPr>
            <a:normAutofit/>
          </a:bodyPr>
          <a:lstStyle/>
          <a:p>
            <a:pPr marL="0" indent="0" algn="just" hangingPunct="0"/>
            <a:endParaRPr lang="en-AU" altLang="zh-CN" sz="5600" b="0" dirty="0"/>
          </a:p>
          <a:p>
            <a:pPr marL="0" indent="0" algn="just" hangingPunct="0"/>
            <a:endParaRPr lang="en-AU" altLang="zh-CN" sz="5600" b="0" dirty="0"/>
          </a:p>
          <a:p>
            <a:pPr marL="0" indent="0" algn="just" hangingPunct="0"/>
            <a:r>
              <a:rPr lang="zh-CN" altLang="en-US" dirty="0"/>
              <a:t>答：求主俯听我们。</a:t>
            </a:r>
            <a:endParaRPr lang="en-AU" altLang="zh-CN" dirty="0"/>
          </a:p>
          <a:p>
            <a:pPr marL="0" indent="0" algn="just" hangingPunct="0"/>
            <a:endParaRPr lang="en-AU" altLang="zh-CN" sz="5600" b="0" dirty="0"/>
          </a:p>
          <a:p>
            <a:pPr marL="0" indent="0" algn="just" hangingPunct="0"/>
            <a:endParaRPr lang="zh-CN" altLang="en-US" sz="5600" b="0" dirty="0"/>
          </a:p>
        </p:txBody>
      </p:sp>
    </p:spTree>
    <p:extLst>
      <p:ext uri="{BB962C8B-B14F-4D97-AF65-F5344CB8AC3E}">
        <p14:creationId xmlns:p14="http://schemas.microsoft.com/office/powerpoint/2010/main" val="32650651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52EF14-90D0-A5CA-0892-9ECF9486F0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C48FCF-F574-E363-3255-7DD8D9295F78}"/>
              </a:ext>
            </a:extLst>
          </p:cNvPr>
          <p:cNvSpPr>
            <a:spLocks noGrp="1"/>
          </p:cNvSpPr>
          <p:nvPr>
            <p:ph type="title"/>
          </p:nvPr>
        </p:nvSpPr>
        <p:spPr/>
        <p:txBody>
          <a:bodyPr>
            <a:normAutofit fontScale="90000"/>
          </a:bodyPr>
          <a:lstStyle/>
          <a:p>
            <a:br>
              <a:rPr lang="en-HK" altLang="zh-TW" dirty="0">
                <a:solidFill>
                  <a:schemeClr val="bg1"/>
                </a:solidFill>
              </a:rPr>
            </a:br>
            <a:r>
              <a:rPr lang="en-HK" altLang="zh-TW" dirty="0">
                <a:solidFill>
                  <a:schemeClr val="bg1"/>
                </a:solidFill>
              </a:rPr>
              <a:t>Prayers of the Faithful</a:t>
            </a:r>
            <a:r>
              <a:rPr lang="zh-TW" altLang="en-HK" dirty="0">
                <a:solidFill>
                  <a:schemeClr val="bg1"/>
                </a:solidFill>
              </a:rPr>
              <a:t>　</a:t>
            </a:r>
            <a:r>
              <a:rPr lang="zh-TW" altLang="en-US" dirty="0">
                <a:solidFill>
                  <a:schemeClr val="bg1"/>
                </a:solidFill>
              </a:rPr>
              <a:t>信友祷文</a:t>
            </a:r>
            <a:br>
              <a:rPr lang="zh-TW" altLang="en-US" dirty="0">
                <a:solidFill>
                  <a:schemeClr val="bg1"/>
                </a:solidFill>
              </a:rPr>
            </a:br>
            <a:endParaRPr lang="en-AU" dirty="0"/>
          </a:p>
        </p:txBody>
      </p:sp>
      <p:sp>
        <p:nvSpPr>
          <p:cNvPr id="3" name="Content Placeholder 2">
            <a:extLst>
              <a:ext uri="{FF2B5EF4-FFF2-40B4-BE49-F238E27FC236}">
                <a16:creationId xmlns:a16="http://schemas.microsoft.com/office/drawing/2014/main" id="{981C0FF8-7137-A21E-9142-2A38C646909C}"/>
              </a:ext>
            </a:extLst>
          </p:cNvPr>
          <p:cNvSpPr>
            <a:spLocks noGrp="1"/>
          </p:cNvSpPr>
          <p:nvPr>
            <p:ph idx="1"/>
          </p:nvPr>
        </p:nvSpPr>
        <p:spPr/>
        <p:txBody>
          <a:bodyPr>
            <a:normAutofit/>
          </a:bodyPr>
          <a:lstStyle/>
          <a:p>
            <a:pPr marL="0" indent="0" algn="just" hangingPunct="0">
              <a:lnSpc>
                <a:spcPts val="5600"/>
              </a:lnSpc>
            </a:pPr>
            <a:r>
              <a:rPr lang="zh-CN" altLang="en-US" sz="5600" dirty="0"/>
              <a:t>主祭：</a:t>
            </a:r>
            <a:r>
              <a:rPr lang="zh-CN" altLang="en-US" sz="5600" b="0" dirty="0"/>
              <a:t>天主，你以爱创造和保存我们，愿我们懂得感恩，常以你的名字为荣。以上所求是靠我们的主基督。</a:t>
            </a:r>
            <a:endParaRPr lang="en-AU" altLang="zh-CN" sz="5600" b="0" dirty="0"/>
          </a:p>
          <a:p>
            <a:pPr marL="0" indent="0" algn="just" hangingPunct="0">
              <a:lnSpc>
                <a:spcPts val="5600"/>
              </a:lnSpc>
            </a:pPr>
            <a:r>
              <a:rPr lang="zh-CN" altLang="en-US" dirty="0"/>
              <a:t>阿们。</a:t>
            </a:r>
            <a:endParaRPr lang="en-AU" dirty="0"/>
          </a:p>
        </p:txBody>
      </p:sp>
    </p:spTree>
    <p:extLst>
      <p:ext uri="{BB962C8B-B14F-4D97-AF65-F5344CB8AC3E}">
        <p14:creationId xmlns:p14="http://schemas.microsoft.com/office/powerpoint/2010/main" val="34825801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217932-59F6-886A-6E21-DCB0F50CCD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77E545-617E-4B81-A7EE-289505EDC58D}"/>
              </a:ext>
            </a:extLst>
          </p:cNvPr>
          <p:cNvSpPr>
            <a:spLocks noGrp="1"/>
          </p:cNvSpPr>
          <p:nvPr>
            <p:ph type="ctrTitle"/>
          </p:nvPr>
        </p:nvSpPr>
        <p:spPr/>
        <p:txBody>
          <a:bodyPr/>
          <a:lstStyle/>
          <a:p>
            <a:endParaRPr lang="en-HK"/>
          </a:p>
        </p:txBody>
      </p:sp>
      <p:sp>
        <p:nvSpPr>
          <p:cNvPr id="3" name="Subtitle 2">
            <a:extLst>
              <a:ext uri="{FF2B5EF4-FFF2-40B4-BE49-F238E27FC236}">
                <a16:creationId xmlns:a16="http://schemas.microsoft.com/office/drawing/2014/main" id="{BDB98D56-A701-934F-DF3C-CCFB08F04A62}"/>
              </a:ext>
            </a:extLst>
          </p:cNvPr>
          <p:cNvSpPr>
            <a:spLocks noGrp="1"/>
          </p:cNvSpPr>
          <p:nvPr>
            <p:ph type="subTitle" idx="1"/>
          </p:nvPr>
        </p:nvSpPr>
        <p:spPr/>
        <p:txBody>
          <a:bodyPr/>
          <a:lstStyle/>
          <a:p>
            <a:endParaRPr lang="en-HK"/>
          </a:p>
        </p:txBody>
      </p:sp>
      <p:pic>
        <p:nvPicPr>
          <p:cNvPr id="7" name="Picture 6">
            <a:extLst>
              <a:ext uri="{FF2B5EF4-FFF2-40B4-BE49-F238E27FC236}">
                <a16:creationId xmlns:a16="http://schemas.microsoft.com/office/drawing/2014/main" id="{EE3B868F-AF55-FD2E-3A39-49944B30FE7C}"/>
              </a:ext>
            </a:extLst>
          </p:cNvPr>
          <p:cNvPicPr>
            <a:picLocks noChangeAspect="1"/>
          </p:cNvPicPr>
          <p:nvPr/>
        </p:nvPicPr>
        <p:blipFill>
          <a:blip r:embed="rId2">
            <a:extLst>
              <a:ext uri="{28A0092B-C50C-407E-A947-70E740481C1C}">
                <a14:useLocalDpi xmlns:a14="http://schemas.microsoft.com/office/drawing/2010/main" val="0"/>
              </a:ext>
            </a:extLst>
          </a:blip>
          <a:srcRect b="25000"/>
          <a:stretch>
            <a:fillRect/>
          </a:stretch>
        </p:blipFill>
        <p:spPr>
          <a:xfrm>
            <a:off x="-1" y="1"/>
            <a:ext cx="9144001" cy="6858000"/>
          </a:xfrm>
          <a:prstGeom prst="rect">
            <a:avLst/>
          </a:prstGeom>
        </p:spPr>
      </p:pic>
      <p:sp>
        <p:nvSpPr>
          <p:cNvPr id="4" name="Rectangle: Rounded Corners 3">
            <a:extLst>
              <a:ext uri="{FF2B5EF4-FFF2-40B4-BE49-F238E27FC236}">
                <a16:creationId xmlns:a16="http://schemas.microsoft.com/office/drawing/2014/main" id="{FAEE73DB-9518-FCD7-BEFD-AE68AE35977A}"/>
              </a:ext>
            </a:extLst>
          </p:cNvPr>
          <p:cNvSpPr/>
          <p:nvPr/>
        </p:nvSpPr>
        <p:spPr>
          <a:xfrm>
            <a:off x="220717" y="168142"/>
            <a:ext cx="8702566" cy="6516437"/>
          </a:xfrm>
          <a:prstGeom prst="roundRect">
            <a:avLst>
              <a:gd name="adj" fmla="val 2295"/>
            </a:avLst>
          </a:prstGeom>
          <a:solidFill>
            <a:srgbClr val="5572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8800" b="1">
                <a:solidFill>
                  <a:schemeClr val="bg1"/>
                </a:solidFill>
              </a:rPr>
              <a:t>圣祭礼</a:t>
            </a:r>
          </a:p>
          <a:p>
            <a:pPr algn="ctr"/>
            <a:r>
              <a:rPr lang="en-US" altLang="zh-TW" sz="6000" b="1">
                <a:solidFill>
                  <a:schemeClr val="bg1"/>
                </a:solidFill>
              </a:rPr>
              <a:t>Liturgy of the Eucharist</a:t>
            </a:r>
          </a:p>
        </p:txBody>
      </p:sp>
      <p:grpSp>
        <p:nvGrpSpPr>
          <p:cNvPr id="5" name="Group 4">
            <a:extLst>
              <a:ext uri="{FF2B5EF4-FFF2-40B4-BE49-F238E27FC236}">
                <a16:creationId xmlns:a16="http://schemas.microsoft.com/office/drawing/2014/main" id="{63695026-3E16-CC0B-031C-924ED4183012}"/>
              </a:ext>
            </a:extLst>
          </p:cNvPr>
          <p:cNvGrpSpPr/>
          <p:nvPr/>
        </p:nvGrpSpPr>
        <p:grpSpPr>
          <a:xfrm>
            <a:off x="7433919" y="5840308"/>
            <a:ext cx="1301539" cy="599878"/>
            <a:chOff x="7433919" y="5840308"/>
            <a:chExt cx="1301539" cy="599878"/>
          </a:xfrm>
          <a:solidFill>
            <a:srgbClr val="BCCCBE"/>
          </a:solidFill>
        </p:grpSpPr>
        <p:sp>
          <p:nvSpPr>
            <p:cNvPr id="8" name="Rectangle: Rounded Corners 7">
              <a:extLst>
                <a:ext uri="{FF2B5EF4-FFF2-40B4-BE49-F238E27FC236}">
                  <a16:creationId xmlns:a16="http://schemas.microsoft.com/office/drawing/2014/main" id="{F04AB54A-230F-C7F9-C7FF-BCDC2E04F55D}"/>
                </a:ext>
              </a:extLst>
            </p:cNvPr>
            <p:cNvSpPr/>
            <p:nvPr/>
          </p:nvSpPr>
          <p:spPr>
            <a:xfrm>
              <a:off x="7433919" y="5840308"/>
              <a:ext cx="1301539" cy="599878"/>
            </a:xfrm>
            <a:prstGeom prst="roundRect">
              <a:avLst/>
            </a:prstGeom>
            <a:grpFill/>
            <a:ln>
              <a:solidFill>
                <a:srgbClr val="BCCCB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zh-TW" altLang="en-US" sz="2400" b="1" dirty="0">
                  <a:solidFill>
                    <a:schemeClr val="tx1"/>
                  </a:solidFill>
                </a:rPr>
                <a:t>坐下</a:t>
              </a:r>
              <a:endParaRPr lang="en-HK" sz="2400" b="1" dirty="0">
                <a:solidFill>
                  <a:schemeClr val="tx1"/>
                </a:solidFill>
              </a:endParaRPr>
            </a:p>
          </p:txBody>
        </p:sp>
        <p:pic>
          <p:nvPicPr>
            <p:cNvPr id="9" name="Picture 8" descr="A black and white sign of a person sitting in a chair&#10;&#10;AI-generated content may be incorrect.">
              <a:extLst>
                <a:ext uri="{FF2B5EF4-FFF2-40B4-BE49-F238E27FC236}">
                  <a16:creationId xmlns:a16="http://schemas.microsoft.com/office/drawing/2014/main" id="{0BE68F86-A3B8-8BFB-AED1-C567D39E6DCE}"/>
                </a:ext>
              </a:extLst>
            </p:cNvPr>
            <p:cNvPicPr>
              <a:picLocks noChangeAspect="1"/>
            </p:cNvPicPr>
            <p:nvPr/>
          </p:nvPicPr>
          <p:blipFill>
            <a:blip r:embed="rId3">
              <a:biLevel thresh="75000"/>
              <a:extLst>
                <a:ext uri="{BEBA8EAE-BF5A-486C-A8C5-ECC9F3942E4B}">
                  <a14:imgProps xmlns:a14="http://schemas.microsoft.com/office/drawing/2010/main">
                    <a14:imgLayer r:embed="rId4">
                      <a14:imgEffect>
                        <a14:backgroundRemoval t="4110" b="96233" l="9896" r="89931">
                          <a14:foregroundMark x1="31597" y1="70890" x2="31597" y2="70890"/>
                          <a14:foregroundMark x1="30556" y1="96233" x2="30556" y2="96233"/>
                          <a14:foregroundMark x1="36632" y1="4110" x2="36632" y2="4110"/>
                        </a14:backgroundRemoval>
                      </a14:imgEffect>
                    </a14:imgLayer>
                  </a14:imgProps>
                </a:ext>
              </a:extLst>
            </a:blip>
            <a:stretch>
              <a:fillRect/>
            </a:stretch>
          </p:blipFill>
          <p:spPr>
            <a:xfrm>
              <a:off x="7516597" y="5921977"/>
              <a:ext cx="410444" cy="436540"/>
            </a:xfrm>
            <a:prstGeom prst="rect">
              <a:avLst/>
            </a:prstGeom>
            <a:grpFill/>
            <a:ln>
              <a:solidFill>
                <a:srgbClr val="BCCCBE"/>
              </a:solidFill>
            </a:ln>
          </p:spPr>
        </p:pic>
      </p:grpSp>
    </p:spTree>
    <p:extLst>
      <p:ext uri="{BB962C8B-B14F-4D97-AF65-F5344CB8AC3E}">
        <p14:creationId xmlns:p14="http://schemas.microsoft.com/office/powerpoint/2010/main" val="18140447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B340AF-84C6-8736-2DD2-C04A1B5AD7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1B619D-9B04-2524-00AD-2B2D70C5D26D}"/>
              </a:ext>
            </a:extLst>
          </p:cNvPr>
          <p:cNvSpPr>
            <a:spLocks noGrp="1"/>
          </p:cNvSpPr>
          <p:nvPr>
            <p:ph type="ctrTitle"/>
          </p:nvPr>
        </p:nvSpPr>
        <p:spPr/>
        <p:txBody>
          <a:bodyPr/>
          <a:lstStyle/>
          <a:p>
            <a:endParaRPr lang="en-HK"/>
          </a:p>
        </p:txBody>
      </p:sp>
      <p:sp>
        <p:nvSpPr>
          <p:cNvPr id="3" name="Subtitle 2">
            <a:extLst>
              <a:ext uri="{FF2B5EF4-FFF2-40B4-BE49-F238E27FC236}">
                <a16:creationId xmlns:a16="http://schemas.microsoft.com/office/drawing/2014/main" id="{A38D0797-D799-8D1D-CBDA-0532E430B926}"/>
              </a:ext>
            </a:extLst>
          </p:cNvPr>
          <p:cNvSpPr>
            <a:spLocks noGrp="1"/>
          </p:cNvSpPr>
          <p:nvPr>
            <p:ph type="subTitle" idx="1"/>
          </p:nvPr>
        </p:nvSpPr>
        <p:spPr/>
        <p:txBody>
          <a:bodyPr/>
          <a:lstStyle/>
          <a:p>
            <a:endParaRPr lang="en-HK"/>
          </a:p>
        </p:txBody>
      </p:sp>
      <p:pic>
        <p:nvPicPr>
          <p:cNvPr id="7" name="Picture 6">
            <a:extLst>
              <a:ext uri="{FF2B5EF4-FFF2-40B4-BE49-F238E27FC236}">
                <a16:creationId xmlns:a16="http://schemas.microsoft.com/office/drawing/2014/main" id="{42146607-F4F8-CCFC-72F6-DF0361572717}"/>
              </a:ext>
            </a:extLst>
          </p:cNvPr>
          <p:cNvPicPr>
            <a:picLocks noChangeAspect="1"/>
          </p:cNvPicPr>
          <p:nvPr/>
        </p:nvPicPr>
        <p:blipFill>
          <a:blip r:embed="rId2">
            <a:extLst>
              <a:ext uri="{28A0092B-C50C-407E-A947-70E740481C1C}">
                <a14:useLocalDpi xmlns:a14="http://schemas.microsoft.com/office/drawing/2010/main" val="0"/>
              </a:ext>
            </a:extLst>
          </a:blip>
          <a:srcRect b="25000"/>
          <a:stretch>
            <a:fillRect/>
          </a:stretch>
        </p:blipFill>
        <p:spPr>
          <a:xfrm>
            <a:off x="-1" y="1"/>
            <a:ext cx="9144001" cy="6858000"/>
          </a:xfrm>
          <a:prstGeom prst="rect">
            <a:avLst/>
          </a:prstGeom>
        </p:spPr>
      </p:pic>
      <p:sp>
        <p:nvSpPr>
          <p:cNvPr id="4" name="Rectangle: Rounded Corners 3">
            <a:extLst>
              <a:ext uri="{FF2B5EF4-FFF2-40B4-BE49-F238E27FC236}">
                <a16:creationId xmlns:a16="http://schemas.microsoft.com/office/drawing/2014/main" id="{2A73BAE4-9F6E-4D1E-716D-2A77CD397AAC}"/>
              </a:ext>
            </a:extLst>
          </p:cNvPr>
          <p:cNvSpPr/>
          <p:nvPr/>
        </p:nvSpPr>
        <p:spPr>
          <a:xfrm>
            <a:off x="220717" y="168142"/>
            <a:ext cx="8702566" cy="6516437"/>
          </a:xfrm>
          <a:prstGeom prst="roundRect">
            <a:avLst>
              <a:gd name="adj" fmla="val 2295"/>
            </a:avLst>
          </a:prstGeom>
          <a:solidFill>
            <a:srgbClr val="5572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6000" b="1">
                <a:solidFill>
                  <a:schemeClr val="bg1"/>
                </a:solidFill>
              </a:rPr>
              <a:t>第二次奉献</a:t>
            </a:r>
            <a:endParaRPr lang="en-GB" sz="6000" b="1">
              <a:solidFill>
                <a:schemeClr val="bg1"/>
              </a:solidFill>
            </a:endParaRPr>
          </a:p>
          <a:p>
            <a:pPr algn="ctr"/>
            <a:r>
              <a:rPr lang="en-US" altLang="zh-TW" sz="3600" b="1">
                <a:solidFill>
                  <a:schemeClr val="bg1"/>
                </a:solidFill>
              </a:rPr>
              <a:t>Second</a:t>
            </a:r>
            <a:r>
              <a:rPr lang="en-GB" sz="3600" b="1">
                <a:solidFill>
                  <a:schemeClr val="bg1"/>
                </a:solidFill>
              </a:rPr>
              <a:t> Collection</a:t>
            </a:r>
          </a:p>
          <a:p>
            <a:pPr algn="ctr"/>
            <a:endParaRPr lang="en-HK" sz="3600" b="1">
              <a:solidFill>
                <a:schemeClr val="bg1"/>
              </a:solidFill>
            </a:endParaRPr>
          </a:p>
          <a:p>
            <a:pPr algn="ctr"/>
            <a:r>
              <a:rPr lang="zh-CN" altLang="en-US" sz="4400" b="1"/>
              <a:t>用于堂区日常运作</a:t>
            </a:r>
            <a:endParaRPr lang="en-HK" altLang="zh-CN" sz="4400" b="1"/>
          </a:p>
          <a:p>
            <a:pPr algn="ctr"/>
            <a:r>
              <a:rPr lang="en-HK" sz="3600" b="1">
                <a:solidFill>
                  <a:schemeClr val="bg1"/>
                </a:solidFill>
              </a:rPr>
              <a:t>Support of OLA Parish</a:t>
            </a:r>
          </a:p>
        </p:txBody>
      </p:sp>
    </p:spTree>
    <p:extLst>
      <p:ext uri="{BB962C8B-B14F-4D97-AF65-F5344CB8AC3E}">
        <p14:creationId xmlns:p14="http://schemas.microsoft.com/office/powerpoint/2010/main" val="14026028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93DBD3-119C-B48F-0BB6-8C7B149781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D9332D-C7DC-3693-EDC0-69E7E0920AF9}"/>
              </a:ext>
            </a:extLst>
          </p:cNvPr>
          <p:cNvSpPr>
            <a:spLocks noGrp="1"/>
          </p:cNvSpPr>
          <p:nvPr>
            <p:ph type="ctrTitle"/>
          </p:nvPr>
        </p:nvSpPr>
        <p:spPr/>
        <p:txBody>
          <a:bodyPr/>
          <a:lstStyle/>
          <a:p>
            <a:endParaRPr lang="en-HK"/>
          </a:p>
        </p:txBody>
      </p:sp>
      <p:sp>
        <p:nvSpPr>
          <p:cNvPr id="3" name="Subtitle 2">
            <a:extLst>
              <a:ext uri="{FF2B5EF4-FFF2-40B4-BE49-F238E27FC236}">
                <a16:creationId xmlns:a16="http://schemas.microsoft.com/office/drawing/2014/main" id="{0B34056B-2F4A-24DC-F5C8-B434F5806E2F}"/>
              </a:ext>
            </a:extLst>
          </p:cNvPr>
          <p:cNvSpPr>
            <a:spLocks noGrp="1"/>
          </p:cNvSpPr>
          <p:nvPr>
            <p:ph type="subTitle" idx="1"/>
          </p:nvPr>
        </p:nvSpPr>
        <p:spPr/>
        <p:txBody>
          <a:bodyPr/>
          <a:lstStyle/>
          <a:p>
            <a:endParaRPr lang="en-HK"/>
          </a:p>
        </p:txBody>
      </p:sp>
      <p:pic>
        <p:nvPicPr>
          <p:cNvPr id="7" name="Picture 6">
            <a:extLst>
              <a:ext uri="{FF2B5EF4-FFF2-40B4-BE49-F238E27FC236}">
                <a16:creationId xmlns:a16="http://schemas.microsoft.com/office/drawing/2014/main" id="{70C2A0A7-3397-2DDD-004D-147EE7ADC0A6}"/>
              </a:ext>
            </a:extLst>
          </p:cNvPr>
          <p:cNvPicPr>
            <a:picLocks noChangeAspect="1"/>
          </p:cNvPicPr>
          <p:nvPr/>
        </p:nvPicPr>
        <p:blipFill>
          <a:blip r:embed="rId2">
            <a:extLst>
              <a:ext uri="{28A0092B-C50C-407E-A947-70E740481C1C}">
                <a14:useLocalDpi xmlns:a14="http://schemas.microsoft.com/office/drawing/2010/main" val="0"/>
              </a:ext>
            </a:extLst>
          </a:blip>
          <a:srcRect b="25000"/>
          <a:stretch>
            <a:fillRect/>
          </a:stretch>
        </p:blipFill>
        <p:spPr>
          <a:xfrm>
            <a:off x="0" y="1"/>
            <a:ext cx="9144001" cy="6858000"/>
          </a:xfrm>
          <a:prstGeom prst="rect">
            <a:avLst/>
          </a:prstGeom>
        </p:spPr>
      </p:pic>
      <p:sp>
        <p:nvSpPr>
          <p:cNvPr id="8" name="Rectangle: Rounded Corners 7">
            <a:extLst>
              <a:ext uri="{FF2B5EF4-FFF2-40B4-BE49-F238E27FC236}">
                <a16:creationId xmlns:a16="http://schemas.microsoft.com/office/drawing/2014/main" id="{7851F6D1-21E2-9092-1641-733B7D30DC8A}"/>
              </a:ext>
            </a:extLst>
          </p:cNvPr>
          <p:cNvSpPr/>
          <p:nvPr/>
        </p:nvSpPr>
        <p:spPr>
          <a:xfrm>
            <a:off x="220714" y="1122363"/>
            <a:ext cx="8702565" cy="5524237"/>
          </a:xfrm>
          <a:prstGeom prst="roundRect">
            <a:avLst>
              <a:gd name="adj" fmla="val 2712"/>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t"/>
          <a:lstStyle/>
          <a:p>
            <a:pPr algn="ctr"/>
            <a:r>
              <a:rPr lang="zh-CN" altLang="en-US" sz="6000" b="1" dirty="0">
                <a:solidFill>
                  <a:schemeClr val="tx1"/>
                </a:solidFill>
                <a:ea typeface="DFKai-SB"/>
                <a:cs typeface="+mn-lt"/>
              </a:rPr>
              <a:t>上主的诺言</a:t>
            </a:r>
            <a:endParaRPr lang="en-AU" altLang="zh-CN" sz="6000" b="1" dirty="0">
              <a:solidFill>
                <a:schemeClr val="tx1"/>
              </a:solidFill>
              <a:ea typeface="DFKai-SB"/>
              <a:cs typeface="+mn-lt"/>
            </a:endParaRPr>
          </a:p>
          <a:p>
            <a:pPr algn="ctr"/>
            <a:endParaRPr lang="zh-TW" altLang="en-US" sz="6000" b="1" dirty="0">
              <a:solidFill>
                <a:schemeClr val="tx1"/>
              </a:solidFill>
              <a:ea typeface="DFKai-SB"/>
              <a:cs typeface="+mn-lt"/>
            </a:endParaRPr>
          </a:p>
          <a:p>
            <a:pPr marL="114300" algn="ctr">
              <a:lnSpc>
                <a:spcPct val="80000"/>
              </a:lnSpc>
            </a:pPr>
            <a:r>
              <a:rPr lang="zh-CN" altLang="en-US" sz="6000" b="1" dirty="0">
                <a:solidFill>
                  <a:schemeClr val="tx1"/>
                </a:solidFill>
              </a:rPr>
              <a:t>祂必保守我十分平安，</a:t>
            </a:r>
            <a:endParaRPr lang="en-AU" altLang="zh-CN" sz="6000" b="1" dirty="0">
              <a:solidFill>
                <a:schemeClr val="tx1"/>
              </a:solidFill>
            </a:endParaRPr>
          </a:p>
          <a:p>
            <a:pPr marL="114300" algn="ctr">
              <a:lnSpc>
                <a:spcPct val="80000"/>
              </a:lnSpc>
            </a:pPr>
            <a:r>
              <a:rPr lang="zh-CN" altLang="en-US" sz="6000" b="1" dirty="0">
                <a:solidFill>
                  <a:schemeClr val="tx1"/>
                </a:solidFill>
              </a:rPr>
              <a:t>祂必保守我十分平安，</a:t>
            </a:r>
          </a:p>
          <a:p>
            <a:pPr marL="114300" algn="ctr">
              <a:lnSpc>
                <a:spcPct val="80000"/>
              </a:lnSpc>
            </a:pPr>
            <a:r>
              <a:rPr lang="zh-CN" altLang="en-US" sz="6000" b="1" dirty="0">
                <a:solidFill>
                  <a:schemeClr val="tx1"/>
                </a:solidFill>
              </a:rPr>
              <a:t>祂必保守我十分平安，</a:t>
            </a:r>
          </a:p>
          <a:p>
            <a:pPr marL="114300" algn="ctr">
              <a:lnSpc>
                <a:spcPct val="80000"/>
              </a:lnSpc>
            </a:pPr>
            <a:r>
              <a:rPr lang="zh-CN" altLang="en-US" sz="6000" b="1" dirty="0">
                <a:solidFill>
                  <a:schemeClr val="tx1"/>
                </a:solidFill>
              </a:rPr>
              <a:t>因为我信靠祂。</a:t>
            </a:r>
          </a:p>
        </p:txBody>
      </p:sp>
      <p:sp>
        <p:nvSpPr>
          <p:cNvPr id="10" name="Rectangle: Rounded Corners 9">
            <a:extLst>
              <a:ext uri="{FF2B5EF4-FFF2-40B4-BE49-F238E27FC236}">
                <a16:creationId xmlns:a16="http://schemas.microsoft.com/office/drawing/2014/main" id="{2DD890C0-B5E3-F019-BC05-6533DCBB89E6}"/>
              </a:ext>
            </a:extLst>
          </p:cNvPr>
          <p:cNvSpPr/>
          <p:nvPr/>
        </p:nvSpPr>
        <p:spPr>
          <a:xfrm>
            <a:off x="220717" y="168142"/>
            <a:ext cx="8702566" cy="790401"/>
          </a:xfrm>
          <a:prstGeom prst="roundRect">
            <a:avLst>
              <a:gd name="adj" fmla="val 11488"/>
            </a:avLst>
          </a:prstGeom>
          <a:solidFill>
            <a:srgbClr val="5572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3600" b="1" dirty="0">
                <a:solidFill>
                  <a:schemeClr val="bg1"/>
                </a:solidFill>
              </a:rPr>
              <a:t>Offertory Hymn</a:t>
            </a:r>
            <a:r>
              <a:rPr lang="zh-TW" altLang="en-US" sz="3600" b="1" dirty="0">
                <a:solidFill>
                  <a:schemeClr val="bg1"/>
                </a:solidFill>
              </a:rPr>
              <a:t>　奉献咏</a:t>
            </a:r>
            <a:endParaRPr lang="en-HK" sz="3600" b="1" dirty="0">
              <a:solidFill>
                <a:schemeClr val="bg1"/>
              </a:solidFill>
            </a:endParaRPr>
          </a:p>
        </p:txBody>
      </p:sp>
    </p:spTree>
    <p:extLst>
      <p:ext uri="{BB962C8B-B14F-4D97-AF65-F5344CB8AC3E}">
        <p14:creationId xmlns:p14="http://schemas.microsoft.com/office/powerpoint/2010/main" val="42559561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764561-50A4-F34B-FAF5-39B696C651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E53B50-3B22-8412-FF59-BAC440A544A2}"/>
              </a:ext>
            </a:extLst>
          </p:cNvPr>
          <p:cNvSpPr>
            <a:spLocks noGrp="1"/>
          </p:cNvSpPr>
          <p:nvPr>
            <p:ph type="ctrTitle"/>
          </p:nvPr>
        </p:nvSpPr>
        <p:spPr/>
        <p:txBody>
          <a:bodyPr/>
          <a:lstStyle/>
          <a:p>
            <a:endParaRPr lang="en-HK"/>
          </a:p>
        </p:txBody>
      </p:sp>
      <p:sp>
        <p:nvSpPr>
          <p:cNvPr id="3" name="Subtitle 2">
            <a:extLst>
              <a:ext uri="{FF2B5EF4-FFF2-40B4-BE49-F238E27FC236}">
                <a16:creationId xmlns:a16="http://schemas.microsoft.com/office/drawing/2014/main" id="{6497995A-948F-C060-7E52-0633BB088736}"/>
              </a:ext>
            </a:extLst>
          </p:cNvPr>
          <p:cNvSpPr>
            <a:spLocks noGrp="1"/>
          </p:cNvSpPr>
          <p:nvPr>
            <p:ph type="subTitle" idx="1"/>
          </p:nvPr>
        </p:nvSpPr>
        <p:spPr/>
        <p:txBody>
          <a:bodyPr/>
          <a:lstStyle/>
          <a:p>
            <a:endParaRPr lang="en-HK"/>
          </a:p>
        </p:txBody>
      </p:sp>
      <p:pic>
        <p:nvPicPr>
          <p:cNvPr id="7" name="Picture 6">
            <a:extLst>
              <a:ext uri="{FF2B5EF4-FFF2-40B4-BE49-F238E27FC236}">
                <a16:creationId xmlns:a16="http://schemas.microsoft.com/office/drawing/2014/main" id="{803C57DF-C773-AE52-E18D-C46348374DED}"/>
              </a:ext>
            </a:extLst>
          </p:cNvPr>
          <p:cNvPicPr>
            <a:picLocks noChangeAspect="1"/>
          </p:cNvPicPr>
          <p:nvPr/>
        </p:nvPicPr>
        <p:blipFill>
          <a:blip r:embed="rId2">
            <a:extLst>
              <a:ext uri="{28A0092B-C50C-407E-A947-70E740481C1C}">
                <a14:useLocalDpi xmlns:a14="http://schemas.microsoft.com/office/drawing/2010/main" val="0"/>
              </a:ext>
            </a:extLst>
          </a:blip>
          <a:srcRect b="25000"/>
          <a:stretch>
            <a:fillRect/>
          </a:stretch>
        </p:blipFill>
        <p:spPr>
          <a:xfrm>
            <a:off x="0" y="1"/>
            <a:ext cx="9144001" cy="6858000"/>
          </a:xfrm>
          <a:prstGeom prst="rect">
            <a:avLst/>
          </a:prstGeom>
        </p:spPr>
      </p:pic>
      <p:sp>
        <p:nvSpPr>
          <p:cNvPr id="8" name="Rectangle: Rounded Corners 7">
            <a:extLst>
              <a:ext uri="{FF2B5EF4-FFF2-40B4-BE49-F238E27FC236}">
                <a16:creationId xmlns:a16="http://schemas.microsoft.com/office/drawing/2014/main" id="{51120123-4412-0E3F-4EE5-2A85DA7D3E9B}"/>
              </a:ext>
            </a:extLst>
          </p:cNvPr>
          <p:cNvSpPr/>
          <p:nvPr/>
        </p:nvSpPr>
        <p:spPr>
          <a:xfrm>
            <a:off x="220714" y="1122363"/>
            <a:ext cx="8702565" cy="5524237"/>
          </a:xfrm>
          <a:prstGeom prst="roundRect">
            <a:avLst>
              <a:gd name="adj" fmla="val 2712"/>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t"/>
          <a:lstStyle/>
          <a:p>
            <a:pPr algn="ctr"/>
            <a:r>
              <a:rPr lang="zh-CN" altLang="en-US" sz="6000" b="1" dirty="0">
                <a:solidFill>
                  <a:schemeClr val="tx1"/>
                </a:solidFill>
                <a:ea typeface="DFKai-SB"/>
                <a:cs typeface="+mn-lt"/>
              </a:rPr>
              <a:t>上主的诺言</a:t>
            </a:r>
            <a:endParaRPr lang="en-AU" altLang="zh-CN" sz="6000" b="1" dirty="0">
              <a:solidFill>
                <a:schemeClr val="tx1"/>
              </a:solidFill>
              <a:ea typeface="DFKai-SB"/>
              <a:cs typeface="+mn-lt"/>
            </a:endParaRPr>
          </a:p>
          <a:p>
            <a:pPr algn="ctr"/>
            <a:endParaRPr lang="zh-TW" altLang="en-US" sz="6000" b="1" dirty="0">
              <a:solidFill>
                <a:schemeClr val="tx1"/>
              </a:solidFill>
              <a:ea typeface="DFKai-SB"/>
              <a:cs typeface="+mn-lt"/>
            </a:endParaRPr>
          </a:p>
          <a:p>
            <a:pPr marL="114300" algn="ctr">
              <a:lnSpc>
                <a:spcPct val="80000"/>
              </a:lnSpc>
            </a:pPr>
            <a:r>
              <a:rPr lang="zh-CN" altLang="en-US" sz="6000" b="1" dirty="0">
                <a:solidFill>
                  <a:schemeClr val="tx1"/>
                </a:solidFill>
              </a:rPr>
              <a:t>但那仰望主天主的，</a:t>
            </a:r>
            <a:endParaRPr lang="en-AU" altLang="zh-CN" sz="6000" b="1" dirty="0">
              <a:solidFill>
                <a:schemeClr val="tx1"/>
              </a:solidFill>
            </a:endParaRPr>
          </a:p>
          <a:p>
            <a:pPr marL="114300" algn="ctr">
              <a:lnSpc>
                <a:spcPct val="80000"/>
              </a:lnSpc>
            </a:pPr>
            <a:r>
              <a:rPr lang="zh-CN" altLang="en-US" sz="6000" b="1" dirty="0">
                <a:solidFill>
                  <a:schemeClr val="tx1"/>
                </a:solidFill>
              </a:rPr>
              <a:t>但那仰望主天主的，</a:t>
            </a:r>
            <a:endParaRPr lang="en-AU" altLang="zh-CN" sz="6000" b="1" dirty="0">
              <a:solidFill>
                <a:schemeClr val="tx1"/>
              </a:solidFill>
            </a:endParaRPr>
          </a:p>
          <a:p>
            <a:pPr marL="114300" algn="ctr">
              <a:lnSpc>
                <a:spcPct val="80000"/>
              </a:lnSpc>
            </a:pPr>
            <a:r>
              <a:rPr lang="zh-CN" altLang="en-US" sz="6000" b="1" dirty="0">
                <a:solidFill>
                  <a:schemeClr val="tx1"/>
                </a:solidFill>
              </a:rPr>
              <a:t>但那仰望主天主的，</a:t>
            </a:r>
            <a:endParaRPr lang="en-AU" altLang="zh-CN" sz="6000" b="1" dirty="0">
              <a:solidFill>
                <a:schemeClr val="tx1"/>
              </a:solidFill>
            </a:endParaRPr>
          </a:p>
          <a:p>
            <a:pPr marL="114300" algn="ctr">
              <a:lnSpc>
                <a:spcPct val="80000"/>
              </a:lnSpc>
            </a:pPr>
            <a:r>
              <a:rPr lang="zh-CN" altLang="en-US" sz="6000" b="1" dirty="0">
                <a:solidFill>
                  <a:schemeClr val="tx1"/>
                </a:solidFill>
              </a:rPr>
              <a:t>必要重新得力。</a:t>
            </a:r>
          </a:p>
        </p:txBody>
      </p:sp>
      <p:sp>
        <p:nvSpPr>
          <p:cNvPr id="10" name="Rectangle: Rounded Corners 9">
            <a:extLst>
              <a:ext uri="{FF2B5EF4-FFF2-40B4-BE49-F238E27FC236}">
                <a16:creationId xmlns:a16="http://schemas.microsoft.com/office/drawing/2014/main" id="{15C4DF35-C3D6-6F70-D777-468B839A46CE}"/>
              </a:ext>
            </a:extLst>
          </p:cNvPr>
          <p:cNvSpPr/>
          <p:nvPr/>
        </p:nvSpPr>
        <p:spPr>
          <a:xfrm>
            <a:off x="220717" y="168142"/>
            <a:ext cx="8702566" cy="790401"/>
          </a:xfrm>
          <a:prstGeom prst="roundRect">
            <a:avLst>
              <a:gd name="adj" fmla="val 11488"/>
            </a:avLst>
          </a:prstGeom>
          <a:solidFill>
            <a:srgbClr val="5572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3600" b="1" dirty="0">
                <a:solidFill>
                  <a:schemeClr val="bg1"/>
                </a:solidFill>
              </a:rPr>
              <a:t>Offertory Hymn</a:t>
            </a:r>
            <a:r>
              <a:rPr lang="zh-TW" altLang="en-US" sz="3600" b="1" dirty="0">
                <a:solidFill>
                  <a:schemeClr val="bg1"/>
                </a:solidFill>
              </a:rPr>
              <a:t>　奉献咏</a:t>
            </a:r>
            <a:endParaRPr lang="en-HK" sz="3600" b="1" dirty="0">
              <a:solidFill>
                <a:schemeClr val="bg1"/>
              </a:solidFill>
            </a:endParaRPr>
          </a:p>
        </p:txBody>
      </p:sp>
    </p:spTree>
    <p:extLst>
      <p:ext uri="{BB962C8B-B14F-4D97-AF65-F5344CB8AC3E}">
        <p14:creationId xmlns:p14="http://schemas.microsoft.com/office/powerpoint/2010/main" val="24170369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AC2D5A-4778-95A8-C69A-80A6B6923B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D4BC1B-D44A-D034-CBD4-E45F6813F5FD}"/>
              </a:ext>
            </a:extLst>
          </p:cNvPr>
          <p:cNvSpPr>
            <a:spLocks noGrp="1"/>
          </p:cNvSpPr>
          <p:nvPr>
            <p:ph type="ctrTitle"/>
          </p:nvPr>
        </p:nvSpPr>
        <p:spPr/>
        <p:txBody>
          <a:bodyPr/>
          <a:lstStyle/>
          <a:p>
            <a:endParaRPr lang="en-HK"/>
          </a:p>
        </p:txBody>
      </p:sp>
      <p:sp>
        <p:nvSpPr>
          <p:cNvPr id="3" name="Subtitle 2">
            <a:extLst>
              <a:ext uri="{FF2B5EF4-FFF2-40B4-BE49-F238E27FC236}">
                <a16:creationId xmlns:a16="http://schemas.microsoft.com/office/drawing/2014/main" id="{587024FB-6108-688A-7504-AD0C205D1B24}"/>
              </a:ext>
            </a:extLst>
          </p:cNvPr>
          <p:cNvSpPr>
            <a:spLocks noGrp="1"/>
          </p:cNvSpPr>
          <p:nvPr>
            <p:ph type="subTitle" idx="1"/>
          </p:nvPr>
        </p:nvSpPr>
        <p:spPr/>
        <p:txBody>
          <a:bodyPr/>
          <a:lstStyle/>
          <a:p>
            <a:endParaRPr lang="en-HK"/>
          </a:p>
        </p:txBody>
      </p:sp>
      <p:pic>
        <p:nvPicPr>
          <p:cNvPr id="7" name="Picture 6">
            <a:extLst>
              <a:ext uri="{FF2B5EF4-FFF2-40B4-BE49-F238E27FC236}">
                <a16:creationId xmlns:a16="http://schemas.microsoft.com/office/drawing/2014/main" id="{8ADFBF11-2F46-5ABD-5E20-66681E6C56CF}"/>
              </a:ext>
            </a:extLst>
          </p:cNvPr>
          <p:cNvPicPr>
            <a:picLocks noChangeAspect="1"/>
          </p:cNvPicPr>
          <p:nvPr/>
        </p:nvPicPr>
        <p:blipFill>
          <a:blip r:embed="rId2">
            <a:extLst>
              <a:ext uri="{28A0092B-C50C-407E-A947-70E740481C1C}">
                <a14:useLocalDpi xmlns:a14="http://schemas.microsoft.com/office/drawing/2010/main" val="0"/>
              </a:ext>
            </a:extLst>
          </a:blip>
          <a:srcRect b="25000"/>
          <a:stretch>
            <a:fillRect/>
          </a:stretch>
        </p:blipFill>
        <p:spPr>
          <a:xfrm>
            <a:off x="0" y="1"/>
            <a:ext cx="9144001" cy="6858000"/>
          </a:xfrm>
          <a:prstGeom prst="rect">
            <a:avLst/>
          </a:prstGeom>
        </p:spPr>
      </p:pic>
      <p:sp>
        <p:nvSpPr>
          <p:cNvPr id="8" name="Rectangle: Rounded Corners 7">
            <a:extLst>
              <a:ext uri="{FF2B5EF4-FFF2-40B4-BE49-F238E27FC236}">
                <a16:creationId xmlns:a16="http://schemas.microsoft.com/office/drawing/2014/main" id="{08969A6D-B65B-24D3-B997-F090793C1D16}"/>
              </a:ext>
            </a:extLst>
          </p:cNvPr>
          <p:cNvSpPr/>
          <p:nvPr/>
        </p:nvSpPr>
        <p:spPr>
          <a:xfrm>
            <a:off x="220714" y="1122363"/>
            <a:ext cx="8702565" cy="5524237"/>
          </a:xfrm>
          <a:prstGeom prst="roundRect">
            <a:avLst>
              <a:gd name="adj" fmla="val 2712"/>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t"/>
          <a:lstStyle/>
          <a:p>
            <a:pPr algn="ctr"/>
            <a:r>
              <a:rPr lang="zh-CN" altLang="en-US" sz="6000" b="1" dirty="0">
                <a:solidFill>
                  <a:schemeClr val="tx1"/>
                </a:solidFill>
                <a:ea typeface="DFKai-SB"/>
                <a:cs typeface="+mn-lt"/>
              </a:rPr>
              <a:t>上主的诺言</a:t>
            </a:r>
            <a:endParaRPr lang="en-AU" altLang="zh-CN" sz="6000" b="1" dirty="0">
              <a:solidFill>
                <a:schemeClr val="tx1"/>
              </a:solidFill>
              <a:ea typeface="DFKai-SB"/>
              <a:cs typeface="+mn-lt"/>
            </a:endParaRPr>
          </a:p>
          <a:p>
            <a:pPr algn="ctr"/>
            <a:endParaRPr lang="zh-TW" altLang="en-US" sz="6000" b="1" dirty="0">
              <a:solidFill>
                <a:schemeClr val="tx1"/>
              </a:solidFill>
              <a:ea typeface="DFKai-SB"/>
              <a:cs typeface="+mn-lt"/>
            </a:endParaRPr>
          </a:p>
          <a:p>
            <a:pPr marL="114300" algn="ctr">
              <a:lnSpc>
                <a:spcPct val="80000"/>
              </a:lnSpc>
            </a:pPr>
            <a:r>
              <a:rPr lang="zh-CN" altLang="en-US" sz="6000" b="1" dirty="0">
                <a:solidFill>
                  <a:schemeClr val="tx1"/>
                </a:solidFill>
              </a:rPr>
              <a:t>你们的罪虽像硃红，</a:t>
            </a:r>
            <a:endParaRPr lang="en-AU" altLang="zh-CN" sz="6000" b="1" dirty="0">
              <a:solidFill>
                <a:schemeClr val="tx1"/>
              </a:solidFill>
            </a:endParaRPr>
          </a:p>
          <a:p>
            <a:pPr marL="114300" algn="ctr">
              <a:lnSpc>
                <a:spcPct val="80000"/>
              </a:lnSpc>
            </a:pPr>
            <a:r>
              <a:rPr lang="zh-CN" altLang="en-US" sz="6000" b="1" dirty="0">
                <a:solidFill>
                  <a:schemeClr val="tx1"/>
                </a:solidFill>
              </a:rPr>
              <a:t>你们的罪虽像硃红，</a:t>
            </a:r>
            <a:endParaRPr lang="en-AU" altLang="zh-CN" sz="6000" b="1" dirty="0">
              <a:solidFill>
                <a:schemeClr val="tx1"/>
              </a:solidFill>
            </a:endParaRPr>
          </a:p>
          <a:p>
            <a:pPr marL="114300" algn="ctr">
              <a:lnSpc>
                <a:spcPct val="80000"/>
              </a:lnSpc>
            </a:pPr>
            <a:r>
              <a:rPr lang="zh-CN" altLang="en-US" sz="6000" b="1" dirty="0">
                <a:solidFill>
                  <a:schemeClr val="tx1"/>
                </a:solidFill>
              </a:rPr>
              <a:t>你们</a:t>
            </a:r>
            <a:r>
              <a:rPr lang="zh-CN" altLang="en-US" sz="6000" b="1">
                <a:solidFill>
                  <a:schemeClr val="tx1"/>
                </a:solidFill>
              </a:rPr>
              <a:t>的罪虽像</a:t>
            </a:r>
            <a:r>
              <a:rPr lang="zh-CN" altLang="en-US" sz="6000" b="1" dirty="0">
                <a:solidFill>
                  <a:schemeClr val="tx1"/>
                </a:solidFill>
              </a:rPr>
              <a:t>硃红，</a:t>
            </a:r>
            <a:endParaRPr lang="en-AU" altLang="zh-CN" sz="6000" b="1" dirty="0">
              <a:solidFill>
                <a:schemeClr val="tx1"/>
              </a:solidFill>
            </a:endParaRPr>
          </a:p>
          <a:p>
            <a:pPr marL="114300" algn="ctr">
              <a:lnSpc>
                <a:spcPct val="80000"/>
              </a:lnSpc>
            </a:pPr>
            <a:r>
              <a:rPr lang="zh-CN" altLang="en-US" sz="6000" b="1" dirty="0">
                <a:solidFill>
                  <a:schemeClr val="tx1"/>
                </a:solidFill>
              </a:rPr>
              <a:t>必要成为雪白。</a:t>
            </a:r>
          </a:p>
        </p:txBody>
      </p:sp>
      <p:sp>
        <p:nvSpPr>
          <p:cNvPr id="10" name="Rectangle: Rounded Corners 9">
            <a:extLst>
              <a:ext uri="{FF2B5EF4-FFF2-40B4-BE49-F238E27FC236}">
                <a16:creationId xmlns:a16="http://schemas.microsoft.com/office/drawing/2014/main" id="{1D1AE583-8C10-2701-B433-0FFBFD9805F8}"/>
              </a:ext>
            </a:extLst>
          </p:cNvPr>
          <p:cNvSpPr/>
          <p:nvPr/>
        </p:nvSpPr>
        <p:spPr>
          <a:xfrm>
            <a:off x="220717" y="168142"/>
            <a:ext cx="8702566" cy="790401"/>
          </a:xfrm>
          <a:prstGeom prst="roundRect">
            <a:avLst>
              <a:gd name="adj" fmla="val 11488"/>
            </a:avLst>
          </a:prstGeom>
          <a:solidFill>
            <a:srgbClr val="5572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3600" b="1" dirty="0">
                <a:solidFill>
                  <a:schemeClr val="bg1"/>
                </a:solidFill>
              </a:rPr>
              <a:t>Offertory Hymn</a:t>
            </a:r>
            <a:r>
              <a:rPr lang="zh-TW" altLang="en-US" sz="3600" b="1" dirty="0">
                <a:solidFill>
                  <a:schemeClr val="bg1"/>
                </a:solidFill>
              </a:rPr>
              <a:t>　奉献咏</a:t>
            </a:r>
            <a:endParaRPr lang="en-HK" sz="3600" b="1" dirty="0">
              <a:solidFill>
                <a:schemeClr val="bg1"/>
              </a:solidFill>
            </a:endParaRPr>
          </a:p>
        </p:txBody>
      </p:sp>
    </p:spTree>
    <p:extLst>
      <p:ext uri="{BB962C8B-B14F-4D97-AF65-F5344CB8AC3E}">
        <p14:creationId xmlns:p14="http://schemas.microsoft.com/office/powerpoint/2010/main" val="21792538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9618CE-01FB-F686-E422-4CC981F8CD0D}"/>
              </a:ext>
            </a:extLst>
          </p:cNvPr>
          <p:cNvSpPr>
            <a:spLocks noGrp="1"/>
          </p:cNvSpPr>
          <p:nvPr>
            <p:ph type="title"/>
          </p:nvPr>
        </p:nvSpPr>
        <p:spPr/>
        <p:txBody>
          <a:bodyPr>
            <a:normAutofit/>
          </a:bodyPr>
          <a:lstStyle/>
          <a:p>
            <a:r>
              <a:rPr lang="zh-TW" altLang="en-US" dirty="0"/>
              <a:t>献礼经　</a:t>
            </a:r>
            <a:r>
              <a:rPr lang="en-HK" altLang="zh-TW" dirty="0"/>
              <a:t>Prayer over the Offerings</a:t>
            </a:r>
            <a:endParaRPr lang="en-AU" dirty="0"/>
          </a:p>
        </p:txBody>
      </p:sp>
      <p:sp>
        <p:nvSpPr>
          <p:cNvPr id="3" name="Content Placeholder 2">
            <a:extLst>
              <a:ext uri="{FF2B5EF4-FFF2-40B4-BE49-F238E27FC236}">
                <a16:creationId xmlns:a16="http://schemas.microsoft.com/office/drawing/2014/main" id="{E5773960-4AC6-5B08-6623-0ED07A5E7FA3}"/>
              </a:ext>
            </a:extLst>
          </p:cNvPr>
          <p:cNvSpPr>
            <a:spLocks noGrp="1"/>
          </p:cNvSpPr>
          <p:nvPr>
            <p:ph sz="half" idx="1"/>
          </p:nvPr>
        </p:nvSpPr>
        <p:spPr/>
        <p:txBody>
          <a:bodyPr>
            <a:noAutofit/>
          </a:bodyPr>
          <a:lstStyle/>
          <a:p>
            <a:pPr marL="0" indent="0">
              <a:buNone/>
            </a:pPr>
            <a:r>
              <a:rPr lang="zh-CN" altLang="en-US" dirty="0"/>
              <a:t>各位兄弟姊妹，请你们祈祷，望全能的天主圣父，收纳我和你们共同奉献的圣祭。</a:t>
            </a:r>
          </a:p>
        </p:txBody>
      </p:sp>
      <p:sp>
        <p:nvSpPr>
          <p:cNvPr id="4" name="Content Placeholder 3">
            <a:extLst>
              <a:ext uri="{FF2B5EF4-FFF2-40B4-BE49-F238E27FC236}">
                <a16:creationId xmlns:a16="http://schemas.microsoft.com/office/drawing/2014/main" id="{21CE9990-DAB2-3E9C-5884-F06B95173BB1}"/>
              </a:ext>
            </a:extLst>
          </p:cNvPr>
          <p:cNvSpPr>
            <a:spLocks noGrp="1"/>
          </p:cNvSpPr>
          <p:nvPr>
            <p:ph sz="half" idx="2"/>
          </p:nvPr>
        </p:nvSpPr>
        <p:spPr/>
        <p:txBody>
          <a:bodyPr>
            <a:normAutofit/>
          </a:bodyPr>
          <a:lstStyle/>
          <a:p>
            <a:pPr marL="0" indent="0">
              <a:buNone/>
            </a:pPr>
            <a:r>
              <a:rPr lang="en-HK" sz="3200" dirty="0"/>
              <a:t>Pray, brethren (brothers and sisters), that my sacrifice and yours may be acceptable to God, the almighty Father.</a:t>
            </a:r>
            <a:endParaRPr lang="en-AU" sz="3200" dirty="0"/>
          </a:p>
        </p:txBody>
      </p:sp>
      <p:grpSp>
        <p:nvGrpSpPr>
          <p:cNvPr id="5" name="Group 4">
            <a:extLst>
              <a:ext uri="{FF2B5EF4-FFF2-40B4-BE49-F238E27FC236}">
                <a16:creationId xmlns:a16="http://schemas.microsoft.com/office/drawing/2014/main" id="{A3FADE41-1219-4191-8B31-EC9C5B4E36F2}"/>
              </a:ext>
            </a:extLst>
          </p:cNvPr>
          <p:cNvGrpSpPr/>
          <p:nvPr/>
        </p:nvGrpSpPr>
        <p:grpSpPr>
          <a:xfrm>
            <a:off x="7514746" y="5835491"/>
            <a:ext cx="1193338" cy="590417"/>
            <a:chOff x="7615646" y="5917473"/>
            <a:chExt cx="1193338" cy="590417"/>
          </a:xfrm>
        </p:grpSpPr>
        <p:sp>
          <p:nvSpPr>
            <p:cNvPr id="6" name="Rectangle: Rounded Corners 5">
              <a:extLst>
                <a:ext uri="{FF2B5EF4-FFF2-40B4-BE49-F238E27FC236}">
                  <a16:creationId xmlns:a16="http://schemas.microsoft.com/office/drawing/2014/main" id="{2645302F-F8DA-C9C5-428E-134CB8E36B03}"/>
                </a:ext>
              </a:extLst>
            </p:cNvPr>
            <p:cNvSpPr/>
            <p:nvPr/>
          </p:nvSpPr>
          <p:spPr>
            <a:xfrm>
              <a:off x="7615646" y="5917473"/>
              <a:ext cx="1193338" cy="590417"/>
            </a:xfrm>
            <a:prstGeom prst="roundRect">
              <a:avLst/>
            </a:prstGeom>
            <a:solidFill>
              <a:srgbClr val="55725D"/>
            </a:solidFill>
            <a:ln>
              <a:solidFill>
                <a:srgbClr val="557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zh-TW" altLang="en-US" sz="2400" b="1" dirty="0"/>
                <a:t>站立</a:t>
              </a:r>
              <a:endParaRPr lang="en-HK" sz="2400" b="1" dirty="0"/>
            </a:p>
          </p:txBody>
        </p:sp>
        <p:pic>
          <p:nvPicPr>
            <p:cNvPr id="7" name="Picture 6" descr="A black silhouette of a person and two children&#10;&#10;AI-generated content may be incorrect.">
              <a:extLst>
                <a:ext uri="{FF2B5EF4-FFF2-40B4-BE49-F238E27FC236}">
                  <a16:creationId xmlns:a16="http://schemas.microsoft.com/office/drawing/2014/main" id="{0C0E6237-EB08-57E0-F607-063C24E2BFC3}"/>
                </a:ext>
              </a:extLst>
            </p:cNvPr>
            <p:cNvPicPr>
              <a:picLocks noChangeAspect="1"/>
            </p:cNvPicPr>
            <p:nvPr/>
          </p:nvPicPr>
          <p:blipFill>
            <a:blip r:embed="rId2">
              <a:lum bright="70000" contrast="-70000"/>
              <a:extLst>
                <a:ext uri="{BEBA8EAE-BF5A-486C-A8C5-ECC9F3942E4B}">
                  <a14:imgProps xmlns:a14="http://schemas.microsoft.com/office/drawing/2010/main">
                    <a14:imgLayer r:embed="rId3">
                      <a14:imgEffect>
                        <a14:backgroundRemoval t="10000" b="90000" l="10000" r="90000"/>
                      </a14:imgEffect>
                    </a14:imgLayer>
                  </a14:imgProps>
                </a:ext>
              </a:extLst>
            </a:blip>
            <a:stretch>
              <a:fillRect/>
            </a:stretch>
          </p:blipFill>
          <p:spPr>
            <a:xfrm>
              <a:off x="7662476" y="6018360"/>
              <a:ext cx="444466" cy="388641"/>
            </a:xfrm>
            <a:prstGeom prst="rect">
              <a:avLst/>
            </a:prstGeom>
            <a:noFill/>
            <a:ln>
              <a:noFill/>
            </a:ln>
          </p:spPr>
        </p:pic>
      </p:grpSp>
    </p:spTree>
    <p:extLst>
      <p:ext uri="{BB962C8B-B14F-4D97-AF65-F5344CB8AC3E}">
        <p14:creationId xmlns:p14="http://schemas.microsoft.com/office/powerpoint/2010/main" val="33282249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29358C-D2D4-1FCA-A818-E549193227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4B14C4-7C92-F370-8655-3B2163EECC4C}"/>
              </a:ext>
            </a:extLst>
          </p:cNvPr>
          <p:cNvSpPr>
            <a:spLocks noGrp="1"/>
          </p:cNvSpPr>
          <p:nvPr>
            <p:ph type="title"/>
          </p:nvPr>
        </p:nvSpPr>
        <p:spPr/>
        <p:txBody>
          <a:bodyPr>
            <a:normAutofit/>
          </a:bodyPr>
          <a:lstStyle/>
          <a:p>
            <a:r>
              <a:rPr lang="zh-TW" altLang="en-US" dirty="0"/>
              <a:t>献礼经　</a:t>
            </a:r>
            <a:r>
              <a:rPr lang="en-HK" altLang="zh-TW" dirty="0"/>
              <a:t>Prayer over the Offerings</a:t>
            </a:r>
            <a:endParaRPr lang="en-AU" dirty="0"/>
          </a:p>
        </p:txBody>
      </p:sp>
      <p:sp>
        <p:nvSpPr>
          <p:cNvPr id="3" name="Content Placeholder 2">
            <a:extLst>
              <a:ext uri="{FF2B5EF4-FFF2-40B4-BE49-F238E27FC236}">
                <a16:creationId xmlns:a16="http://schemas.microsoft.com/office/drawing/2014/main" id="{E0C38BBD-9509-2449-92B9-557A65BD7FAA}"/>
              </a:ext>
            </a:extLst>
          </p:cNvPr>
          <p:cNvSpPr>
            <a:spLocks noGrp="1"/>
          </p:cNvSpPr>
          <p:nvPr>
            <p:ph sz="half" idx="1"/>
          </p:nvPr>
        </p:nvSpPr>
        <p:spPr/>
        <p:txBody>
          <a:bodyPr>
            <a:noAutofit/>
          </a:bodyPr>
          <a:lstStyle/>
          <a:p>
            <a:pPr marL="0" indent="0">
              <a:buNone/>
            </a:pPr>
            <a:r>
              <a:rPr lang="zh-CN" altLang="en-US" dirty="0"/>
              <a:t>上主，求你接受这赎罪与赞颂之祭，藉以净化我们的心灵，好能将满怀热情完全奉献，博得你的欢心。</a:t>
            </a:r>
            <a:endParaRPr lang="en-AU" dirty="0"/>
          </a:p>
        </p:txBody>
      </p:sp>
      <p:sp>
        <p:nvSpPr>
          <p:cNvPr id="4" name="Content Placeholder 3">
            <a:extLst>
              <a:ext uri="{FF2B5EF4-FFF2-40B4-BE49-F238E27FC236}">
                <a16:creationId xmlns:a16="http://schemas.microsoft.com/office/drawing/2014/main" id="{A46E5C23-E4DD-223D-2445-D1DB9E4BE7D7}"/>
              </a:ext>
            </a:extLst>
          </p:cNvPr>
          <p:cNvSpPr>
            <a:spLocks noGrp="1"/>
          </p:cNvSpPr>
          <p:nvPr>
            <p:ph sz="half" idx="2"/>
          </p:nvPr>
        </p:nvSpPr>
        <p:spPr/>
        <p:txBody>
          <a:bodyPr>
            <a:normAutofit/>
          </a:bodyPr>
          <a:lstStyle/>
          <a:p>
            <a:pPr marL="0" indent="0">
              <a:buNone/>
            </a:pPr>
            <a:r>
              <a:rPr lang="en-GB" sz="3200" dirty="0"/>
              <a:t>Receive, O Lord, the sacrifice of conciliation and praise and grant that, cleansed by its action, we may make offering of a heart pleasing to you. </a:t>
            </a:r>
            <a:endParaRPr lang="en-AU" sz="3200" dirty="0"/>
          </a:p>
        </p:txBody>
      </p:sp>
      <p:grpSp>
        <p:nvGrpSpPr>
          <p:cNvPr id="5" name="Group 4">
            <a:extLst>
              <a:ext uri="{FF2B5EF4-FFF2-40B4-BE49-F238E27FC236}">
                <a16:creationId xmlns:a16="http://schemas.microsoft.com/office/drawing/2014/main" id="{6B8DC686-872A-DEA3-D1FC-639998250793}"/>
              </a:ext>
            </a:extLst>
          </p:cNvPr>
          <p:cNvGrpSpPr/>
          <p:nvPr/>
        </p:nvGrpSpPr>
        <p:grpSpPr>
          <a:xfrm>
            <a:off x="7514746" y="5835491"/>
            <a:ext cx="1193338" cy="590417"/>
            <a:chOff x="7615646" y="5917473"/>
            <a:chExt cx="1193338" cy="590417"/>
          </a:xfrm>
        </p:grpSpPr>
        <p:sp>
          <p:nvSpPr>
            <p:cNvPr id="6" name="Rectangle: Rounded Corners 5">
              <a:extLst>
                <a:ext uri="{FF2B5EF4-FFF2-40B4-BE49-F238E27FC236}">
                  <a16:creationId xmlns:a16="http://schemas.microsoft.com/office/drawing/2014/main" id="{CCE474A6-E80B-16FA-2FC5-5C8CA9BB1B95}"/>
                </a:ext>
              </a:extLst>
            </p:cNvPr>
            <p:cNvSpPr/>
            <p:nvPr/>
          </p:nvSpPr>
          <p:spPr>
            <a:xfrm>
              <a:off x="7615646" y="5917473"/>
              <a:ext cx="1193338" cy="590417"/>
            </a:xfrm>
            <a:prstGeom prst="roundRect">
              <a:avLst/>
            </a:prstGeom>
            <a:solidFill>
              <a:srgbClr val="55725D"/>
            </a:solidFill>
            <a:ln>
              <a:solidFill>
                <a:srgbClr val="557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zh-TW" altLang="en-US" sz="2400" b="1" dirty="0"/>
                <a:t>站立</a:t>
              </a:r>
              <a:endParaRPr lang="en-HK" sz="2400" b="1" dirty="0"/>
            </a:p>
          </p:txBody>
        </p:sp>
        <p:pic>
          <p:nvPicPr>
            <p:cNvPr id="7" name="Picture 6" descr="A black silhouette of a person and two children&#10;&#10;AI-generated content may be incorrect.">
              <a:extLst>
                <a:ext uri="{FF2B5EF4-FFF2-40B4-BE49-F238E27FC236}">
                  <a16:creationId xmlns:a16="http://schemas.microsoft.com/office/drawing/2014/main" id="{168AE2B4-6270-8902-5992-87418F40ECEB}"/>
                </a:ext>
              </a:extLst>
            </p:cNvPr>
            <p:cNvPicPr>
              <a:picLocks noChangeAspect="1"/>
            </p:cNvPicPr>
            <p:nvPr/>
          </p:nvPicPr>
          <p:blipFill>
            <a:blip r:embed="rId2">
              <a:lum bright="70000" contrast="-70000"/>
              <a:extLst>
                <a:ext uri="{BEBA8EAE-BF5A-486C-A8C5-ECC9F3942E4B}">
                  <a14:imgProps xmlns:a14="http://schemas.microsoft.com/office/drawing/2010/main">
                    <a14:imgLayer r:embed="rId3">
                      <a14:imgEffect>
                        <a14:backgroundRemoval t="10000" b="90000" l="10000" r="90000"/>
                      </a14:imgEffect>
                    </a14:imgLayer>
                  </a14:imgProps>
                </a:ext>
              </a:extLst>
            </a:blip>
            <a:stretch>
              <a:fillRect/>
            </a:stretch>
          </p:blipFill>
          <p:spPr>
            <a:xfrm>
              <a:off x="7662476" y="6018360"/>
              <a:ext cx="444466" cy="388641"/>
            </a:xfrm>
            <a:prstGeom prst="rect">
              <a:avLst/>
            </a:prstGeom>
            <a:noFill/>
            <a:ln>
              <a:noFill/>
            </a:ln>
          </p:spPr>
        </p:pic>
      </p:grpSp>
    </p:spTree>
    <p:extLst>
      <p:ext uri="{BB962C8B-B14F-4D97-AF65-F5344CB8AC3E}">
        <p14:creationId xmlns:p14="http://schemas.microsoft.com/office/powerpoint/2010/main" val="227021964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D38783-D6CE-0013-0733-C896055A33A1}"/>
              </a:ext>
            </a:extLst>
          </p:cNvPr>
          <p:cNvSpPr>
            <a:spLocks noGrp="1"/>
          </p:cNvSpPr>
          <p:nvPr>
            <p:ph type="title"/>
          </p:nvPr>
        </p:nvSpPr>
        <p:spPr/>
        <p:txBody>
          <a:bodyPr>
            <a:normAutofit fontScale="90000"/>
          </a:bodyPr>
          <a:lstStyle/>
          <a:p>
            <a:br>
              <a:rPr lang="en-AU" altLang="zh-TW" dirty="0"/>
            </a:br>
            <a:r>
              <a:rPr lang="zh-TW" altLang="en-US" dirty="0"/>
              <a:t>献礼经　</a:t>
            </a:r>
            <a:r>
              <a:rPr lang="en-HK" altLang="zh-TW" dirty="0"/>
              <a:t>Prayer over the Offerings</a:t>
            </a:r>
            <a:br>
              <a:rPr lang="zh-TW" altLang="en-US" dirty="0"/>
            </a:br>
            <a:endParaRPr lang="en-AU" dirty="0"/>
          </a:p>
        </p:txBody>
      </p:sp>
      <p:sp>
        <p:nvSpPr>
          <p:cNvPr id="3" name="Content Placeholder 2">
            <a:extLst>
              <a:ext uri="{FF2B5EF4-FFF2-40B4-BE49-F238E27FC236}">
                <a16:creationId xmlns:a16="http://schemas.microsoft.com/office/drawing/2014/main" id="{68E4B918-C4DD-6134-DDF8-1EFF2C9A170E}"/>
              </a:ext>
            </a:extLst>
          </p:cNvPr>
          <p:cNvSpPr>
            <a:spLocks noGrp="1"/>
          </p:cNvSpPr>
          <p:nvPr>
            <p:ph sz="half" idx="1"/>
          </p:nvPr>
        </p:nvSpPr>
        <p:spPr/>
        <p:txBody>
          <a:bodyPr/>
          <a:lstStyle/>
          <a:p>
            <a:pPr marL="0" indent="0">
              <a:buNone/>
            </a:pPr>
            <a:r>
              <a:rPr lang="zh-CN" altLang="en-US" b="1" dirty="0"/>
              <a:t>以上所求是靠我们的主基督。阿们。</a:t>
            </a:r>
            <a:endParaRPr lang="en-US" altLang="zh-CN" b="1" dirty="0"/>
          </a:p>
          <a:p>
            <a:pPr marL="0" indent="0">
              <a:buNone/>
            </a:pPr>
            <a:endParaRPr lang="en-US" altLang="zh-CN" b="1" dirty="0"/>
          </a:p>
          <a:p>
            <a:pPr marL="0" indent="0">
              <a:buNone/>
            </a:pPr>
            <a:r>
              <a:rPr lang="zh-CN" altLang="en-US" b="1" dirty="0"/>
              <a:t>答：阿们。</a:t>
            </a:r>
            <a:endParaRPr lang="en-AU" altLang="zh-CN" b="1" dirty="0"/>
          </a:p>
          <a:p>
            <a:pPr marL="0" indent="0">
              <a:buNone/>
            </a:pPr>
            <a:endParaRPr lang="zh-CN" altLang="en-US" b="1" dirty="0"/>
          </a:p>
        </p:txBody>
      </p:sp>
      <p:sp>
        <p:nvSpPr>
          <p:cNvPr id="4" name="Content Placeholder 3">
            <a:extLst>
              <a:ext uri="{FF2B5EF4-FFF2-40B4-BE49-F238E27FC236}">
                <a16:creationId xmlns:a16="http://schemas.microsoft.com/office/drawing/2014/main" id="{B328BC92-6330-041F-1926-DEB719F4AFFC}"/>
              </a:ext>
            </a:extLst>
          </p:cNvPr>
          <p:cNvSpPr>
            <a:spLocks noGrp="1"/>
          </p:cNvSpPr>
          <p:nvPr>
            <p:ph sz="half" idx="2"/>
          </p:nvPr>
        </p:nvSpPr>
        <p:spPr/>
        <p:txBody>
          <a:bodyPr/>
          <a:lstStyle/>
          <a:p>
            <a:pPr marL="0" indent="0" algn="just">
              <a:buNone/>
            </a:pPr>
            <a:r>
              <a:rPr lang="en-US" altLang="zh-CN" sz="3200" dirty="0"/>
              <a:t>Through Christ our Lord. </a:t>
            </a:r>
          </a:p>
          <a:p>
            <a:pPr marL="0" indent="0" algn="just">
              <a:buNone/>
            </a:pPr>
            <a:endParaRPr lang="en-US" altLang="zh-CN" dirty="0"/>
          </a:p>
          <a:p>
            <a:pPr marL="0" indent="0" algn="just">
              <a:buNone/>
            </a:pPr>
            <a:endParaRPr lang="en-US" altLang="zh-CN" dirty="0"/>
          </a:p>
          <a:p>
            <a:pPr marL="0" indent="0" algn="just">
              <a:buNone/>
            </a:pPr>
            <a:endParaRPr lang="en-US" altLang="zh-CN" dirty="0"/>
          </a:p>
          <a:p>
            <a:pPr marL="0" indent="0" algn="just">
              <a:buNone/>
            </a:pPr>
            <a:endParaRPr lang="en-US" altLang="zh-CN" dirty="0"/>
          </a:p>
          <a:p>
            <a:pPr marL="0" indent="0" algn="just">
              <a:buNone/>
            </a:pPr>
            <a:r>
              <a:rPr lang="en-AU" altLang="zh-CN" sz="3200" b="1" dirty="0"/>
              <a:t>R. A</a:t>
            </a:r>
            <a:r>
              <a:rPr lang="en-US" altLang="zh-CN" sz="3200" b="1" dirty="0"/>
              <a:t>men</a:t>
            </a:r>
            <a:endParaRPr lang="en-AU" altLang="zh-CN" sz="3200" b="1" dirty="0"/>
          </a:p>
          <a:p>
            <a:pPr marL="0" indent="0" algn="just">
              <a:buNone/>
            </a:pPr>
            <a:endParaRPr lang="en-AU" altLang="zh-CN" dirty="0"/>
          </a:p>
          <a:p>
            <a:pPr marL="0" indent="0" algn="just">
              <a:buNone/>
            </a:pPr>
            <a:endParaRPr lang="en-AU" b="1" dirty="0"/>
          </a:p>
        </p:txBody>
      </p:sp>
    </p:spTree>
    <p:extLst>
      <p:ext uri="{BB962C8B-B14F-4D97-AF65-F5344CB8AC3E}">
        <p14:creationId xmlns:p14="http://schemas.microsoft.com/office/powerpoint/2010/main" val="29446921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746E71-A3A9-EEA3-6B7D-9DA6ED231A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18CCE0-25E0-AB99-C758-757494AFB1A6}"/>
              </a:ext>
            </a:extLst>
          </p:cNvPr>
          <p:cNvSpPr>
            <a:spLocks noGrp="1"/>
          </p:cNvSpPr>
          <p:nvPr>
            <p:ph type="ctrTitle"/>
          </p:nvPr>
        </p:nvSpPr>
        <p:spPr/>
        <p:txBody>
          <a:bodyPr/>
          <a:lstStyle/>
          <a:p>
            <a:endParaRPr lang="en-HK"/>
          </a:p>
        </p:txBody>
      </p:sp>
      <p:sp>
        <p:nvSpPr>
          <p:cNvPr id="3" name="Subtitle 2">
            <a:extLst>
              <a:ext uri="{FF2B5EF4-FFF2-40B4-BE49-F238E27FC236}">
                <a16:creationId xmlns:a16="http://schemas.microsoft.com/office/drawing/2014/main" id="{6876BADC-BCD8-D26D-FD58-B01187D382E0}"/>
              </a:ext>
            </a:extLst>
          </p:cNvPr>
          <p:cNvSpPr>
            <a:spLocks noGrp="1"/>
          </p:cNvSpPr>
          <p:nvPr>
            <p:ph type="subTitle" idx="1"/>
          </p:nvPr>
        </p:nvSpPr>
        <p:spPr/>
        <p:txBody>
          <a:bodyPr/>
          <a:lstStyle/>
          <a:p>
            <a:endParaRPr lang="en-HK"/>
          </a:p>
        </p:txBody>
      </p:sp>
      <p:pic>
        <p:nvPicPr>
          <p:cNvPr id="7" name="Picture 6">
            <a:extLst>
              <a:ext uri="{FF2B5EF4-FFF2-40B4-BE49-F238E27FC236}">
                <a16:creationId xmlns:a16="http://schemas.microsoft.com/office/drawing/2014/main" id="{F38391D0-FA2F-061C-3384-B43EBD32EC9E}"/>
              </a:ext>
            </a:extLst>
          </p:cNvPr>
          <p:cNvPicPr>
            <a:picLocks noChangeAspect="1"/>
          </p:cNvPicPr>
          <p:nvPr/>
        </p:nvPicPr>
        <p:blipFill>
          <a:blip r:embed="rId2">
            <a:extLst>
              <a:ext uri="{28A0092B-C50C-407E-A947-70E740481C1C}">
                <a14:useLocalDpi xmlns:a14="http://schemas.microsoft.com/office/drawing/2010/main" val="0"/>
              </a:ext>
            </a:extLst>
          </a:blip>
          <a:srcRect b="25000"/>
          <a:stretch>
            <a:fillRect/>
          </a:stretch>
        </p:blipFill>
        <p:spPr>
          <a:xfrm>
            <a:off x="-1" y="1"/>
            <a:ext cx="9144001" cy="6858000"/>
          </a:xfrm>
          <a:prstGeom prst="rect">
            <a:avLst/>
          </a:prstGeom>
        </p:spPr>
      </p:pic>
      <p:sp>
        <p:nvSpPr>
          <p:cNvPr id="4" name="Rectangle: Rounded Corners 3">
            <a:extLst>
              <a:ext uri="{FF2B5EF4-FFF2-40B4-BE49-F238E27FC236}">
                <a16:creationId xmlns:a16="http://schemas.microsoft.com/office/drawing/2014/main" id="{895E872C-A851-0F04-6C31-25F330BDA9D0}"/>
              </a:ext>
            </a:extLst>
          </p:cNvPr>
          <p:cNvSpPr/>
          <p:nvPr/>
        </p:nvSpPr>
        <p:spPr>
          <a:xfrm>
            <a:off x="220717" y="168142"/>
            <a:ext cx="8702566" cy="6516437"/>
          </a:xfrm>
          <a:prstGeom prst="roundRect">
            <a:avLst>
              <a:gd name="adj" fmla="val 2295"/>
            </a:avLst>
          </a:prstGeom>
          <a:solidFill>
            <a:srgbClr val="5572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8800" b="1">
                <a:solidFill>
                  <a:schemeClr val="bg1"/>
                </a:solidFill>
              </a:rPr>
              <a:t>感恩经</a:t>
            </a:r>
            <a:endParaRPr lang="en-US" altLang="zh-TW" sz="8800" b="1">
              <a:solidFill>
                <a:schemeClr val="bg1"/>
              </a:solidFill>
            </a:endParaRPr>
          </a:p>
          <a:p>
            <a:pPr algn="ctr"/>
            <a:r>
              <a:rPr lang="en-US" altLang="zh-TW" sz="6000" b="1">
                <a:solidFill>
                  <a:schemeClr val="bg1"/>
                </a:solidFill>
              </a:rPr>
              <a:t>Eucharistic Prayer</a:t>
            </a:r>
          </a:p>
        </p:txBody>
      </p:sp>
    </p:spTree>
    <p:extLst>
      <p:ext uri="{BB962C8B-B14F-4D97-AF65-F5344CB8AC3E}">
        <p14:creationId xmlns:p14="http://schemas.microsoft.com/office/powerpoint/2010/main" val="10560610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772FA9-FEA1-6FEB-D006-4B1005987F89}"/>
              </a:ext>
            </a:extLst>
          </p:cNvPr>
          <p:cNvSpPr>
            <a:spLocks noGrp="1"/>
          </p:cNvSpPr>
          <p:nvPr>
            <p:ph type="title"/>
          </p:nvPr>
        </p:nvSpPr>
        <p:spPr/>
        <p:txBody>
          <a:bodyPr>
            <a:normAutofit fontScale="90000"/>
          </a:bodyPr>
          <a:lstStyle/>
          <a:p>
            <a:br>
              <a:rPr lang="en-AU" altLang="zh-TW" dirty="0"/>
            </a:br>
            <a:r>
              <a:rPr lang="zh-TW" altLang="en-US" dirty="0"/>
              <a:t>感恩经　</a:t>
            </a:r>
            <a:r>
              <a:rPr lang="en-HK" altLang="zh-TW" dirty="0"/>
              <a:t>Eucharistic Prayer</a:t>
            </a:r>
            <a:br>
              <a:rPr lang="zh-TW" altLang="en-US" dirty="0"/>
            </a:br>
            <a:endParaRPr lang="en-AU" dirty="0"/>
          </a:p>
        </p:txBody>
      </p:sp>
      <p:sp>
        <p:nvSpPr>
          <p:cNvPr id="3" name="Content Placeholder 2">
            <a:extLst>
              <a:ext uri="{FF2B5EF4-FFF2-40B4-BE49-F238E27FC236}">
                <a16:creationId xmlns:a16="http://schemas.microsoft.com/office/drawing/2014/main" id="{A91C2312-0225-A7E7-84C9-46D77E45ACAC}"/>
              </a:ext>
            </a:extLst>
          </p:cNvPr>
          <p:cNvSpPr>
            <a:spLocks noGrp="1"/>
          </p:cNvSpPr>
          <p:nvPr>
            <p:ph sz="half" idx="1"/>
          </p:nvPr>
        </p:nvSpPr>
        <p:spPr/>
        <p:txBody>
          <a:bodyPr>
            <a:normAutofit/>
          </a:bodyPr>
          <a:lstStyle/>
          <a:p>
            <a:pPr marL="0" indent="0">
              <a:buNone/>
            </a:pPr>
            <a:r>
              <a:rPr lang="zh-CN" altLang="en-US" dirty="0"/>
              <a:t>愿主与你们同在。</a:t>
            </a:r>
          </a:p>
          <a:p>
            <a:pPr marL="0" indent="0">
              <a:buNone/>
            </a:pPr>
            <a:r>
              <a:rPr lang="zh-CN" altLang="en-US" b="1" dirty="0"/>
              <a:t>答：也与你的心灵同在。</a:t>
            </a:r>
            <a:endParaRPr lang="en-AU" altLang="zh-CN" b="1" dirty="0"/>
          </a:p>
          <a:p>
            <a:pPr marL="0" indent="0">
              <a:buNone/>
            </a:pPr>
            <a:endParaRPr lang="zh-CN" altLang="en-US" dirty="0"/>
          </a:p>
          <a:p>
            <a:pPr marL="0" indent="0">
              <a:buNone/>
            </a:pPr>
            <a:r>
              <a:rPr lang="zh-CN" altLang="en-US" dirty="0"/>
              <a:t>请举心向上。</a:t>
            </a:r>
          </a:p>
          <a:p>
            <a:pPr marL="0" indent="0">
              <a:buNone/>
            </a:pPr>
            <a:r>
              <a:rPr lang="zh-CN" altLang="en-US" b="1" dirty="0"/>
              <a:t>答：我们全心归向上主。</a:t>
            </a:r>
          </a:p>
          <a:p>
            <a:endParaRPr lang="en-AU" dirty="0"/>
          </a:p>
        </p:txBody>
      </p:sp>
      <p:sp>
        <p:nvSpPr>
          <p:cNvPr id="4" name="Content Placeholder 3">
            <a:extLst>
              <a:ext uri="{FF2B5EF4-FFF2-40B4-BE49-F238E27FC236}">
                <a16:creationId xmlns:a16="http://schemas.microsoft.com/office/drawing/2014/main" id="{64B84925-FD92-E73F-0529-486A95F6545F}"/>
              </a:ext>
            </a:extLst>
          </p:cNvPr>
          <p:cNvSpPr>
            <a:spLocks noGrp="1"/>
          </p:cNvSpPr>
          <p:nvPr>
            <p:ph sz="half" idx="2"/>
          </p:nvPr>
        </p:nvSpPr>
        <p:spPr/>
        <p:txBody>
          <a:bodyPr>
            <a:normAutofit/>
          </a:bodyPr>
          <a:lstStyle/>
          <a:p>
            <a:pPr marL="0" indent="0" algn="just">
              <a:buNone/>
            </a:pPr>
            <a:r>
              <a:rPr lang="en-GB" sz="3200" dirty="0"/>
              <a:t>The Lord be with you. </a:t>
            </a:r>
          </a:p>
          <a:p>
            <a:pPr marL="0" indent="0" algn="just">
              <a:buNone/>
            </a:pPr>
            <a:r>
              <a:rPr lang="en-GB" sz="3200" b="1" dirty="0"/>
              <a:t>R. And with your spirit.</a:t>
            </a:r>
          </a:p>
          <a:p>
            <a:pPr algn="just"/>
            <a:endParaRPr lang="en-GB" sz="3200" dirty="0"/>
          </a:p>
          <a:p>
            <a:pPr marL="0" indent="0" algn="just">
              <a:buNone/>
            </a:pPr>
            <a:r>
              <a:rPr lang="en-GB" sz="3200" dirty="0"/>
              <a:t>Lift up your hearts.</a:t>
            </a:r>
          </a:p>
          <a:p>
            <a:pPr marL="0" indent="0" algn="just">
              <a:buNone/>
            </a:pPr>
            <a:r>
              <a:rPr lang="en-GB" sz="3200" b="1" dirty="0"/>
              <a:t>R. We lift them up to the Lord.</a:t>
            </a:r>
          </a:p>
          <a:p>
            <a:endParaRPr lang="en-AU" dirty="0"/>
          </a:p>
        </p:txBody>
      </p:sp>
    </p:spTree>
    <p:extLst>
      <p:ext uri="{BB962C8B-B14F-4D97-AF65-F5344CB8AC3E}">
        <p14:creationId xmlns:p14="http://schemas.microsoft.com/office/powerpoint/2010/main" val="7831474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619166-F4FA-65A3-C679-E25FE9D663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9B3F02-D936-0411-73E7-CB6976EF0632}"/>
              </a:ext>
            </a:extLst>
          </p:cNvPr>
          <p:cNvSpPr>
            <a:spLocks noGrp="1"/>
          </p:cNvSpPr>
          <p:nvPr>
            <p:ph type="ctrTitle"/>
          </p:nvPr>
        </p:nvSpPr>
        <p:spPr/>
        <p:txBody>
          <a:bodyPr/>
          <a:lstStyle/>
          <a:p>
            <a:endParaRPr lang="en-HK"/>
          </a:p>
        </p:txBody>
      </p:sp>
      <p:sp>
        <p:nvSpPr>
          <p:cNvPr id="3" name="Subtitle 2">
            <a:extLst>
              <a:ext uri="{FF2B5EF4-FFF2-40B4-BE49-F238E27FC236}">
                <a16:creationId xmlns:a16="http://schemas.microsoft.com/office/drawing/2014/main" id="{937F6F14-A8BC-9EE0-D583-F4CEB07FD220}"/>
              </a:ext>
            </a:extLst>
          </p:cNvPr>
          <p:cNvSpPr>
            <a:spLocks noGrp="1"/>
          </p:cNvSpPr>
          <p:nvPr>
            <p:ph type="subTitle" idx="1"/>
          </p:nvPr>
        </p:nvSpPr>
        <p:spPr/>
        <p:txBody>
          <a:bodyPr/>
          <a:lstStyle/>
          <a:p>
            <a:endParaRPr lang="en-HK"/>
          </a:p>
        </p:txBody>
      </p:sp>
      <p:pic>
        <p:nvPicPr>
          <p:cNvPr id="7" name="Picture 6">
            <a:extLst>
              <a:ext uri="{FF2B5EF4-FFF2-40B4-BE49-F238E27FC236}">
                <a16:creationId xmlns:a16="http://schemas.microsoft.com/office/drawing/2014/main" id="{D63B9CB4-ADEE-67F4-8B1B-C1334BE22CD8}"/>
              </a:ext>
            </a:extLst>
          </p:cNvPr>
          <p:cNvPicPr>
            <a:picLocks noChangeAspect="1"/>
          </p:cNvPicPr>
          <p:nvPr/>
        </p:nvPicPr>
        <p:blipFill>
          <a:blip r:embed="rId2">
            <a:extLst>
              <a:ext uri="{28A0092B-C50C-407E-A947-70E740481C1C}">
                <a14:useLocalDpi xmlns:a14="http://schemas.microsoft.com/office/drawing/2010/main" val="0"/>
              </a:ext>
            </a:extLst>
          </a:blip>
          <a:srcRect b="25000"/>
          <a:stretch>
            <a:fillRect/>
          </a:stretch>
        </p:blipFill>
        <p:spPr>
          <a:xfrm>
            <a:off x="-1" y="53009"/>
            <a:ext cx="9144001" cy="6858000"/>
          </a:xfrm>
          <a:prstGeom prst="rect">
            <a:avLst/>
          </a:prstGeom>
          <a:solidFill>
            <a:schemeClr val="bg1"/>
          </a:solidFill>
        </p:spPr>
      </p:pic>
      <p:sp>
        <p:nvSpPr>
          <p:cNvPr id="8" name="Rectangle: Rounded Corners 7">
            <a:extLst>
              <a:ext uri="{FF2B5EF4-FFF2-40B4-BE49-F238E27FC236}">
                <a16:creationId xmlns:a16="http://schemas.microsoft.com/office/drawing/2014/main" id="{F65859B0-F931-3A3E-202B-2149FD4F86E4}"/>
              </a:ext>
            </a:extLst>
          </p:cNvPr>
          <p:cNvSpPr/>
          <p:nvPr/>
        </p:nvSpPr>
        <p:spPr>
          <a:xfrm>
            <a:off x="220715" y="1109893"/>
            <a:ext cx="5076299" cy="5524237"/>
          </a:xfrm>
          <a:prstGeom prst="roundRect">
            <a:avLst>
              <a:gd name="adj" fmla="val 2712"/>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just"/>
            <a:r>
              <a:rPr lang="zh-CN" altLang="en-US" sz="4800" dirty="0">
                <a:solidFill>
                  <a:srgbClr val="282120"/>
                </a:solidFill>
              </a:rPr>
              <a:t>请大家感谢主、我们的天主。</a:t>
            </a:r>
            <a:endParaRPr lang="en-HK" altLang="zh-CN" sz="4800" dirty="0">
              <a:solidFill>
                <a:srgbClr val="282120"/>
              </a:solidFill>
            </a:endParaRPr>
          </a:p>
          <a:p>
            <a:pPr algn="just"/>
            <a:endParaRPr lang="en-HK" altLang="zh-CN" sz="4800" dirty="0">
              <a:solidFill>
                <a:srgbClr val="282120"/>
              </a:solidFill>
            </a:endParaRPr>
          </a:p>
          <a:p>
            <a:pPr algn="just"/>
            <a:r>
              <a:rPr lang="zh-TW" altLang="en-US" sz="4800" b="1" dirty="0">
                <a:solidFill>
                  <a:srgbClr val="282120"/>
                </a:solidFill>
              </a:rPr>
              <a:t>答：</a:t>
            </a:r>
            <a:r>
              <a:rPr lang="zh-CN" altLang="en-US" sz="4800" b="1" dirty="0">
                <a:solidFill>
                  <a:srgbClr val="282120"/>
                </a:solidFill>
              </a:rPr>
              <a:t>这是理所当然的。</a:t>
            </a:r>
            <a:endParaRPr lang="en-HK" sz="4800" b="1" dirty="0">
              <a:solidFill>
                <a:srgbClr val="282120"/>
              </a:solidFill>
            </a:endParaRPr>
          </a:p>
        </p:txBody>
      </p:sp>
      <p:sp>
        <p:nvSpPr>
          <p:cNvPr id="9" name="Rectangle: Rounded Corners 8">
            <a:extLst>
              <a:ext uri="{FF2B5EF4-FFF2-40B4-BE49-F238E27FC236}">
                <a16:creationId xmlns:a16="http://schemas.microsoft.com/office/drawing/2014/main" id="{7C277A19-116F-8C98-9A84-BBF83FD964ED}"/>
              </a:ext>
            </a:extLst>
          </p:cNvPr>
          <p:cNvSpPr/>
          <p:nvPr/>
        </p:nvSpPr>
        <p:spPr>
          <a:xfrm>
            <a:off x="5517730" y="1109893"/>
            <a:ext cx="3405554" cy="5524236"/>
          </a:xfrm>
          <a:prstGeom prst="roundRect">
            <a:avLst>
              <a:gd name="adj" fmla="val 2712"/>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t"/>
          <a:lstStyle/>
          <a:p>
            <a:pPr marL="0" marR="0" lvl="0" indent="0" algn="just" defTabSz="457200" rtl="0" eaLnBrk="1" fontAlgn="auto" latinLnBrk="0" hangingPunct="1">
              <a:lnSpc>
                <a:spcPct val="100000"/>
              </a:lnSpc>
              <a:spcBef>
                <a:spcPts val="0"/>
              </a:spcBef>
              <a:spcAft>
                <a:spcPts val="0"/>
              </a:spcAft>
              <a:buClrTx/>
              <a:buSzTx/>
              <a:buFontTx/>
              <a:buNone/>
              <a:tabLst/>
              <a:defRPr/>
            </a:pPr>
            <a:r>
              <a:rPr lang="en-GB" sz="3200" dirty="0">
                <a:solidFill>
                  <a:schemeClr val="tx1"/>
                </a:solidFill>
                <a:latin typeface="EB Garamond"/>
                <a:ea typeface="DFKai-SB"/>
              </a:rPr>
              <a:t>Let us give thanks to the Lord our God.</a:t>
            </a:r>
          </a:p>
          <a:p>
            <a:pPr marL="0" marR="0" lvl="0" indent="0" algn="just" defTabSz="457200" rtl="0" eaLnBrk="1" fontAlgn="auto" latinLnBrk="0" hangingPunct="1">
              <a:lnSpc>
                <a:spcPct val="100000"/>
              </a:lnSpc>
              <a:spcBef>
                <a:spcPts val="0"/>
              </a:spcBef>
              <a:spcAft>
                <a:spcPts val="0"/>
              </a:spcAft>
              <a:buClrTx/>
              <a:buSzTx/>
              <a:buFontTx/>
              <a:buNone/>
              <a:tabLst/>
              <a:defRPr/>
            </a:pPr>
            <a:endParaRPr lang="en-GB" sz="3200" b="0" i="0" u="none" strike="noStrike" kern="1200" cap="none" spc="0" normalizeH="0" baseline="0" noProof="0" dirty="0">
              <a:ln>
                <a:noFill/>
              </a:ln>
              <a:solidFill>
                <a:schemeClr val="tx1"/>
              </a:solidFill>
              <a:effectLst/>
              <a:uLnTx/>
              <a:uFillTx/>
              <a:latin typeface="EB Garamond"/>
              <a:ea typeface="DFKai-SB"/>
            </a:endParaRPr>
          </a:p>
          <a:p>
            <a:pPr marL="0" marR="0" lvl="0" indent="0" algn="just" defTabSz="457200" rtl="0" eaLnBrk="1" fontAlgn="auto" latinLnBrk="0" hangingPunct="1">
              <a:lnSpc>
                <a:spcPct val="100000"/>
              </a:lnSpc>
              <a:spcBef>
                <a:spcPts val="0"/>
              </a:spcBef>
              <a:spcAft>
                <a:spcPts val="0"/>
              </a:spcAft>
              <a:buClrTx/>
              <a:buSzTx/>
              <a:buFontTx/>
              <a:buNone/>
              <a:tabLst/>
              <a:defRPr/>
            </a:pPr>
            <a:r>
              <a:rPr lang="en-GB" sz="3200" b="1" dirty="0">
                <a:solidFill>
                  <a:schemeClr val="tx1"/>
                </a:solidFill>
                <a:latin typeface="EB Garamond"/>
                <a:ea typeface="DFKai-SB"/>
              </a:rPr>
              <a:t>R. It is right and just.</a:t>
            </a:r>
            <a:endParaRPr lang="en-HK" sz="3200" b="1" i="0" u="none" strike="noStrike" kern="1200" cap="none" spc="0" normalizeH="0" baseline="0" noProof="0" dirty="0">
              <a:ln>
                <a:noFill/>
              </a:ln>
              <a:solidFill>
                <a:schemeClr val="tx1"/>
              </a:solidFill>
              <a:effectLst/>
              <a:uLnTx/>
              <a:uFillTx/>
              <a:latin typeface="EB Garamond"/>
              <a:ea typeface="DFKai-SB"/>
            </a:endParaRPr>
          </a:p>
        </p:txBody>
      </p:sp>
      <p:sp>
        <p:nvSpPr>
          <p:cNvPr id="10" name="Rectangle: Rounded Corners 9">
            <a:extLst>
              <a:ext uri="{FF2B5EF4-FFF2-40B4-BE49-F238E27FC236}">
                <a16:creationId xmlns:a16="http://schemas.microsoft.com/office/drawing/2014/main" id="{5062B289-25B5-30CA-5C3B-62607370021F}"/>
              </a:ext>
            </a:extLst>
          </p:cNvPr>
          <p:cNvSpPr/>
          <p:nvPr/>
        </p:nvSpPr>
        <p:spPr>
          <a:xfrm>
            <a:off x="220717" y="168142"/>
            <a:ext cx="8702566" cy="790401"/>
          </a:xfrm>
          <a:prstGeom prst="roundRect">
            <a:avLst>
              <a:gd name="adj" fmla="val 11488"/>
            </a:avLst>
          </a:prstGeom>
          <a:solidFill>
            <a:srgbClr val="5572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3600" b="1">
                <a:solidFill>
                  <a:schemeClr val="bg1"/>
                </a:solidFill>
              </a:rPr>
              <a:t>感恩经　</a:t>
            </a:r>
            <a:r>
              <a:rPr lang="en-HK" altLang="zh-TW" sz="3600" b="1">
                <a:solidFill>
                  <a:schemeClr val="bg1"/>
                </a:solidFill>
              </a:rPr>
              <a:t>Eucharistic Prayer</a:t>
            </a:r>
            <a:endParaRPr lang="zh-TW" altLang="en-US" sz="3600" b="1">
              <a:solidFill>
                <a:schemeClr val="bg1"/>
              </a:solidFill>
            </a:endParaRPr>
          </a:p>
        </p:txBody>
      </p:sp>
      <p:pic>
        <p:nvPicPr>
          <p:cNvPr id="6" name="Graphic 5" descr="Badge with solid fill">
            <a:hlinkClick r:id="rId3" action="ppaction://hlinksldjump"/>
            <a:extLst>
              <a:ext uri="{FF2B5EF4-FFF2-40B4-BE49-F238E27FC236}">
                <a16:creationId xmlns:a16="http://schemas.microsoft.com/office/drawing/2014/main" id="{C2B0ADCD-C4FA-58CB-B9D2-805CAACC3E1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414495" y="5748107"/>
            <a:ext cx="765782" cy="765782"/>
          </a:xfrm>
          <a:prstGeom prst="rect">
            <a:avLst/>
          </a:prstGeom>
        </p:spPr>
      </p:pic>
      <p:pic>
        <p:nvPicPr>
          <p:cNvPr id="4" name="Graphic 3" descr="Badge 1 with solid fill">
            <a:hlinkClick r:id="rId5" action="ppaction://hlinksldjump"/>
            <a:extLst>
              <a:ext uri="{FF2B5EF4-FFF2-40B4-BE49-F238E27FC236}">
                <a16:creationId xmlns:a16="http://schemas.microsoft.com/office/drawing/2014/main" id="{B5E6B483-5894-DEE8-78D5-BB5227F7E45F}"/>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580563" y="5748107"/>
            <a:ext cx="765782" cy="765782"/>
          </a:xfrm>
          <a:prstGeom prst="rect">
            <a:avLst/>
          </a:prstGeom>
        </p:spPr>
      </p:pic>
      <p:pic>
        <p:nvPicPr>
          <p:cNvPr id="11" name="Graphic 10" descr="Badge 3 with solid fill">
            <a:hlinkClick r:id="rId5" action="ppaction://hlinksldjump"/>
            <a:extLst>
              <a:ext uri="{FF2B5EF4-FFF2-40B4-BE49-F238E27FC236}">
                <a16:creationId xmlns:a16="http://schemas.microsoft.com/office/drawing/2014/main" id="{19B0C0F7-DE01-7E2D-E2A2-28D51EE4717C}"/>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248427" y="5748107"/>
            <a:ext cx="765782" cy="765782"/>
          </a:xfrm>
          <a:prstGeom prst="rect">
            <a:avLst/>
          </a:prstGeom>
        </p:spPr>
      </p:pic>
      <p:pic>
        <p:nvPicPr>
          <p:cNvPr id="13" name="Graphic 12" descr="Badge 4 with solid fill">
            <a:hlinkClick r:id="rId8" action="ppaction://hlinksldjump"/>
            <a:extLst>
              <a:ext uri="{FF2B5EF4-FFF2-40B4-BE49-F238E27FC236}">
                <a16:creationId xmlns:a16="http://schemas.microsoft.com/office/drawing/2014/main" id="{71D6C3F6-94BE-A948-C2B4-CA53AD1AC90F}"/>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8082359" y="5727882"/>
            <a:ext cx="765782" cy="765782"/>
          </a:xfrm>
          <a:prstGeom prst="rect">
            <a:avLst/>
          </a:prstGeom>
        </p:spPr>
      </p:pic>
      <p:sp>
        <p:nvSpPr>
          <p:cNvPr id="5" name="Rectangle: Rounded Corners 4">
            <a:extLst>
              <a:ext uri="{FF2B5EF4-FFF2-40B4-BE49-F238E27FC236}">
                <a16:creationId xmlns:a16="http://schemas.microsoft.com/office/drawing/2014/main" id="{5620C758-2FB9-02B0-2AC3-65563D5610D3}"/>
              </a:ext>
            </a:extLst>
          </p:cNvPr>
          <p:cNvSpPr/>
          <p:nvPr/>
        </p:nvSpPr>
        <p:spPr>
          <a:xfrm>
            <a:off x="7631318" y="5252774"/>
            <a:ext cx="1163211" cy="436906"/>
          </a:xfrm>
          <a:prstGeom prst="roundRect">
            <a:avLst/>
          </a:prstGeom>
          <a:solidFill>
            <a:srgbClr val="5572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b="1" dirty="0"/>
              <a:t>感恩经</a:t>
            </a:r>
            <a:endParaRPr lang="en-HK" b="1" dirty="0"/>
          </a:p>
        </p:txBody>
      </p:sp>
    </p:spTree>
    <p:extLst>
      <p:ext uri="{BB962C8B-B14F-4D97-AF65-F5344CB8AC3E}">
        <p14:creationId xmlns:p14="http://schemas.microsoft.com/office/powerpoint/2010/main" val="6780060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01479A-9AD9-2465-1789-8A30E1830B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02A190-2C48-2371-EB2A-0F157AED2F16}"/>
              </a:ext>
            </a:extLst>
          </p:cNvPr>
          <p:cNvSpPr>
            <a:spLocks noGrp="1"/>
          </p:cNvSpPr>
          <p:nvPr>
            <p:ph type="ctrTitle"/>
          </p:nvPr>
        </p:nvSpPr>
        <p:spPr/>
        <p:txBody>
          <a:bodyPr/>
          <a:lstStyle/>
          <a:p>
            <a:endParaRPr lang="en-HK"/>
          </a:p>
        </p:txBody>
      </p:sp>
      <p:sp>
        <p:nvSpPr>
          <p:cNvPr id="3" name="Subtitle 2">
            <a:extLst>
              <a:ext uri="{FF2B5EF4-FFF2-40B4-BE49-F238E27FC236}">
                <a16:creationId xmlns:a16="http://schemas.microsoft.com/office/drawing/2014/main" id="{DFF29983-40E5-D86D-9F5B-687089968EFD}"/>
              </a:ext>
            </a:extLst>
          </p:cNvPr>
          <p:cNvSpPr>
            <a:spLocks noGrp="1"/>
          </p:cNvSpPr>
          <p:nvPr>
            <p:ph type="subTitle" idx="1"/>
          </p:nvPr>
        </p:nvSpPr>
        <p:spPr/>
        <p:txBody>
          <a:bodyPr/>
          <a:lstStyle/>
          <a:p>
            <a:endParaRPr lang="en-HK"/>
          </a:p>
        </p:txBody>
      </p:sp>
      <p:pic>
        <p:nvPicPr>
          <p:cNvPr id="7" name="Picture 6">
            <a:extLst>
              <a:ext uri="{FF2B5EF4-FFF2-40B4-BE49-F238E27FC236}">
                <a16:creationId xmlns:a16="http://schemas.microsoft.com/office/drawing/2014/main" id="{BDAE02B3-68A1-BC71-DBAE-FEA302ED0621}"/>
              </a:ext>
            </a:extLst>
          </p:cNvPr>
          <p:cNvPicPr>
            <a:picLocks noChangeAspect="1"/>
          </p:cNvPicPr>
          <p:nvPr/>
        </p:nvPicPr>
        <p:blipFill>
          <a:blip r:embed="rId2">
            <a:extLst>
              <a:ext uri="{28A0092B-C50C-407E-A947-70E740481C1C}">
                <a14:useLocalDpi xmlns:a14="http://schemas.microsoft.com/office/drawing/2010/main" val="0"/>
              </a:ext>
            </a:extLst>
          </a:blip>
          <a:srcRect b="25000"/>
          <a:stretch>
            <a:fillRect/>
          </a:stretch>
        </p:blipFill>
        <p:spPr>
          <a:xfrm>
            <a:off x="-1" y="1"/>
            <a:ext cx="9144001" cy="6858000"/>
          </a:xfrm>
          <a:prstGeom prst="rect">
            <a:avLst/>
          </a:prstGeom>
        </p:spPr>
      </p:pic>
      <p:sp>
        <p:nvSpPr>
          <p:cNvPr id="4" name="Rectangle: Rounded Corners 3">
            <a:hlinkClick r:id="rId3" action="ppaction://hlinksldjump"/>
            <a:extLst>
              <a:ext uri="{FF2B5EF4-FFF2-40B4-BE49-F238E27FC236}">
                <a16:creationId xmlns:a16="http://schemas.microsoft.com/office/drawing/2014/main" id="{68867D26-88E2-601C-F398-BF5504DDDDCF}"/>
              </a:ext>
            </a:extLst>
          </p:cNvPr>
          <p:cNvSpPr/>
          <p:nvPr/>
        </p:nvSpPr>
        <p:spPr>
          <a:xfrm>
            <a:off x="220717" y="168142"/>
            <a:ext cx="8702566" cy="6516437"/>
          </a:xfrm>
          <a:prstGeom prst="roundRect">
            <a:avLst>
              <a:gd name="adj" fmla="val 2295"/>
            </a:avLst>
          </a:prstGeom>
          <a:solidFill>
            <a:srgbClr val="5572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6600" b="1">
                <a:solidFill>
                  <a:schemeClr val="bg1"/>
                </a:solidFill>
              </a:rPr>
              <a:t>常年期主日颂谢词</a:t>
            </a:r>
            <a:r>
              <a:rPr lang="en-HK" altLang="zh-TW" sz="3200" b="1">
                <a:solidFill>
                  <a:schemeClr val="bg1"/>
                </a:solidFill>
              </a:rPr>
              <a:t>PREFACE</a:t>
            </a:r>
            <a:r>
              <a:rPr lang="en-US" altLang="zh-TW" sz="3200" b="1">
                <a:solidFill>
                  <a:schemeClr val="bg1"/>
                </a:solidFill>
              </a:rPr>
              <a:t>S</a:t>
            </a:r>
            <a:r>
              <a:rPr lang="en-HK" altLang="zh-TW" sz="3200" b="1">
                <a:solidFill>
                  <a:schemeClr val="bg1"/>
                </a:solidFill>
              </a:rPr>
              <a:t> OF THE SUNDAYS IN ORDINARY TIME</a:t>
            </a:r>
            <a:endParaRPr lang="en-US" altLang="zh-TW" sz="6000" b="1">
              <a:solidFill>
                <a:schemeClr val="bg1"/>
              </a:solidFill>
            </a:endParaRPr>
          </a:p>
        </p:txBody>
      </p:sp>
      <p:pic>
        <p:nvPicPr>
          <p:cNvPr id="6" name="Graphic 5" descr="Badge with solid fill">
            <a:hlinkClick r:id="rId4" action="ppaction://hlinksldjump"/>
            <a:extLst>
              <a:ext uri="{FF2B5EF4-FFF2-40B4-BE49-F238E27FC236}">
                <a16:creationId xmlns:a16="http://schemas.microsoft.com/office/drawing/2014/main" id="{578510E0-4091-B30A-564E-405FF7A86E3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496998" y="5575717"/>
            <a:ext cx="914400" cy="914400"/>
          </a:xfrm>
          <a:prstGeom prst="rect">
            <a:avLst/>
          </a:prstGeom>
        </p:spPr>
      </p:pic>
      <p:pic>
        <p:nvPicPr>
          <p:cNvPr id="9" name="Graphic 8" descr="Badge 1 with solid fill">
            <a:hlinkClick r:id="rId6" action="ppaction://hlinksldjump"/>
            <a:extLst>
              <a:ext uri="{FF2B5EF4-FFF2-40B4-BE49-F238E27FC236}">
                <a16:creationId xmlns:a16="http://schemas.microsoft.com/office/drawing/2014/main" id="{9599CC0D-0B57-48FD-0075-AF50E533B3B3}"/>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39615" y="5575717"/>
            <a:ext cx="914400" cy="914400"/>
          </a:xfrm>
          <a:prstGeom prst="rect">
            <a:avLst/>
          </a:prstGeom>
        </p:spPr>
      </p:pic>
      <p:pic>
        <p:nvPicPr>
          <p:cNvPr id="11" name="Graphic 10" descr="Badge 3 with solid fill">
            <a:hlinkClick r:id="rId3" action="ppaction://hlinksldjump"/>
            <a:extLst>
              <a:ext uri="{FF2B5EF4-FFF2-40B4-BE49-F238E27FC236}">
                <a16:creationId xmlns:a16="http://schemas.microsoft.com/office/drawing/2014/main" id="{AF5A3611-D02D-C57A-B396-246A5429CCE1}"/>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2554381" y="5575717"/>
            <a:ext cx="914400" cy="914400"/>
          </a:xfrm>
          <a:prstGeom prst="rect">
            <a:avLst/>
          </a:prstGeom>
        </p:spPr>
      </p:pic>
      <p:pic>
        <p:nvPicPr>
          <p:cNvPr id="13" name="Graphic 12" descr="Badge 4 with solid fill">
            <a:hlinkClick r:id="rId9" action="ppaction://hlinksldjump"/>
            <a:extLst>
              <a:ext uri="{FF2B5EF4-FFF2-40B4-BE49-F238E27FC236}">
                <a16:creationId xmlns:a16="http://schemas.microsoft.com/office/drawing/2014/main" id="{75BFE3AF-B88D-B29B-4559-2D99CA34497A}"/>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3611764" y="5575717"/>
            <a:ext cx="914400" cy="914400"/>
          </a:xfrm>
          <a:prstGeom prst="rect">
            <a:avLst/>
          </a:prstGeom>
        </p:spPr>
      </p:pic>
      <p:pic>
        <p:nvPicPr>
          <p:cNvPr id="8" name="Graphic 7" descr="Badge 8 with solid fill">
            <a:hlinkClick r:id="rId11" action="ppaction://hlinksldjump"/>
            <a:extLst>
              <a:ext uri="{FF2B5EF4-FFF2-40B4-BE49-F238E27FC236}">
                <a16:creationId xmlns:a16="http://schemas.microsoft.com/office/drawing/2014/main" id="{9D3B5ECC-1FAC-CFE8-993B-089029957398}"/>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7841298" y="5575717"/>
            <a:ext cx="914400" cy="914400"/>
          </a:xfrm>
          <a:prstGeom prst="rect">
            <a:avLst/>
          </a:prstGeom>
        </p:spPr>
      </p:pic>
      <p:pic>
        <p:nvPicPr>
          <p:cNvPr id="12" name="Graphic 11" descr="Badge 7 with solid fill">
            <a:hlinkClick r:id="rId13" action="ppaction://hlinksldjump"/>
            <a:extLst>
              <a:ext uri="{FF2B5EF4-FFF2-40B4-BE49-F238E27FC236}">
                <a16:creationId xmlns:a16="http://schemas.microsoft.com/office/drawing/2014/main" id="{A4D80B8B-14CE-8294-9FA4-07986BC8DD0C}"/>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6783913" y="5575717"/>
            <a:ext cx="914400" cy="914400"/>
          </a:xfrm>
          <a:prstGeom prst="rect">
            <a:avLst/>
          </a:prstGeom>
        </p:spPr>
      </p:pic>
      <p:pic>
        <p:nvPicPr>
          <p:cNvPr id="15" name="Graphic 14" descr="Badge 6 with solid fill">
            <a:hlinkClick r:id="rId15" action="ppaction://hlinksldjump"/>
            <a:extLst>
              <a:ext uri="{FF2B5EF4-FFF2-40B4-BE49-F238E27FC236}">
                <a16:creationId xmlns:a16="http://schemas.microsoft.com/office/drawing/2014/main" id="{AB65D7CC-D0A3-1DC5-A319-88D09DF7558C}"/>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5726530" y="5575717"/>
            <a:ext cx="914400" cy="914400"/>
          </a:xfrm>
          <a:prstGeom prst="rect">
            <a:avLst/>
          </a:prstGeom>
        </p:spPr>
      </p:pic>
      <p:pic>
        <p:nvPicPr>
          <p:cNvPr id="17" name="Graphic 16" descr="Badge 5 with solid fill">
            <a:hlinkClick r:id="rId17" action="ppaction://hlinksldjump"/>
            <a:extLst>
              <a:ext uri="{FF2B5EF4-FFF2-40B4-BE49-F238E27FC236}">
                <a16:creationId xmlns:a16="http://schemas.microsoft.com/office/drawing/2014/main" id="{28857DFE-6CB2-C62F-53A8-F70B2C4622FE}"/>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4669147" y="5575717"/>
            <a:ext cx="914400" cy="914400"/>
          </a:xfrm>
          <a:prstGeom prst="rect">
            <a:avLst/>
          </a:prstGeom>
        </p:spPr>
      </p:pic>
    </p:spTree>
    <p:extLst>
      <p:ext uri="{BB962C8B-B14F-4D97-AF65-F5344CB8AC3E}">
        <p14:creationId xmlns:p14="http://schemas.microsoft.com/office/powerpoint/2010/main" val="32324349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5C855A-1842-E0B3-0980-72794AAF0F6A}"/>
              </a:ext>
            </a:extLst>
          </p:cNvPr>
          <p:cNvSpPr>
            <a:spLocks noGrp="1"/>
          </p:cNvSpPr>
          <p:nvPr>
            <p:ph type="title"/>
          </p:nvPr>
        </p:nvSpPr>
        <p:spPr/>
        <p:txBody>
          <a:bodyPr>
            <a:normAutofit fontScale="90000"/>
          </a:bodyPr>
          <a:lstStyle/>
          <a:p>
            <a:br>
              <a:rPr lang="en-AU" altLang="zh-TW" dirty="0"/>
            </a:br>
            <a:r>
              <a:rPr lang="zh-TW" altLang="en-US" dirty="0"/>
              <a:t>常年期主日颂谢词（一）　</a:t>
            </a:r>
            <a:r>
              <a:rPr lang="en-AU" dirty="0"/>
              <a:t>Preface I</a:t>
            </a:r>
            <a:br>
              <a:rPr lang="en-AU" dirty="0"/>
            </a:br>
            <a:endParaRPr lang="en-AU" dirty="0"/>
          </a:p>
        </p:txBody>
      </p:sp>
      <p:sp>
        <p:nvSpPr>
          <p:cNvPr id="3" name="Content Placeholder 2">
            <a:extLst>
              <a:ext uri="{FF2B5EF4-FFF2-40B4-BE49-F238E27FC236}">
                <a16:creationId xmlns:a16="http://schemas.microsoft.com/office/drawing/2014/main" id="{19CE040E-5676-5865-1670-F85A2E6BC367}"/>
              </a:ext>
            </a:extLst>
          </p:cNvPr>
          <p:cNvSpPr>
            <a:spLocks noGrp="1"/>
          </p:cNvSpPr>
          <p:nvPr>
            <p:ph sz="half" idx="1"/>
          </p:nvPr>
        </p:nvSpPr>
        <p:spPr/>
        <p:txBody>
          <a:bodyPr/>
          <a:lstStyle/>
          <a:p>
            <a:pPr marL="0" indent="0" algn="just" hangingPunct="0">
              <a:buNone/>
            </a:pPr>
            <a:r>
              <a:rPr lang="zh-CN" altLang="en-US" dirty="0"/>
              <a:t>主、圣父、全能永生的天主！藉着我们的主基督，我们时时处处感谢你，实在是理所当然的，并能使人得救。</a:t>
            </a:r>
          </a:p>
          <a:p>
            <a:endParaRPr lang="en-AU" dirty="0"/>
          </a:p>
        </p:txBody>
      </p:sp>
      <p:sp>
        <p:nvSpPr>
          <p:cNvPr id="4" name="Content Placeholder 3">
            <a:extLst>
              <a:ext uri="{FF2B5EF4-FFF2-40B4-BE49-F238E27FC236}">
                <a16:creationId xmlns:a16="http://schemas.microsoft.com/office/drawing/2014/main" id="{2F1A0CE8-4693-338C-A527-F80B89860DCA}"/>
              </a:ext>
            </a:extLst>
          </p:cNvPr>
          <p:cNvSpPr>
            <a:spLocks noGrp="1"/>
          </p:cNvSpPr>
          <p:nvPr>
            <p:ph sz="half" idx="2"/>
          </p:nvPr>
        </p:nvSpPr>
        <p:spPr/>
        <p:txBody>
          <a:bodyPr/>
          <a:lstStyle/>
          <a:p>
            <a:pPr marL="0" indent="0" algn="just">
              <a:buNone/>
            </a:pPr>
            <a:r>
              <a:rPr lang="en-GB" dirty="0"/>
              <a:t>It is truly right and just, our duty and our salvation, always and everywhere to give you thanks, Lord, holy Father, almighty and eternal God, through Christ our Lord.</a:t>
            </a:r>
          </a:p>
          <a:p>
            <a:endParaRPr lang="en-AU" dirty="0"/>
          </a:p>
        </p:txBody>
      </p:sp>
    </p:spTree>
    <p:extLst>
      <p:ext uri="{BB962C8B-B14F-4D97-AF65-F5344CB8AC3E}">
        <p14:creationId xmlns:p14="http://schemas.microsoft.com/office/powerpoint/2010/main" val="13484434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0219AE-6561-8AE8-AEE8-7DB6CEB452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5641A6-81CB-FB1D-AB20-6483D0F735CF}"/>
              </a:ext>
            </a:extLst>
          </p:cNvPr>
          <p:cNvSpPr>
            <a:spLocks noGrp="1"/>
          </p:cNvSpPr>
          <p:nvPr>
            <p:ph type="title"/>
          </p:nvPr>
        </p:nvSpPr>
        <p:spPr/>
        <p:txBody>
          <a:bodyPr>
            <a:normAutofit fontScale="90000"/>
          </a:bodyPr>
          <a:lstStyle/>
          <a:p>
            <a:br>
              <a:rPr lang="en-AU" altLang="zh-TW" dirty="0"/>
            </a:br>
            <a:r>
              <a:rPr lang="zh-TW" altLang="en-US" dirty="0"/>
              <a:t>常年期主日颂谢词（一）　</a:t>
            </a:r>
            <a:r>
              <a:rPr lang="en-AU" dirty="0"/>
              <a:t>Preface I</a:t>
            </a:r>
            <a:br>
              <a:rPr lang="en-AU" dirty="0"/>
            </a:br>
            <a:endParaRPr lang="en-AU" dirty="0"/>
          </a:p>
        </p:txBody>
      </p:sp>
      <p:sp>
        <p:nvSpPr>
          <p:cNvPr id="3" name="Content Placeholder 2">
            <a:extLst>
              <a:ext uri="{FF2B5EF4-FFF2-40B4-BE49-F238E27FC236}">
                <a16:creationId xmlns:a16="http://schemas.microsoft.com/office/drawing/2014/main" id="{2C3D18C9-0D2C-8050-39CE-CD8066F4988B}"/>
              </a:ext>
            </a:extLst>
          </p:cNvPr>
          <p:cNvSpPr>
            <a:spLocks noGrp="1"/>
          </p:cNvSpPr>
          <p:nvPr>
            <p:ph sz="half" idx="1"/>
          </p:nvPr>
        </p:nvSpPr>
        <p:spPr>
          <a:xfrm>
            <a:off x="220715" y="1253330"/>
            <a:ext cx="5073527" cy="5346253"/>
          </a:xfrm>
        </p:spPr>
        <p:txBody>
          <a:bodyPr>
            <a:normAutofit/>
          </a:bodyPr>
          <a:lstStyle/>
          <a:p>
            <a:pPr marL="0" indent="0" algn="just">
              <a:buNone/>
            </a:pPr>
            <a:r>
              <a:rPr lang="zh-CN" altLang="en-US" sz="5200" dirty="0"/>
              <a:t>他藉着途越奥迹完成了神妙的工程；他使我们摆脱罪恶和死亡的枷锁，而分享他的光荣，得称为特选的民族、</a:t>
            </a:r>
          </a:p>
          <a:p>
            <a:endParaRPr lang="en-AU" dirty="0"/>
          </a:p>
        </p:txBody>
      </p:sp>
      <p:sp>
        <p:nvSpPr>
          <p:cNvPr id="4" name="Content Placeholder 3">
            <a:extLst>
              <a:ext uri="{FF2B5EF4-FFF2-40B4-BE49-F238E27FC236}">
                <a16:creationId xmlns:a16="http://schemas.microsoft.com/office/drawing/2014/main" id="{46A9D93F-97BE-0AFF-366E-8D6847693E4F}"/>
              </a:ext>
            </a:extLst>
          </p:cNvPr>
          <p:cNvSpPr>
            <a:spLocks noGrp="1"/>
          </p:cNvSpPr>
          <p:nvPr>
            <p:ph sz="half" idx="2"/>
          </p:nvPr>
        </p:nvSpPr>
        <p:spPr>
          <a:xfrm>
            <a:off x="5670958" y="1161638"/>
            <a:ext cx="3138026" cy="5346253"/>
          </a:xfrm>
        </p:spPr>
        <p:txBody>
          <a:bodyPr>
            <a:noAutofit/>
          </a:bodyPr>
          <a:lstStyle/>
          <a:p>
            <a:pPr marL="0" indent="0" algn="just">
              <a:buNone/>
            </a:pPr>
            <a:r>
              <a:rPr lang="en-GB" dirty="0"/>
              <a:t>For through his Paschal Mystery, he accomplished the marvellous deed, by which he has freed us from the yoke of sin and death, summoning us to the glory of being now called a chosen race, </a:t>
            </a:r>
            <a:endParaRPr lang="en-AU" dirty="0"/>
          </a:p>
        </p:txBody>
      </p:sp>
    </p:spTree>
    <p:extLst>
      <p:ext uri="{BB962C8B-B14F-4D97-AF65-F5344CB8AC3E}">
        <p14:creationId xmlns:p14="http://schemas.microsoft.com/office/powerpoint/2010/main" val="18667642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096907-25E8-58C1-9B68-8E2F33840D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D1667C-DADB-38D9-BA24-FA342DA71CBC}"/>
              </a:ext>
            </a:extLst>
          </p:cNvPr>
          <p:cNvSpPr>
            <a:spLocks noGrp="1"/>
          </p:cNvSpPr>
          <p:nvPr>
            <p:ph type="title"/>
          </p:nvPr>
        </p:nvSpPr>
        <p:spPr/>
        <p:txBody>
          <a:bodyPr>
            <a:normAutofit fontScale="90000"/>
          </a:bodyPr>
          <a:lstStyle/>
          <a:p>
            <a:br>
              <a:rPr lang="en-AU" altLang="zh-TW" dirty="0"/>
            </a:br>
            <a:r>
              <a:rPr lang="zh-TW" altLang="en-US" dirty="0"/>
              <a:t>常年期主日颂谢词（一）　</a:t>
            </a:r>
            <a:r>
              <a:rPr lang="en-AU" dirty="0"/>
              <a:t>Preface I</a:t>
            </a:r>
            <a:br>
              <a:rPr lang="en-AU" dirty="0"/>
            </a:br>
            <a:endParaRPr lang="en-AU" dirty="0"/>
          </a:p>
        </p:txBody>
      </p:sp>
      <p:sp>
        <p:nvSpPr>
          <p:cNvPr id="3" name="Content Placeholder 2">
            <a:extLst>
              <a:ext uri="{FF2B5EF4-FFF2-40B4-BE49-F238E27FC236}">
                <a16:creationId xmlns:a16="http://schemas.microsoft.com/office/drawing/2014/main" id="{0A60CD39-5A8F-CA39-8B10-70441AB6257A}"/>
              </a:ext>
            </a:extLst>
          </p:cNvPr>
          <p:cNvSpPr>
            <a:spLocks noGrp="1"/>
          </p:cNvSpPr>
          <p:nvPr>
            <p:ph sz="half" idx="1"/>
          </p:nvPr>
        </p:nvSpPr>
        <p:spPr/>
        <p:txBody>
          <a:bodyPr/>
          <a:lstStyle/>
          <a:p>
            <a:pPr marL="0" indent="0" algn="just">
              <a:buNone/>
            </a:pPr>
            <a:r>
              <a:rPr lang="zh-CN" altLang="en-US" dirty="0"/>
              <a:t>王者的司祭、圣洁的邦国、得救的子民。你召叫我们从黑暗中进入光明，我们要到处称扬你的德能。</a:t>
            </a:r>
          </a:p>
          <a:p>
            <a:endParaRPr lang="en-AU" dirty="0"/>
          </a:p>
        </p:txBody>
      </p:sp>
      <p:sp>
        <p:nvSpPr>
          <p:cNvPr id="4" name="Content Placeholder 3">
            <a:extLst>
              <a:ext uri="{FF2B5EF4-FFF2-40B4-BE49-F238E27FC236}">
                <a16:creationId xmlns:a16="http://schemas.microsoft.com/office/drawing/2014/main" id="{EC400A06-64E7-3F16-548A-DF2D3161C7C2}"/>
              </a:ext>
            </a:extLst>
          </p:cNvPr>
          <p:cNvSpPr>
            <a:spLocks noGrp="1"/>
          </p:cNvSpPr>
          <p:nvPr>
            <p:ph sz="half" idx="2"/>
          </p:nvPr>
        </p:nvSpPr>
        <p:spPr/>
        <p:txBody>
          <a:bodyPr/>
          <a:lstStyle/>
          <a:p>
            <a:pPr marL="0" indent="0" algn="just">
              <a:buNone/>
            </a:pPr>
            <a:r>
              <a:rPr lang="en-GB" dirty="0"/>
              <a:t>a royal priesthood, a holy nation, a people for your own possession,  to proclaim everywhere your mighty works, for you have called us out of darkness into your own wonderful light. </a:t>
            </a:r>
          </a:p>
          <a:p>
            <a:endParaRPr lang="en-AU" dirty="0"/>
          </a:p>
        </p:txBody>
      </p:sp>
    </p:spTree>
    <p:extLst>
      <p:ext uri="{BB962C8B-B14F-4D97-AF65-F5344CB8AC3E}">
        <p14:creationId xmlns:p14="http://schemas.microsoft.com/office/powerpoint/2010/main" val="988789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232C56-1483-C67F-6C7C-E538BA63BD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525883-BC0B-5837-FACE-DB5FE56E37C8}"/>
              </a:ext>
            </a:extLst>
          </p:cNvPr>
          <p:cNvSpPr>
            <a:spLocks noGrp="1"/>
          </p:cNvSpPr>
          <p:nvPr>
            <p:ph type="title"/>
          </p:nvPr>
        </p:nvSpPr>
        <p:spPr/>
        <p:txBody>
          <a:bodyPr>
            <a:normAutofit fontScale="90000"/>
          </a:bodyPr>
          <a:lstStyle/>
          <a:p>
            <a:br>
              <a:rPr lang="en-AU" altLang="zh-TW" dirty="0"/>
            </a:br>
            <a:r>
              <a:rPr lang="zh-TW" altLang="en-US" dirty="0"/>
              <a:t>常年期主日颂谢词（一）　</a:t>
            </a:r>
            <a:r>
              <a:rPr lang="en-AU" dirty="0"/>
              <a:t>Preface I</a:t>
            </a:r>
            <a:br>
              <a:rPr lang="en-AU" dirty="0"/>
            </a:br>
            <a:endParaRPr lang="en-AU" dirty="0"/>
          </a:p>
        </p:txBody>
      </p:sp>
      <p:sp>
        <p:nvSpPr>
          <p:cNvPr id="3" name="Content Placeholder 2">
            <a:extLst>
              <a:ext uri="{FF2B5EF4-FFF2-40B4-BE49-F238E27FC236}">
                <a16:creationId xmlns:a16="http://schemas.microsoft.com/office/drawing/2014/main" id="{109A5B48-C637-E713-F49B-EDB5D8A19768}"/>
              </a:ext>
            </a:extLst>
          </p:cNvPr>
          <p:cNvSpPr>
            <a:spLocks noGrp="1"/>
          </p:cNvSpPr>
          <p:nvPr>
            <p:ph sz="half" idx="1"/>
          </p:nvPr>
        </p:nvSpPr>
        <p:spPr/>
        <p:txBody>
          <a:bodyPr/>
          <a:lstStyle/>
          <a:p>
            <a:pPr marL="0" indent="0" algn="just" hangingPunct="0">
              <a:buNone/>
            </a:pPr>
            <a:r>
              <a:rPr lang="zh-CN" altLang="en-US" dirty="0"/>
              <a:t>因此，我们随同天使、总领天使，以及天上诸圣，歌颂你的光荣，不停地欢呼：</a:t>
            </a:r>
          </a:p>
          <a:p>
            <a:pPr marL="0" indent="0" hangingPunct="0">
              <a:buNone/>
            </a:pPr>
            <a:endParaRPr lang="en-AU" dirty="0"/>
          </a:p>
        </p:txBody>
      </p:sp>
      <p:sp>
        <p:nvSpPr>
          <p:cNvPr id="4" name="Content Placeholder 3">
            <a:extLst>
              <a:ext uri="{FF2B5EF4-FFF2-40B4-BE49-F238E27FC236}">
                <a16:creationId xmlns:a16="http://schemas.microsoft.com/office/drawing/2014/main" id="{8572F2E7-8C2D-5C5B-B8C3-97082C923D56}"/>
              </a:ext>
            </a:extLst>
          </p:cNvPr>
          <p:cNvSpPr>
            <a:spLocks noGrp="1"/>
          </p:cNvSpPr>
          <p:nvPr>
            <p:ph sz="half" idx="2"/>
          </p:nvPr>
        </p:nvSpPr>
        <p:spPr/>
        <p:txBody>
          <a:bodyPr/>
          <a:lstStyle/>
          <a:p>
            <a:pPr marL="0" indent="0" algn="just">
              <a:buNone/>
            </a:pPr>
            <a:r>
              <a:rPr lang="en-GB" dirty="0"/>
              <a:t>And so, with Angels and Archangels, with Thrones and Dominions, and with all the hosts and Powers of heaven, we sing the hymn of your glory, as without end we acclaim:</a:t>
            </a:r>
          </a:p>
          <a:p>
            <a:endParaRPr lang="en-AU" dirty="0"/>
          </a:p>
        </p:txBody>
      </p:sp>
      <p:sp>
        <p:nvSpPr>
          <p:cNvPr id="6" name="Arrow: Right 5">
            <a:hlinkClick r:id="rId2" action="ppaction://hlinksldjump"/>
            <a:extLst>
              <a:ext uri="{FF2B5EF4-FFF2-40B4-BE49-F238E27FC236}">
                <a16:creationId xmlns:a16="http://schemas.microsoft.com/office/drawing/2014/main" id="{8DBF5DB8-EEE2-2200-FAD5-40EE535D09ED}"/>
              </a:ext>
            </a:extLst>
          </p:cNvPr>
          <p:cNvSpPr/>
          <p:nvPr/>
        </p:nvSpPr>
        <p:spPr>
          <a:xfrm>
            <a:off x="6899564" y="5986540"/>
            <a:ext cx="1909420" cy="436906"/>
          </a:xfrm>
          <a:prstGeom prst="rightArrow">
            <a:avLst>
              <a:gd name="adj1" fmla="val 100000"/>
              <a:gd name="adj2" fmla="val 50000"/>
            </a:avLst>
          </a:prstGeom>
          <a:solidFill>
            <a:srgbClr val="5572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b="1" dirty="0"/>
              <a:t>圣、圣、圣</a:t>
            </a:r>
            <a:endParaRPr lang="en-HK" b="1" dirty="0"/>
          </a:p>
        </p:txBody>
      </p:sp>
    </p:spTree>
    <p:extLst>
      <p:ext uri="{BB962C8B-B14F-4D97-AF65-F5344CB8AC3E}">
        <p14:creationId xmlns:p14="http://schemas.microsoft.com/office/powerpoint/2010/main" val="36376363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903CFF-13AB-036C-1175-E7D8B9677993}"/>
              </a:ext>
            </a:extLst>
          </p:cNvPr>
          <p:cNvSpPr>
            <a:spLocks noGrp="1"/>
          </p:cNvSpPr>
          <p:nvPr>
            <p:ph type="title"/>
          </p:nvPr>
        </p:nvSpPr>
        <p:spPr/>
        <p:txBody>
          <a:bodyPr>
            <a:normAutofit fontScale="90000"/>
          </a:bodyPr>
          <a:lstStyle/>
          <a:p>
            <a:br>
              <a:rPr lang="en-AU" altLang="zh-TW" dirty="0"/>
            </a:br>
            <a:r>
              <a:rPr lang="zh-TW" altLang="en-US" dirty="0"/>
              <a:t>常年期主日颂谢词（二）　</a:t>
            </a:r>
            <a:r>
              <a:rPr lang="en-HK" altLang="zh-TW" dirty="0"/>
              <a:t>Preface </a:t>
            </a:r>
            <a:r>
              <a:rPr lang="en-US" altLang="zh-TW" dirty="0"/>
              <a:t>II</a:t>
            </a:r>
            <a:br>
              <a:rPr lang="zh-TW" altLang="en-US" dirty="0"/>
            </a:br>
            <a:endParaRPr lang="en-AU" dirty="0"/>
          </a:p>
        </p:txBody>
      </p:sp>
      <p:sp>
        <p:nvSpPr>
          <p:cNvPr id="3" name="Content Placeholder 2">
            <a:extLst>
              <a:ext uri="{FF2B5EF4-FFF2-40B4-BE49-F238E27FC236}">
                <a16:creationId xmlns:a16="http://schemas.microsoft.com/office/drawing/2014/main" id="{FCC928C3-5B2F-8A54-731D-CD196625FF04}"/>
              </a:ext>
            </a:extLst>
          </p:cNvPr>
          <p:cNvSpPr>
            <a:spLocks noGrp="1"/>
          </p:cNvSpPr>
          <p:nvPr>
            <p:ph sz="half" idx="1"/>
          </p:nvPr>
        </p:nvSpPr>
        <p:spPr/>
        <p:txBody>
          <a:bodyPr/>
          <a:lstStyle/>
          <a:p>
            <a:pPr marL="0" indent="0" algn="just" hangingPunct="0">
              <a:buNone/>
            </a:pPr>
            <a:r>
              <a:rPr lang="zh-CN" altLang="en-US" dirty="0"/>
              <a:t>主、圣父、全能永生的天主！藉着我们的主基督，我们时时处处感谢你，实在是理所当然的，并能使人得救。</a:t>
            </a:r>
          </a:p>
        </p:txBody>
      </p:sp>
      <p:sp>
        <p:nvSpPr>
          <p:cNvPr id="4" name="Content Placeholder 3">
            <a:extLst>
              <a:ext uri="{FF2B5EF4-FFF2-40B4-BE49-F238E27FC236}">
                <a16:creationId xmlns:a16="http://schemas.microsoft.com/office/drawing/2014/main" id="{52455AF0-EFCC-F116-4109-DDCB3EAB7D5E}"/>
              </a:ext>
            </a:extLst>
          </p:cNvPr>
          <p:cNvSpPr>
            <a:spLocks noGrp="1"/>
          </p:cNvSpPr>
          <p:nvPr>
            <p:ph sz="half" idx="2"/>
          </p:nvPr>
        </p:nvSpPr>
        <p:spPr/>
        <p:txBody>
          <a:bodyPr/>
          <a:lstStyle/>
          <a:p>
            <a:pPr marL="0" indent="0" algn="just">
              <a:buNone/>
            </a:pPr>
            <a:r>
              <a:rPr lang="en-GB" dirty="0"/>
              <a:t>It is truly right and just, our duty and our salvation, always and everywhere to give you thanks, Lord, holy Father, almighty and eternal God, through Christ our Lord.</a:t>
            </a:r>
          </a:p>
          <a:p>
            <a:endParaRPr lang="en-AU" dirty="0"/>
          </a:p>
        </p:txBody>
      </p:sp>
    </p:spTree>
    <p:extLst>
      <p:ext uri="{BB962C8B-B14F-4D97-AF65-F5344CB8AC3E}">
        <p14:creationId xmlns:p14="http://schemas.microsoft.com/office/powerpoint/2010/main" val="23224939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C06EFD-9116-87D1-5882-CD12E50953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9A95CF-792F-CE6E-0C24-3120616AAFD4}"/>
              </a:ext>
            </a:extLst>
          </p:cNvPr>
          <p:cNvSpPr>
            <a:spLocks noGrp="1"/>
          </p:cNvSpPr>
          <p:nvPr>
            <p:ph type="title"/>
          </p:nvPr>
        </p:nvSpPr>
        <p:spPr/>
        <p:txBody>
          <a:bodyPr>
            <a:normAutofit fontScale="90000"/>
          </a:bodyPr>
          <a:lstStyle/>
          <a:p>
            <a:br>
              <a:rPr lang="en-AU" altLang="zh-TW" dirty="0"/>
            </a:br>
            <a:r>
              <a:rPr lang="zh-TW" altLang="en-US" dirty="0"/>
              <a:t>常年期主日颂谢词（二）　</a:t>
            </a:r>
            <a:r>
              <a:rPr lang="en-HK" altLang="zh-TW" dirty="0"/>
              <a:t>Preface </a:t>
            </a:r>
            <a:r>
              <a:rPr lang="en-US" altLang="zh-TW" dirty="0"/>
              <a:t>II</a:t>
            </a:r>
            <a:br>
              <a:rPr lang="zh-TW" altLang="en-US" dirty="0"/>
            </a:br>
            <a:endParaRPr lang="en-AU" dirty="0"/>
          </a:p>
        </p:txBody>
      </p:sp>
      <p:sp>
        <p:nvSpPr>
          <p:cNvPr id="3" name="Content Placeholder 2">
            <a:extLst>
              <a:ext uri="{FF2B5EF4-FFF2-40B4-BE49-F238E27FC236}">
                <a16:creationId xmlns:a16="http://schemas.microsoft.com/office/drawing/2014/main" id="{56254F5B-5F44-80BF-AA22-8C3691E7FC54}"/>
              </a:ext>
            </a:extLst>
          </p:cNvPr>
          <p:cNvSpPr>
            <a:spLocks noGrp="1"/>
          </p:cNvSpPr>
          <p:nvPr>
            <p:ph sz="half" idx="1"/>
          </p:nvPr>
        </p:nvSpPr>
        <p:spPr/>
        <p:txBody>
          <a:bodyPr>
            <a:normAutofit lnSpcReduction="10000"/>
          </a:bodyPr>
          <a:lstStyle/>
          <a:p>
            <a:pPr marL="0" indent="0" algn="just" hangingPunct="0">
              <a:buNone/>
            </a:pPr>
            <a:r>
              <a:rPr lang="zh-CN" altLang="en-US" dirty="0"/>
              <a:t>基督怜悯人类的罪过，甘愿由童贞女降生，受十字架的苦刑，救我们脱免永死；又从死者中复活，赐给我们永生。</a:t>
            </a:r>
          </a:p>
        </p:txBody>
      </p:sp>
      <p:sp>
        <p:nvSpPr>
          <p:cNvPr id="4" name="Content Placeholder 3">
            <a:extLst>
              <a:ext uri="{FF2B5EF4-FFF2-40B4-BE49-F238E27FC236}">
                <a16:creationId xmlns:a16="http://schemas.microsoft.com/office/drawing/2014/main" id="{FC0B9BDC-F2EA-4E4D-60F0-F4F4548A78AF}"/>
              </a:ext>
            </a:extLst>
          </p:cNvPr>
          <p:cNvSpPr>
            <a:spLocks noGrp="1"/>
          </p:cNvSpPr>
          <p:nvPr>
            <p:ph sz="half" idx="2"/>
          </p:nvPr>
        </p:nvSpPr>
        <p:spPr/>
        <p:txBody>
          <a:bodyPr>
            <a:normAutofit lnSpcReduction="10000"/>
          </a:bodyPr>
          <a:lstStyle/>
          <a:p>
            <a:pPr marL="0" indent="0" algn="just">
              <a:buNone/>
            </a:pPr>
            <a:r>
              <a:rPr lang="en-GB" dirty="0"/>
              <a:t>For out of compassion for the waywardness that is ours, he humbled himself and was born of the Virgin; by the passion of the Cross he freed us from unending death, and by rising from the dead he gave us life eternal.</a:t>
            </a:r>
          </a:p>
          <a:p>
            <a:endParaRPr lang="en-AU" dirty="0"/>
          </a:p>
        </p:txBody>
      </p:sp>
    </p:spTree>
    <p:extLst>
      <p:ext uri="{BB962C8B-B14F-4D97-AF65-F5344CB8AC3E}">
        <p14:creationId xmlns:p14="http://schemas.microsoft.com/office/powerpoint/2010/main" val="34629904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D613DD-79EF-8B23-58E4-D2346ACB9A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AC733E-8CBA-83CA-1ECC-AFB3BE8265F9}"/>
              </a:ext>
            </a:extLst>
          </p:cNvPr>
          <p:cNvSpPr>
            <a:spLocks noGrp="1"/>
          </p:cNvSpPr>
          <p:nvPr>
            <p:ph type="title"/>
          </p:nvPr>
        </p:nvSpPr>
        <p:spPr/>
        <p:txBody>
          <a:bodyPr>
            <a:normAutofit fontScale="90000"/>
          </a:bodyPr>
          <a:lstStyle/>
          <a:p>
            <a:br>
              <a:rPr lang="en-AU" altLang="zh-TW" dirty="0"/>
            </a:br>
            <a:r>
              <a:rPr lang="zh-TW" altLang="en-US" dirty="0"/>
              <a:t>常年期主日颂谢词（二）　</a:t>
            </a:r>
            <a:r>
              <a:rPr lang="en-HK" altLang="zh-TW" dirty="0"/>
              <a:t>Preface </a:t>
            </a:r>
            <a:r>
              <a:rPr lang="en-US" altLang="zh-TW" dirty="0"/>
              <a:t>II</a:t>
            </a:r>
            <a:br>
              <a:rPr lang="zh-TW" altLang="en-US" dirty="0"/>
            </a:br>
            <a:endParaRPr lang="en-AU" dirty="0"/>
          </a:p>
        </p:txBody>
      </p:sp>
      <p:sp>
        <p:nvSpPr>
          <p:cNvPr id="3" name="Content Placeholder 2">
            <a:extLst>
              <a:ext uri="{FF2B5EF4-FFF2-40B4-BE49-F238E27FC236}">
                <a16:creationId xmlns:a16="http://schemas.microsoft.com/office/drawing/2014/main" id="{5682F12E-5A9C-A455-A093-2E06C472291F}"/>
              </a:ext>
            </a:extLst>
          </p:cNvPr>
          <p:cNvSpPr>
            <a:spLocks noGrp="1"/>
          </p:cNvSpPr>
          <p:nvPr>
            <p:ph sz="half" idx="1"/>
          </p:nvPr>
        </p:nvSpPr>
        <p:spPr/>
        <p:txBody>
          <a:bodyPr/>
          <a:lstStyle/>
          <a:p>
            <a:pPr marL="0" indent="0" algn="just">
              <a:buNone/>
            </a:pPr>
            <a:r>
              <a:rPr lang="zh-CN" altLang="en-US" dirty="0"/>
              <a:t>因此，我们随同天使，以及天上诸圣，歌颂你的光荣，不停地欢呼：</a:t>
            </a:r>
          </a:p>
          <a:p>
            <a:endParaRPr lang="en-AU" dirty="0"/>
          </a:p>
        </p:txBody>
      </p:sp>
      <p:sp>
        <p:nvSpPr>
          <p:cNvPr id="4" name="Content Placeholder 3">
            <a:extLst>
              <a:ext uri="{FF2B5EF4-FFF2-40B4-BE49-F238E27FC236}">
                <a16:creationId xmlns:a16="http://schemas.microsoft.com/office/drawing/2014/main" id="{DDB05E5B-1586-236B-D030-479EF2631E7C}"/>
              </a:ext>
            </a:extLst>
          </p:cNvPr>
          <p:cNvSpPr>
            <a:spLocks noGrp="1"/>
          </p:cNvSpPr>
          <p:nvPr>
            <p:ph sz="half" idx="2"/>
          </p:nvPr>
        </p:nvSpPr>
        <p:spPr/>
        <p:txBody>
          <a:bodyPr/>
          <a:lstStyle/>
          <a:p>
            <a:pPr marL="0" indent="0" algn="just">
              <a:buNone/>
            </a:pPr>
            <a:r>
              <a:rPr lang="en-GB" dirty="0"/>
              <a:t>And so, with Angels and Archangels, with Thrones and Dominions, and with all the hosts and Powers of heaven, we sing the hymn of your glory, as without end we acclaim:</a:t>
            </a:r>
          </a:p>
          <a:p>
            <a:endParaRPr lang="en-AU" dirty="0"/>
          </a:p>
        </p:txBody>
      </p:sp>
      <p:sp>
        <p:nvSpPr>
          <p:cNvPr id="6" name="Arrow: Right 5">
            <a:hlinkClick r:id="rId2" action="ppaction://hlinksldjump"/>
            <a:extLst>
              <a:ext uri="{FF2B5EF4-FFF2-40B4-BE49-F238E27FC236}">
                <a16:creationId xmlns:a16="http://schemas.microsoft.com/office/drawing/2014/main" id="{804BB5F7-4B96-0069-A531-A38D75DF6E39}"/>
              </a:ext>
            </a:extLst>
          </p:cNvPr>
          <p:cNvSpPr/>
          <p:nvPr/>
        </p:nvSpPr>
        <p:spPr>
          <a:xfrm>
            <a:off x="6899564" y="5986540"/>
            <a:ext cx="1909420" cy="436906"/>
          </a:xfrm>
          <a:prstGeom prst="rightArrow">
            <a:avLst>
              <a:gd name="adj1" fmla="val 100000"/>
              <a:gd name="adj2" fmla="val 50000"/>
            </a:avLst>
          </a:prstGeom>
          <a:solidFill>
            <a:srgbClr val="5572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b="1" dirty="0"/>
              <a:t>圣、圣、圣</a:t>
            </a:r>
            <a:endParaRPr lang="en-HK" b="1" dirty="0"/>
          </a:p>
        </p:txBody>
      </p:sp>
    </p:spTree>
    <p:extLst>
      <p:ext uri="{BB962C8B-B14F-4D97-AF65-F5344CB8AC3E}">
        <p14:creationId xmlns:p14="http://schemas.microsoft.com/office/powerpoint/2010/main" val="23029729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179DB2-A2D2-2F29-A28B-EFFF09EF4708}"/>
              </a:ext>
            </a:extLst>
          </p:cNvPr>
          <p:cNvSpPr>
            <a:spLocks noGrp="1"/>
          </p:cNvSpPr>
          <p:nvPr>
            <p:ph type="title"/>
          </p:nvPr>
        </p:nvSpPr>
        <p:spPr/>
        <p:txBody>
          <a:bodyPr>
            <a:normAutofit fontScale="90000"/>
          </a:bodyPr>
          <a:lstStyle/>
          <a:p>
            <a:br>
              <a:rPr lang="en-AU" altLang="zh-TW" dirty="0"/>
            </a:br>
            <a:r>
              <a:rPr lang="zh-TW" altLang="en-US" dirty="0"/>
              <a:t>常年期主日颂谢词（三）　</a:t>
            </a:r>
            <a:r>
              <a:rPr lang="en-AU" dirty="0"/>
              <a:t>Preface III</a:t>
            </a:r>
            <a:br>
              <a:rPr lang="en-AU" dirty="0"/>
            </a:br>
            <a:endParaRPr lang="en-AU" dirty="0"/>
          </a:p>
        </p:txBody>
      </p:sp>
      <p:sp>
        <p:nvSpPr>
          <p:cNvPr id="3" name="Content Placeholder 2">
            <a:extLst>
              <a:ext uri="{FF2B5EF4-FFF2-40B4-BE49-F238E27FC236}">
                <a16:creationId xmlns:a16="http://schemas.microsoft.com/office/drawing/2014/main" id="{6CE2554F-D231-2627-436B-11004C8D3662}"/>
              </a:ext>
            </a:extLst>
          </p:cNvPr>
          <p:cNvSpPr>
            <a:spLocks noGrp="1"/>
          </p:cNvSpPr>
          <p:nvPr>
            <p:ph sz="half" idx="1"/>
          </p:nvPr>
        </p:nvSpPr>
        <p:spPr/>
        <p:txBody>
          <a:bodyPr/>
          <a:lstStyle/>
          <a:p>
            <a:pPr marL="0" indent="0" algn="just">
              <a:buNone/>
            </a:pPr>
            <a:r>
              <a:rPr lang="zh-CN" altLang="en-US" dirty="0"/>
              <a:t>主、圣父、全能永生的天主！我们时时处处感谢你，实在是理所当然的，并能使人得救。</a:t>
            </a:r>
          </a:p>
          <a:p>
            <a:endParaRPr lang="en-AU" dirty="0"/>
          </a:p>
        </p:txBody>
      </p:sp>
      <p:sp>
        <p:nvSpPr>
          <p:cNvPr id="4" name="Content Placeholder 3">
            <a:extLst>
              <a:ext uri="{FF2B5EF4-FFF2-40B4-BE49-F238E27FC236}">
                <a16:creationId xmlns:a16="http://schemas.microsoft.com/office/drawing/2014/main" id="{755D2FEF-6689-0030-31D3-904447D4D456}"/>
              </a:ext>
            </a:extLst>
          </p:cNvPr>
          <p:cNvSpPr>
            <a:spLocks noGrp="1"/>
          </p:cNvSpPr>
          <p:nvPr>
            <p:ph sz="half" idx="2"/>
          </p:nvPr>
        </p:nvSpPr>
        <p:spPr/>
        <p:txBody>
          <a:bodyPr/>
          <a:lstStyle/>
          <a:p>
            <a:pPr marL="0" indent="0" algn="just">
              <a:buNone/>
            </a:pPr>
            <a:r>
              <a:rPr lang="en-GB" dirty="0"/>
              <a:t>It is truly right and just, our duty and our salvation, always and everywhere to give you thanks, Lord, holy Father, almighty and eternal God.</a:t>
            </a:r>
          </a:p>
          <a:p>
            <a:endParaRPr lang="en-AU" dirty="0"/>
          </a:p>
        </p:txBody>
      </p:sp>
    </p:spTree>
    <p:extLst>
      <p:ext uri="{BB962C8B-B14F-4D97-AF65-F5344CB8AC3E}">
        <p14:creationId xmlns:p14="http://schemas.microsoft.com/office/powerpoint/2010/main" val="30967922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587F26-C187-E36D-6389-01B67073A3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8BE35C-F2A4-323A-92C7-3793D4AF55C3}"/>
              </a:ext>
            </a:extLst>
          </p:cNvPr>
          <p:cNvSpPr>
            <a:spLocks noGrp="1"/>
          </p:cNvSpPr>
          <p:nvPr>
            <p:ph type="title"/>
          </p:nvPr>
        </p:nvSpPr>
        <p:spPr/>
        <p:txBody>
          <a:bodyPr>
            <a:normAutofit fontScale="90000"/>
          </a:bodyPr>
          <a:lstStyle/>
          <a:p>
            <a:br>
              <a:rPr lang="en-AU" altLang="zh-TW" dirty="0"/>
            </a:br>
            <a:r>
              <a:rPr lang="zh-TW" altLang="en-US" dirty="0"/>
              <a:t>常年期主日颂谢词（三）　</a:t>
            </a:r>
            <a:r>
              <a:rPr lang="en-AU" dirty="0"/>
              <a:t>Preface III</a:t>
            </a:r>
            <a:br>
              <a:rPr lang="en-AU" dirty="0"/>
            </a:br>
            <a:endParaRPr lang="en-AU" dirty="0"/>
          </a:p>
        </p:txBody>
      </p:sp>
      <p:sp>
        <p:nvSpPr>
          <p:cNvPr id="3" name="Content Placeholder 2">
            <a:extLst>
              <a:ext uri="{FF2B5EF4-FFF2-40B4-BE49-F238E27FC236}">
                <a16:creationId xmlns:a16="http://schemas.microsoft.com/office/drawing/2014/main" id="{A1310AAE-69EC-041E-DB9B-CF90AFBB2D60}"/>
              </a:ext>
            </a:extLst>
          </p:cNvPr>
          <p:cNvSpPr>
            <a:spLocks noGrp="1"/>
          </p:cNvSpPr>
          <p:nvPr>
            <p:ph sz="half" idx="1"/>
          </p:nvPr>
        </p:nvSpPr>
        <p:spPr/>
        <p:txBody>
          <a:bodyPr/>
          <a:lstStyle/>
          <a:p>
            <a:pPr marL="0" indent="0" algn="just">
              <a:buNone/>
            </a:pPr>
            <a:r>
              <a:rPr lang="zh-CN" altLang="en-US" dirty="0"/>
              <a:t>因为我们知道，你为了救助卑微的人类，甘愿屈尊就卑；你的圣子摄取了可朽的人性，给我们带来了救恩；</a:t>
            </a:r>
          </a:p>
          <a:p>
            <a:endParaRPr lang="en-AU" dirty="0"/>
          </a:p>
        </p:txBody>
      </p:sp>
      <p:sp>
        <p:nvSpPr>
          <p:cNvPr id="4" name="Content Placeholder 3">
            <a:extLst>
              <a:ext uri="{FF2B5EF4-FFF2-40B4-BE49-F238E27FC236}">
                <a16:creationId xmlns:a16="http://schemas.microsoft.com/office/drawing/2014/main" id="{2ABBD76F-E619-6B7D-1000-EEFF49481FD6}"/>
              </a:ext>
            </a:extLst>
          </p:cNvPr>
          <p:cNvSpPr>
            <a:spLocks noGrp="1"/>
          </p:cNvSpPr>
          <p:nvPr>
            <p:ph sz="half" idx="2"/>
          </p:nvPr>
        </p:nvSpPr>
        <p:spPr/>
        <p:txBody>
          <a:bodyPr/>
          <a:lstStyle/>
          <a:p>
            <a:pPr marL="0" indent="0" algn="just">
              <a:buNone/>
            </a:pPr>
            <a:r>
              <a:rPr lang="en-GB" dirty="0"/>
              <a:t>For we know it belongs to your boundless glory, that you came to the aid of mortal beings with your divinity and even fashioned for us a remedy out of mortality itself, </a:t>
            </a:r>
          </a:p>
          <a:p>
            <a:endParaRPr lang="en-AU" dirty="0"/>
          </a:p>
        </p:txBody>
      </p:sp>
    </p:spTree>
    <p:extLst>
      <p:ext uri="{BB962C8B-B14F-4D97-AF65-F5344CB8AC3E}">
        <p14:creationId xmlns:p14="http://schemas.microsoft.com/office/powerpoint/2010/main" val="3874502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BAA6C5-58AE-EB91-DD5B-F7B551A857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2C5E75-2BAF-143A-8E9E-0DA7A04B06CA}"/>
              </a:ext>
            </a:extLst>
          </p:cNvPr>
          <p:cNvSpPr>
            <a:spLocks noGrp="1"/>
          </p:cNvSpPr>
          <p:nvPr>
            <p:ph type="title"/>
          </p:nvPr>
        </p:nvSpPr>
        <p:spPr/>
        <p:txBody>
          <a:bodyPr>
            <a:normAutofit fontScale="90000"/>
          </a:bodyPr>
          <a:lstStyle/>
          <a:p>
            <a:br>
              <a:rPr lang="en-AU" altLang="zh-TW" dirty="0"/>
            </a:br>
            <a:r>
              <a:rPr lang="zh-TW" altLang="en-US" dirty="0"/>
              <a:t>常年期主日颂谢词（三）　</a:t>
            </a:r>
            <a:r>
              <a:rPr lang="en-AU" dirty="0"/>
              <a:t>Preface III</a:t>
            </a:r>
            <a:br>
              <a:rPr lang="en-AU" dirty="0"/>
            </a:br>
            <a:endParaRPr lang="en-AU" dirty="0"/>
          </a:p>
        </p:txBody>
      </p:sp>
      <p:sp>
        <p:nvSpPr>
          <p:cNvPr id="3" name="Content Placeholder 2">
            <a:extLst>
              <a:ext uri="{FF2B5EF4-FFF2-40B4-BE49-F238E27FC236}">
                <a16:creationId xmlns:a16="http://schemas.microsoft.com/office/drawing/2014/main" id="{6513A4C0-A389-65F2-C98A-1ADA3EDDCAB5}"/>
              </a:ext>
            </a:extLst>
          </p:cNvPr>
          <p:cNvSpPr>
            <a:spLocks noGrp="1"/>
          </p:cNvSpPr>
          <p:nvPr>
            <p:ph sz="half" idx="1"/>
          </p:nvPr>
        </p:nvSpPr>
        <p:spPr/>
        <p:txBody>
          <a:bodyPr/>
          <a:lstStyle/>
          <a:p>
            <a:pPr marL="0" indent="0" algn="just">
              <a:buNone/>
            </a:pPr>
            <a:r>
              <a:rPr lang="zh-CN" altLang="en-US" dirty="0"/>
              <a:t>如此藉我们的主基督、使我们短暂的人生变为不朽的永生。</a:t>
            </a:r>
          </a:p>
          <a:p>
            <a:endParaRPr lang="en-AU" dirty="0"/>
          </a:p>
        </p:txBody>
      </p:sp>
      <p:sp>
        <p:nvSpPr>
          <p:cNvPr id="4" name="Content Placeholder 3">
            <a:extLst>
              <a:ext uri="{FF2B5EF4-FFF2-40B4-BE49-F238E27FC236}">
                <a16:creationId xmlns:a16="http://schemas.microsoft.com/office/drawing/2014/main" id="{9ABCBAAC-6E96-8D7C-A199-CC1BFD11C574}"/>
              </a:ext>
            </a:extLst>
          </p:cNvPr>
          <p:cNvSpPr>
            <a:spLocks noGrp="1"/>
          </p:cNvSpPr>
          <p:nvPr>
            <p:ph sz="half" idx="2"/>
          </p:nvPr>
        </p:nvSpPr>
        <p:spPr/>
        <p:txBody>
          <a:bodyPr/>
          <a:lstStyle/>
          <a:p>
            <a:pPr marL="0" indent="0" algn="just">
              <a:buNone/>
            </a:pPr>
            <a:r>
              <a:rPr lang="en-GB" dirty="0"/>
              <a:t>that the cause of our downfall might become the means of our salvation, through Christ our Lord.</a:t>
            </a:r>
          </a:p>
          <a:p>
            <a:endParaRPr lang="en-AU" dirty="0"/>
          </a:p>
        </p:txBody>
      </p:sp>
    </p:spTree>
    <p:extLst>
      <p:ext uri="{BB962C8B-B14F-4D97-AF65-F5344CB8AC3E}">
        <p14:creationId xmlns:p14="http://schemas.microsoft.com/office/powerpoint/2010/main" val="7897265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ABCBEB-697C-4693-55DE-9793B7D6B8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5D9B86-8526-0437-71E0-AC98707C5768}"/>
              </a:ext>
            </a:extLst>
          </p:cNvPr>
          <p:cNvSpPr>
            <a:spLocks noGrp="1"/>
          </p:cNvSpPr>
          <p:nvPr>
            <p:ph type="title"/>
          </p:nvPr>
        </p:nvSpPr>
        <p:spPr/>
        <p:txBody>
          <a:bodyPr>
            <a:normAutofit fontScale="90000"/>
          </a:bodyPr>
          <a:lstStyle/>
          <a:p>
            <a:br>
              <a:rPr lang="en-AU" altLang="zh-TW" dirty="0"/>
            </a:br>
            <a:r>
              <a:rPr lang="zh-TW" altLang="en-US" dirty="0"/>
              <a:t>常年期主日颂谢词（三）　</a:t>
            </a:r>
            <a:r>
              <a:rPr lang="en-AU" dirty="0"/>
              <a:t>Preface III</a:t>
            </a:r>
            <a:br>
              <a:rPr lang="en-AU" dirty="0"/>
            </a:br>
            <a:endParaRPr lang="en-AU" dirty="0"/>
          </a:p>
        </p:txBody>
      </p:sp>
      <p:sp>
        <p:nvSpPr>
          <p:cNvPr id="3" name="Content Placeholder 2">
            <a:extLst>
              <a:ext uri="{FF2B5EF4-FFF2-40B4-BE49-F238E27FC236}">
                <a16:creationId xmlns:a16="http://schemas.microsoft.com/office/drawing/2014/main" id="{E186418A-0794-0A66-A314-F0FE9E668996}"/>
              </a:ext>
            </a:extLst>
          </p:cNvPr>
          <p:cNvSpPr>
            <a:spLocks noGrp="1"/>
          </p:cNvSpPr>
          <p:nvPr>
            <p:ph sz="half" idx="1"/>
          </p:nvPr>
        </p:nvSpPr>
        <p:spPr/>
        <p:txBody>
          <a:bodyPr/>
          <a:lstStyle/>
          <a:p>
            <a:pPr marL="0" indent="0" algn="just">
              <a:buNone/>
            </a:pPr>
            <a:r>
              <a:rPr lang="zh-CN" altLang="en-US" dirty="0"/>
              <a:t>因此，天上的天使藉着基督朝拜你，永远在你面前欢欣踊跃。求你恩准我们也和他们同声赞颂，不停地欢呼：</a:t>
            </a:r>
          </a:p>
          <a:p>
            <a:pPr algn="just"/>
            <a:endParaRPr lang="en-AU" dirty="0"/>
          </a:p>
        </p:txBody>
      </p:sp>
      <p:sp>
        <p:nvSpPr>
          <p:cNvPr id="4" name="Content Placeholder 3">
            <a:extLst>
              <a:ext uri="{FF2B5EF4-FFF2-40B4-BE49-F238E27FC236}">
                <a16:creationId xmlns:a16="http://schemas.microsoft.com/office/drawing/2014/main" id="{BF8F3209-2210-A6CE-389C-17DAA8C3FAF3}"/>
              </a:ext>
            </a:extLst>
          </p:cNvPr>
          <p:cNvSpPr>
            <a:spLocks noGrp="1"/>
          </p:cNvSpPr>
          <p:nvPr>
            <p:ph sz="half" idx="2"/>
          </p:nvPr>
        </p:nvSpPr>
        <p:spPr/>
        <p:txBody>
          <a:bodyPr/>
          <a:lstStyle/>
          <a:p>
            <a:pPr marL="0" indent="0" algn="just">
              <a:buNone/>
            </a:pPr>
            <a:r>
              <a:rPr lang="en-GB" dirty="0"/>
              <a:t>Through him the host of Angels adores your majesty and rejoices in your presence for ever. May our voices, we pray, join with theirs in one chorus of exultant praise, as we acclaim:</a:t>
            </a:r>
          </a:p>
          <a:p>
            <a:endParaRPr lang="en-AU" dirty="0"/>
          </a:p>
        </p:txBody>
      </p:sp>
      <p:sp>
        <p:nvSpPr>
          <p:cNvPr id="6" name="Arrow: Right 5">
            <a:hlinkClick r:id="rId2" action="ppaction://hlinksldjump"/>
            <a:extLst>
              <a:ext uri="{FF2B5EF4-FFF2-40B4-BE49-F238E27FC236}">
                <a16:creationId xmlns:a16="http://schemas.microsoft.com/office/drawing/2014/main" id="{194C5C63-9882-8C7C-703C-09675318D4AA}"/>
              </a:ext>
            </a:extLst>
          </p:cNvPr>
          <p:cNvSpPr/>
          <p:nvPr/>
        </p:nvSpPr>
        <p:spPr>
          <a:xfrm>
            <a:off x="6899564" y="5986540"/>
            <a:ext cx="1909420" cy="436906"/>
          </a:xfrm>
          <a:prstGeom prst="rightArrow">
            <a:avLst>
              <a:gd name="adj1" fmla="val 100000"/>
              <a:gd name="adj2" fmla="val 50000"/>
            </a:avLst>
          </a:prstGeom>
          <a:solidFill>
            <a:srgbClr val="5572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b="1" dirty="0"/>
              <a:t>圣、圣、圣</a:t>
            </a:r>
            <a:endParaRPr lang="en-HK" b="1" dirty="0"/>
          </a:p>
        </p:txBody>
      </p:sp>
    </p:spTree>
    <p:extLst>
      <p:ext uri="{BB962C8B-B14F-4D97-AF65-F5344CB8AC3E}">
        <p14:creationId xmlns:p14="http://schemas.microsoft.com/office/powerpoint/2010/main" val="28768257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97D6A5-ED68-88ED-F2CC-39CD11DF98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DFBD08-C89D-4BD0-1121-F70B298F9AEA}"/>
              </a:ext>
            </a:extLst>
          </p:cNvPr>
          <p:cNvSpPr>
            <a:spLocks noGrp="1"/>
          </p:cNvSpPr>
          <p:nvPr>
            <p:ph type="title"/>
          </p:nvPr>
        </p:nvSpPr>
        <p:spPr/>
        <p:txBody>
          <a:bodyPr>
            <a:normAutofit fontScale="90000"/>
          </a:bodyPr>
          <a:lstStyle/>
          <a:p>
            <a:br>
              <a:rPr lang="en-AU" altLang="zh-TW" dirty="0"/>
            </a:br>
            <a:br>
              <a:rPr lang="en-AU" altLang="zh-TW" dirty="0"/>
            </a:br>
            <a:r>
              <a:rPr lang="zh-TW" altLang="en-US" dirty="0"/>
              <a:t>常年期主日颂谢词（四）　</a:t>
            </a:r>
            <a:r>
              <a:rPr lang="en-HK" altLang="zh-TW" dirty="0"/>
              <a:t>Preface </a:t>
            </a:r>
            <a:r>
              <a:rPr lang="en-US" altLang="zh-TW" dirty="0"/>
              <a:t>IV</a:t>
            </a:r>
            <a:br>
              <a:rPr lang="zh-TW" altLang="en-US" dirty="0"/>
            </a:br>
            <a:br>
              <a:rPr lang="en-AU" dirty="0"/>
            </a:br>
            <a:endParaRPr lang="en-AU" dirty="0"/>
          </a:p>
        </p:txBody>
      </p:sp>
      <p:sp>
        <p:nvSpPr>
          <p:cNvPr id="3" name="Content Placeholder 2">
            <a:extLst>
              <a:ext uri="{FF2B5EF4-FFF2-40B4-BE49-F238E27FC236}">
                <a16:creationId xmlns:a16="http://schemas.microsoft.com/office/drawing/2014/main" id="{1AADA470-83DA-40E2-AE7E-B58138946B52}"/>
              </a:ext>
            </a:extLst>
          </p:cNvPr>
          <p:cNvSpPr>
            <a:spLocks noGrp="1"/>
          </p:cNvSpPr>
          <p:nvPr>
            <p:ph sz="half" idx="1"/>
          </p:nvPr>
        </p:nvSpPr>
        <p:spPr/>
        <p:txBody>
          <a:bodyPr/>
          <a:lstStyle/>
          <a:p>
            <a:pPr marL="0" indent="0" algn="just" hangingPunct="0">
              <a:buNone/>
            </a:pPr>
            <a:r>
              <a:rPr lang="zh-CN" altLang="en-US" dirty="0"/>
              <a:t>主、圣父、全能永生的天主！藉着我们的主基督，我们时时处处感谢你，实在足理所当然的，并能使人得救。</a:t>
            </a:r>
          </a:p>
        </p:txBody>
      </p:sp>
      <p:sp>
        <p:nvSpPr>
          <p:cNvPr id="4" name="Content Placeholder 3">
            <a:extLst>
              <a:ext uri="{FF2B5EF4-FFF2-40B4-BE49-F238E27FC236}">
                <a16:creationId xmlns:a16="http://schemas.microsoft.com/office/drawing/2014/main" id="{18317843-72DE-D02D-6796-A25490D7C700}"/>
              </a:ext>
            </a:extLst>
          </p:cNvPr>
          <p:cNvSpPr>
            <a:spLocks noGrp="1"/>
          </p:cNvSpPr>
          <p:nvPr>
            <p:ph sz="half" idx="2"/>
          </p:nvPr>
        </p:nvSpPr>
        <p:spPr/>
        <p:txBody>
          <a:bodyPr/>
          <a:lstStyle/>
          <a:p>
            <a:pPr marL="0" indent="0" algn="just">
              <a:buNone/>
            </a:pPr>
            <a:r>
              <a:rPr lang="en-GB" dirty="0"/>
              <a:t>It is truly right and just, our duty and our salvation, always and everywhere to give you thanks, Lord, holy Father, almighty and eternal God, through Christ our Lord.</a:t>
            </a:r>
          </a:p>
          <a:p>
            <a:endParaRPr lang="en-AU" dirty="0"/>
          </a:p>
        </p:txBody>
      </p:sp>
    </p:spTree>
    <p:extLst>
      <p:ext uri="{BB962C8B-B14F-4D97-AF65-F5344CB8AC3E}">
        <p14:creationId xmlns:p14="http://schemas.microsoft.com/office/powerpoint/2010/main" val="32185837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94AA5C-9881-C2D4-38DA-37430F00B9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C37C5A-5549-0F47-0C4F-1C93FAE4F245}"/>
              </a:ext>
            </a:extLst>
          </p:cNvPr>
          <p:cNvSpPr>
            <a:spLocks noGrp="1"/>
          </p:cNvSpPr>
          <p:nvPr>
            <p:ph type="title"/>
          </p:nvPr>
        </p:nvSpPr>
        <p:spPr/>
        <p:txBody>
          <a:bodyPr>
            <a:normAutofit fontScale="90000"/>
          </a:bodyPr>
          <a:lstStyle/>
          <a:p>
            <a:br>
              <a:rPr lang="en-AU" altLang="zh-TW" dirty="0"/>
            </a:br>
            <a:br>
              <a:rPr lang="en-AU" altLang="zh-TW" dirty="0"/>
            </a:br>
            <a:r>
              <a:rPr lang="zh-TW" altLang="en-US" dirty="0"/>
              <a:t>常年期主日颂谢词（四）　</a:t>
            </a:r>
            <a:r>
              <a:rPr lang="en-HK" altLang="zh-TW" dirty="0"/>
              <a:t>Preface </a:t>
            </a:r>
            <a:r>
              <a:rPr lang="en-US" altLang="zh-TW" dirty="0"/>
              <a:t>IV</a:t>
            </a:r>
            <a:br>
              <a:rPr lang="zh-TW" altLang="en-US" dirty="0"/>
            </a:br>
            <a:br>
              <a:rPr lang="en-AU" dirty="0"/>
            </a:br>
            <a:endParaRPr lang="en-AU" dirty="0"/>
          </a:p>
        </p:txBody>
      </p:sp>
      <p:sp>
        <p:nvSpPr>
          <p:cNvPr id="3" name="Content Placeholder 2">
            <a:extLst>
              <a:ext uri="{FF2B5EF4-FFF2-40B4-BE49-F238E27FC236}">
                <a16:creationId xmlns:a16="http://schemas.microsoft.com/office/drawing/2014/main" id="{3156EB8E-2105-F565-21DA-E404A5E1FA59}"/>
              </a:ext>
            </a:extLst>
          </p:cNvPr>
          <p:cNvSpPr>
            <a:spLocks noGrp="1"/>
          </p:cNvSpPr>
          <p:nvPr>
            <p:ph sz="half" idx="1"/>
          </p:nvPr>
        </p:nvSpPr>
        <p:spPr/>
        <p:txBody>
          <a:bodyPr>
            <a:noAutofit/>
          </a:bodyPr>
          <a:lstStyle/>
          <a:p>
            <a:pPr marL="0" indent="0" algn="just" hangingPunct="0">
              <a:buNone/>
            </a:pPr>
            <a:r>
              <a:rPr lang="zh-CN" altLang="en-US" spc="-300" dirty="0"/>
              <a:t>因为基督的诞生革新了人类的腐旧，他的苦难，先去了我们的罪恶；他死而复活，领我们走上了永生之路；他升了天，给我们开启了天国之门。</a:t>
            </a:r>
          </a:p>
        </p:txBody>
      </p:sp>
      <p:sp>
        <p:nvSpPr>
          <p:cNvPr id="4" name="Content Placeholder 3">
            <a:extLst>
              <a:ext uri="{FF2B5EF4-FFF2-40B4-BE49-F238E27FC236}">
                <a16:creationId xmlns:a16="http://schemas.microsoft.com/office/drawing/2014/main" id="{E9EBBEC4-7B5D-51C1-9F5F-D2D9012C301E}"/>
              </a:ext>
            </a:extLst>
          </p:cNvPr>
          <p:cNvSpPr>
            <a:spLocks noGrp="1"/>
          </p:cNvSpPr>
          <p:nvPr>
            <p:ph sz="half" idx="2"/>
          </p:nvPr>
        </p:nvSpPr>
        <p:spPr/>
        <p:txBody>
          <a:bodyPr>
            <a:normAutofit/>
          </a:bodyPr>
          <a:lstStyle/>
          <a:p>
            <a:pPr marL="0" indent="0" algn="just">
              <a:buNone/>
            </a:pPr>
            <a:r>
              <a:rPr lang="en-GB" dirty="0"/>
              <a:t>For by his birth he brought renewal to humanity’s fallen state, and by his suffering, cancelled out our sins; by his rising from the dead, he has opened the way to eternal life, and by ascending to you, O Father, he has unlocked the gates of heaven.</a:t>
            </a:r>
          </a:p>
          <a:p>
            <a:endParaRPr lang="en-AU" dirty="0"/>
          </a:p>
        </p:txBody>
      </p:sp>
    </p:spTree>
    <p:extLst>
      <p:ext uri="{BB962C8B-B14F-4D97-AF65-F5344CB8AC3E}">
        <p14:creationId xmlns:p14="http://schemas.microsoft.com/office/powerpoint/2010/main" val="16452775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DB173B-A3C0-AB24-2043-881C93DE84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CACF45-8A25-EA61-E8C9-88AE096AB948}"/>
              </a:ext>
            </a:extLst>
          </p:cNvPr>
          <p:cNvSpPr>
            <a:spLocks noGrp="1"/>
          </p:cNvSpPr>
          <p:nvPr>
            <p:ph type="title"/>
          </p:nvPr>
        </p:nvSpPr>
        <p:spPr/>
        <p:txBody>
          <a:bodyPr>
            <a:normAutofit fontScale="90000"/>
          </a:bodyPr>
          <a:lstStyle/>
          <a:p>
            <a:br>
              <a:rPr lang="en-AU" altLang="zh-TW" dirty="0"/>
            </a:br>
            <a:br>
              <a:rPr lang="en-AU" altLang="zh-TW" dirty="0"/>
            </a:br>
            <a:r>
              <a:rPr lang="zh-TW" altLang="en-US" dirty="0"/>
              <a:t>常年期主日颂谢词（四）　</a:t>
            </a:r>
            <a:r>
              <a:rPr lang="en-HK" altLang="zh-TW" dirty="0"/>
              <a:t>Preface </a:t>
            </a:r>
            <a:r>
              <a:rPr lang="en-US" altLang="zh-TW" dirty="0"/>
              <a:t>IV</a:t>
            </a:r>
            <a:br>
              <a:rPr lang="zh-TW" altLang="en-US" dirty="0"/>
            </a:br>
            <a:br>
              <a:rPr lang="en-AU" dirty="0"/>
            </a:br>
            <a:endParaRPr lang="en-AU" dirty="0"/>
          </a:p>
        </p:txBody>
      </p:sp>
      <p:sp>
        <p:nvSpPr>
          <p:cNvPr id="3" name="Content Placeholder 2">
            <a:extLst>
              <a:ext uri="{FF2B5EF4-FFF2-40B4-BE49-F238E27FC236}">
                <a16:creationId xmlns:a16="http://schemas.microsoft.com/office/drawing/2014/main" id="{B2A8AF1E-E325-80A3-9890-F043C533012A}"/>
              </a:ext>
            </a:extLst>
          </p:cNvPr>
          <p:cNvSpPr>
            <a:spLocks noGrp="1"/>
          </p:cNvSpPr>
          <p:nvPr>
            <p:ph sz="half" idx="1"/>
          </p:nvPr>
        </p:nvSpPr>
        <p:spPr/>
        <p:txBody>
          <a:bodyPr/>
          <a:lstStyle/>
          <a:p>
            <a:pPr marL="0" indent="0" algn="just" hangingPunct="0">
              <a:lnSpc>
                <a:spcPct val="100000"/>
              </a:lnSpc>
              <a:buNone/>
            </a:pPr>
            <a:r>
              <a:rPr lang="zh-CN" altLang="en-US" dirty="0"/>
              <a:t>因此，我们随同所有天使和圣人，同声赞颂你，不停地欢呼：</a:t>
            </a:r>
          </a:p>
        </p:txBody>
      </p:sp>
      <p:sp>
        <p:nvSpPr>
          <p:cNvPr id="4" name="Content Placeholder 3">
            <a:extLst>
              <a:ext uri="{FF2B5EF4-FFF2-40B4-BE49-F238E27FC236}">
                <a16:creationId xmlns:a16="http://schemas.microsoft.com/office/drawing/2014/main" id="{2C480389-E3AB-4FF6-4CC9-5A4DC3F1558C}"/>
              </a:ext>
            </a:extLst>
          </p:cNvPr>
          <p:cNvSpPr>
            <a:spLocks noGrp="1"/>
          </p:cNvSpPr>
          <p:nvPr>
            <p:ph sz="half" idx="2"/>
          </p:nvPr>
        </p:nvSpPr>
        <p:spPr/>
        <p:txBody>
          <a:bodyPr/>
          <a:lstStyle/>
          <a:p>
            <a:pPr marL="0" indent="0" algn="just">
              <a:buNone/>
            </a:pPr>
            <a:r>
              <a:rPr lang="en-GB" dirty="0"/>
              <a:t>And so, with the company of Angels and Saints, we sing the hymn of your praise, as without end we acclaim:</a:t>
            </a:r>
          </a:p>
          <a:p>
            <a:endParaRPr lang="en-AU" dirty="0"/>
          </a:p>
        </p:txBody>
      </p:sp>
      <p:sp>
        <p:nvSpPr>
          <p:cNvPr id="6" name="Arrow: Right 5">
            <a:hlinkClick r:id="rId2" action="ppaction://hlinksldjump"/>
            <a:extLst>
              <a:ext uri="{FF2B5EF4-FFF2-40B4-BE49-F238E27FC236}">
                <a16:creationId xmlns:a16="http://schemas.microsoft.com/office/drawing/2014/main" id="{110AD8D0-FBD5-00B3-22A7-AEFFEFC4C581}"/>
              </a:ext>
            </a:extLst>
          </p:cNvPr>
          <p:cNvSpPr/>
          <p:nvPr/>
        </p:nvSpPr>
        <p:spPr>
          <a:xfrm>
            <a:off x="6899564" y="5986540"/>
            <a:ext cx="1909420" cy="436906"/>
          </a:xfrm>
          <a:prstGeom prst="rightArrow">
            <a:avLst>
              <a:gd name="adj1" fmla="val 100000"/>
              <a:gd name="adj2" fmla="val 50000"/>
            </a:avLst>
          </a:prstGeom>
          <a:solidFill>
            <a:srgbClr val="5572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b="1" dirty="0"/>
              <a:t>圣、圣、圣</a:t>
            </a:r>
            <a:endParaRPr lang="en-HK" b="1" dirty="0"/>
          </a:p>
        </p:txBody>
      </p:sp>
    </p:spTree>
    <p:extLst>
      <p:ext uri="{BB962C8B-B14F-4D97-AF65-F5344CB8AC3E}">
        <p14:creationId xmlns:p14="http://schemas.microsoft.com/office/powerpoint/2010/main" val="27676707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55C12F-E25C-AD95-267B-8A0CCFF066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C9CDE2-C107-567C-E297-5CC08A30144E}"/>
              </a:ext>
            </a:extLst>
          </p:cNvPr>
          <p:cNvSpPr>
            <a:spLocks noGrp="1"/>
          </p:cNvSpPr>
          <p:nvPr>
            <p:ph type="title"/>
          </p:nvPr>
        </p:nvSpPr>
        <p:spPr/>
        <p:txBody>
          <a:bodyPr>
            <a:normAutofit fontScale="90000"/>
          </a:bodyPr>
          <a:lstStyle/>
          <a:p>
            <a:br>
              <a:rPr lang="en-AU" altLang="zh-TW" dirty="0"/>
            </a:br>
            <a:br>
              <a:rPr lang="en-AU" altLang="zh-TW" dirty="0"/>
            </a:br>
            <a:r>
              <a:rPr lang="zh-TW" altLang="en-US" dirty="0"/>
              <a:t>常年期主日颂谢词（五）　</a:t>
            </a:r>
            <a:r>
              <a:rPr lang="en-HK" altLang="zh-TW" dirty="0"/>
              <a:t>Preface </a:t>
            </a:r>
            <a:r>
              <a:rPr lang="en-US" altLang="zh-TW" dirty="0"/>
              <a:t>V</a:t>
            </a:r>
            <a:br>
              <a:rPr lang="zh-TW" altLang="en-US" dirty="0"/>
            </a:br>
            <a:br>
              <a:rPr lang="en-AU" dirty="0"/>
            </a:br>
            <a:endParaRPr lang="en-AU" dirty="0"/>
          </a:p>
        </p:txBody>
      </p:sp>
      <p:sp>
        <p:nvSpPr>
          <p:cNvPr id="3" name="Content Placeholder 2">
            <a:extLst>
              <a:ext uri="{FF2B5EF4-FFF2-40B4-BE49-F238E27FC236}">
                <a16:creationId xmlns:a16="http://schemas.microsoft.com/office/drawing/2014/main" id="{B6072B7B-FEA8-7871-F950-896539D90BDD}"/>
              </a:ext>
            </a:extLst>
          </p:cNvPr>
          <p:cNvSpPr>
            <a:spLocks noGrp="1"/>
          </p:cNvSpPr>
          <p:nvPr>
            <p:ph sz="half" idx="1"/>
          </p:nvPr>
        </p:nvSpPr>
        <p:spPr/>
        <p:txBody>
          <a:bodyPr/>
          <a:lstStyle/>
          <a:p>
            <a:pPr marL="0" indent="0" algn="just">
              <a:buNone/>
            </a:pPr>
            <a:r>
              <a:rPr lang="zh-CN" altLang="en-US" dirty="0"/>
              <a:t>主、圣父、全能永生的天主！我们时时处处感谢你，实在是理所当然的，并能使人得救。</a:t>
            </a:r>
          </a:p>
          <a:p>
            <a:pPr marL="0" indent="0" algn="just">
              <a:buNone/>
            </a:pPr>
            <a:endParaRPr lang="en-AU" dirty="0"/>
          </a:p>
        </p:txBody>
      </p:sp>
      <p:sp>
        <p:nvSpPr>
          <p:cNvPr id="4" name="Content Placeholder 3">
            <a:extLst>
              <a:ext uri="{FF2B5EF4-FFF2-40B4-BE49-F238E27FC236}">
                <a16:creationId xmlns:a16="http://schemas.microsoft.com/office/drawing/2014/main" id="{7A2C3F20-9810-30DF-63EB-ECB860E546A6}"/>
              </a:ext>
            </a:extLst>
          </p:cNvPr>
          <p:cNvSpPr>
            <a:spLocks noGrp="1"/>
          </p:cNvSpPr>
          <p:nvPr>
            <p:ph sz="half" idx="2"/>
          </p:nvPr>
        </p:nvSpPr>
        <p:spPr/>
        <p:txBody>
          <a:bodyPr/>
          <a:lstStyle/>
          <a:p>
            <a:pPr marL="0" indent="0" algn="just">
              <a:buNone/>
            </a:pPr>
            <a:r>
              <a:rPr lang="en-GB" dirty="0"/>
              <a:t>It is truly right and just, our duty and our salvation, always and everywhere to give you thanks, Lord, holy Father, almighty and eternal God.</a:t>
            </a:r>
          </a:p>
          <a:p>
            <a:endParaRPr lang="en-AU" dirty="0"/>
          </a:p>
        </p:txBody>
      </p:sp>
    </p:spTree>
    <p:extLst>
      <p:ext uri="{BB962C8B-B14F-4D97-AF65-F5344CB8AC3E}">
        <p14:creationId xmlns:p14="http://schemas.microsoft.com/office/powerpoint/2010/main" val="23502682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8CD3FC-6005-972B-F747-AEAA8ED37F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ECF6DB-7E67-5710-5FA7-693091A9BD13}"/>
              </a:ext>
            </a:extLst>
          </p:cNvPr>
          <p:cNvSpPr>
            <a:spLocks noGrp="1"/>
          </p:cNvSpPr>
          <p:nvPr>
            <p:ph type="title"/>
          </p:nvPr>
        </p:nvSpPr>
        <p:spPr/>
        <p:txBody>
          <a:bodyPr>
            <a:normAutofit fontScale="90000"/>
          </a:bodyPr>
          <a:lstStyle/>
          <a:p>
            <a:br>
              <a:rPr lang="en-AU" altLang="zh-TW" dirty="0"/>
            </a:br>
            <a:br>
              <a:rPr lang="en-AU" altLang="zh-TW" dirty="0"/>
            </a:br>
            <a:r>
              <a:rPr lang="zh-TW" altLang="en-US" dirty="0"/>
              <a:t>常年期主日颂谢词（五）　</a:t>
            </a:r>
            <a:r>
              <a:rPr lang="en-HK" altLang="zh-TW" dirty="0"/>
              <a:t>Preface </a:t>
            </a:r>
            <a:r>
              <a:rPr lang="en-US" altLang="zh-TW" dirty="0"/>
              <a:t>V</a:t>
            </a:r>
            <a:br>
              <a:rPr lang="zh-TW" altLang="en-US" dirty="0"/>
            </a:br>
            <a:br>
              <a:rPr lang="en-AU" dirty="0"/>
            </a:br>
            <a:endParaRPr lang="en-AU" dirty="0"/>
          </a:p>
        </p:txBody>
      </p:sp>
      <p:sp>
        <p:nvSpPr>
          <p:cNvPr id="3" name="Content Placeholder 2">
            <a:extLst>
              <a:ext uri="{FF2B5EF4-FFF2-40B4-BE49-F238E27FC236}">
                <a16:creationId xmlns:a16="http://schemas.microsoft.com/office/drawing/2014/main" id="{BA52C89B-7BC7-E664-3F33-B19A0986DAEB}"/>
              </a:ext>
            </a:extLst>
          </p:cNvPr>
          <p:cNvSpPr>
            <a:spLocks noGrp="1"/>
          </p:cNvSpPr>
          <p:nvPr>
            <p:ph sz="half" idx="1"/>
          </p:nvPr>
        </p:nvSpPr>
        <p:spPr/>
        <p:txBody>
          <a:bodyPr>
            <a:normAutofit lnSpcReduction="10000"/>
          </a:bodyPr>
          <a:lstStyle/>
          <a:p>
            <a:pPr marL="0" indent="0" algn="just" hangingPunct="0">
              <a:buNone/>
            </a:pPr>
            <a:r>
              <a:rPr lang="zh-CN" altLang="en-US" spc="-300" dirty="0"/>
              <a:t>你创造了宇宙万物，安排了依次变化的季节你特别按照你的肖像造成了人，并使万物隶属在人的权下，使人代管你所创造的一切，</a:t>
            </a:r>
          </a:p>
        </p:txBody>
      </p:sp>
      <p:sp>
        <p:nvSpPr>
          <p:cNvPr id="4" name="Content Placeholder 3">
            <a:extLst>
              <a:ext uri="{FF2B5EF4-FFF2-40B4-BE49-F238E27FC236}">
                <a16:creationId xmlns:a16="http://schemas.microsoft.com/office/drawing/2014/main" id="{3FB4DBDC-8F11-911F-F40E-38FB6908A997}"/>
              </a:ext>
            </a:extLst>
          </p:cNvPr>
          <p:cNvSpPr>
            <a:spLocks noGrp="1"/>
          </p:cNvSpPr>
          <p:nvPr>
            <p:ph sz="half" idx="2"/>
          </p:nvPr>
        </p:nvSpPr>
        <p:spPr/>
        <p:txBody>
          <a:bodyPr>
            <a:normAutofit lnSpcReduction="10000"/>
          </a:bodyPr>
          <a:lstStyle/>
          <a:p>
            <a:pPr marL="0" indent="0" algn="just">
              <a:buNone/>
            </a:pPr>
            <a:r>
              <a:rPr lang="en-GB" dirty="0"/>
              <a:t>For you laid the foundations of the world and have arranged the changing of times and seasons; you formed man in your own image and set humanity over the whole world in all its wonder, to rule in your name over all you have made, </a:t>
            </a:r>
          </a:p>
          <a:p>
            <a:endParaRPr lang="en-AU" dirty="0"/>
          </a:p>
        </p:txBody>
      </p:sp>
    </p:spTree>
    <p:extLst>
      <p:ext uri="{BB962C8B-B14F-4D97-AF65-F5344CB8AC3E}">
        <p14:creationId xmlns:p14="http://schemas.microsoft.com/office/powerpoint/2010/main" val="22731956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7DB666-0568-2B61-D8A1-568C3E3120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B40135-CF4F-11CB-BEC2-2CE6FEECED6C}"/>
              </a:ext>
            </a:extLst>
          </p:cNvPr>
          <p:cNvSpPr>
            <a:spLocks noGrp="1"/>
          </p:cNvSpPr>
          <p:nvPr>
            <p:ph type="title"/>
          </p:nvPr>
        </p:nvSpPr>
        <p:spPr/>
        <p:txBody>
          <a:bodyPr>
            <a:normAutofit fontScale="90000"/>
          </a:bodyPr>
          <a:lstStyle/>
          <a:p>
            <a:br>
              <a:rPr lang="en-AU" altLang="zh-TW" dirty="0"/>
            </a:br>
            <a:br>
              <a:rPr lang="en-AU" altLang="zh-TW" dirty="0"/>
            </a:br>
            <a:r>
              <a:rPr lang="zh-TW" altLang="en-US" dirty="0"/>
              <a:t>常年期主日颂谢词（五）　</a:t>
            </a:r>
            <a:r>
              <a:rPr lang="en-HK" altLang="zh-TW" dirty="0"/>
              <a:t>Preface </a:t>
            </a:r>
            <a:r>
              <a:rPr lang="en-US" altLang="zh-TW" dirty="0"/>
              <a:t>V</a:t>
            </a:r>
            <a:br>
              <a:rPr lang="zh-TW" altLang="en-US" dirty="0"/>
            </a:br>
            <a:br>
              <a:rPr lang="en-AU" dirty="0"/>
            </a:br>
            <a:endParaRPr lang="en-AU" dirty="0"/>
          </a:p>
        </p:txBody>
      </p:sp>
      <p:sp>
        <p:nvSpPr>
          <p:cNvPr id="3" name="Content Placeholder 2">
            <a:extLst>
              <a:ext uri="{FF2B5EF4-FFF2-40B4-BE49-F238E27FC236}">
                <a16:creationId xmlns:a16="http://schemas.microsoft.com/office/drawing/2014/main" id="{55D39E73-4DF6-D867-CC90-F0CA9280E5F7}"/>
              </a:ext>
            </a:extLst>
          </p:cNvPr>
          <p:cNvSpPr>
            <a:spLocks noGrp="1"/>
          </p:cNvSpPr>
          <p:nvPr>
            <p:ph sz="half" idx="1"/>
          </p:nvPr>
        </p:nvSpPr>
        <p:spPr/>
        <p:txBody>
          <a:bodyPr>
            <a:normAutofit/>
          </a:bodyPr>
          <a:lstStyle/>
          <a:p>
            <a:pPr marL="0" indent="0" hangingPunct="0">
              <a:buNone/>
            </a:pPr>
            <a:r>
              <a:rPr lang="zh-CN" altLang="en-US" spc="-300" dirty="0"/>
              <a:t>并为了你的美妙化工，藉着我们的主基督，永远赞颂你。因此，我们随同所有天使，同声颂扬你的尤荣，不停地欢呼：</a:t>
            </a:r>
          </a:p>
          <a:p>
            <a:endParaRPr lang="en-AU" dirty="0"/>
          </a:p>
        </p:txBody>
      </p:sp>
      <p:sp>
        <p:nvSpPr>
          <p:cNvPr id="4" name="Content Placeholder 3">
            <a:extLst>
              <a:ext uri="{FF2B5EF4-FFF2-40B4-BE49-F238E27FC236}">
                <a16:creationId xmlns:a16="http://schemas.microsoft.com/office/drawing/2014/main" id="{842D9748-7CEF-E7E7-575A-E2053EDC03FE}"/>
              </a:ext>
            </a:extLst>
          </p:cNvPr>
          <p:cNvSpPr>
            <a:spLocks noGrp="1"/>
          </p:cNvSpPr>
          <p:nvPr>
            <p:ph sz="half" idx="2"/>
          </p:nvPr>
        </p:nvSpPr>
        <p:spPr/>
        <p:txBody>
          <a:bodyPr>
            <a:normAutofit/>
          </a:bodyPr>
          <a:lstStyle/>
          <a:p>
            <a:pPr marL="0" indent="0" algn="just">
              <a:buNone/>
            </a:pPr>
            <a:r>
              <a:rPr lang="en-GB" dirty="0"/>
              <a:t>and for ever praise you in your mighty works, through Christ our Lord. And so, with all the Angels, we praise you, as in joyful celebration we acclaim:</a:t>
            </a:r>
          </a:p>
          <a:p>
            <a:endParaRPr lang="en-AU" dirty="0"/>
          </a:p>
        </p:txBody>
      </p:sp>
      <p:sp>
        <p:nvSpPr>
          <p:cNvPr id="6" name="Arrow: Right 5">
            <a:hlinkClick r:id="rId2" action="ppaction://hlinksldjump"/>
            <a:extLst>
              <a:ext uri="{FF2B5EF4-FFF2-40B4-BE49-F238E27FC236}">
                <a16:creationId xmlns:a16="http://schemas.microsoft.com/office/drawing/2014/main" id="{B23040A3-6B9B-5756-BC92-5814824D91EA}"/>
              </a:ext>
            </a:extLst>
          </p:cNvPr>
          <p:cNvSpPr/>
          <p:nvPr/>
        </p:nvSpPr>
        <p:spPr>
          <a:xfrm>
            <a:off x="6899564" y="5986540"/>
            <a:ext cx="1909420" cy="436906"/>
          </a:xfrm>
          <a:prstGeom prst="rightArrow">
            <a:avLst>
              <a:gd name="adj1" fmla="val 100000"/>
              <a:gd name="adj2" fmla="val 50000"/>
            </a:avLst>
          </a:prstGeom>
          <a:solidFill>
            <a:srgbClr val="5572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b="1" dirty="0"/>
              <a:t>圣、圣、圣</a:t>
            </a:r>
            <a:endParaRPr lang="en-HK" b="1" dirty="0"/>
          </a:p>
        </p:txBody>
      </p:sp>
    </p:spTree>
    <p:extLst>
      <p:ext uri="{BB962C8B-B14F-4D97-AF65-F5344CB8AC3E}">
        <p14:creationId xmlns:p14="http://schemas.microsoft.com/office/powerpoint/2010/main" val="31698616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7F346-C349-2129-6BB5-97899C978E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3F70BE-5FB3-4EF6-1D67-28DD27DFE6B9}"/>
              </a:ext>
            </a:extLst>
          </p:cNvPr>
          <p:cNvSpPr>
            <a:spLocks noGrp="1"/>
          </p:cNvSpPr>
          <p:nvPr>
            <p:ph type="title"/>
          </p:nvPr>
        </p:nvSpPr>
        <p:spPr/>
        <p:txBody>
          <a:bodyPr>
            <a:normAutofit fontScale="90000"/>
          </a:bodyPr>
          <a:lstStyle/>
          <a:p>
            <a:br>
              <a:rPr lang="en-AU" altLang="zh-TW" dirty="0"/>
            </a:br>
            <a:br>
              <a:rPr lang="en-AU" altLang="zh-TW" dirty="0"/>
            </a:br>
            <a:r>
              <a:rPr lang="zh-TW" altLang="en-US" dirty="0"/>
              <a:t>常年期主日颂谢词（六）　</a:t>
            </a:r>
            <a:r>
              <a:rPr lang="en-HK" altLang="zh-TW" dirty="0"/>
              <a:t>Preface </a:t>
            </a:r>
            <a:r>
              <a:rPr lang="en-US" altLang="zh-TW" dirty="0"/>
              <a:t>VI</a:t>
            </a:r>
            <a:br>
              <a:rPr lang="zh-TW" altLang="en-US" dirty="0"/>
            </a:br>
            <a:br>
              <a:rPr lang="en-AU" dirty="0"/>
            </a:br>
            <a:endParaRPr lang="en-AU" dirty="0"/>
          </a:p>
        </p:txBody>
      </p:sp>
      <p:sp>
        <p:nvSpPr>
          <p:cNvPr id="3" name="Content Placeholder 2">
            <a:extLst>
              <a:ext uri="{FF2B5EF4-FFF2-40B4-BE49-F238E27FC236}">
                <a16:creationId xmlns:a16="http://schemas.microsoft.com/office/drawing/2014/main" id="{2C99F39D-4D6B-7AD5-3EF6-9CFE331FA3F5}"/>
              </a:ext>
            </a:extLst>
          </p:cNvPr>
          <p:cNvSpPr>
            <a:spLocks noGrp="1"/>
          </p:cNvSpPr>
          <p:nvPr>
            <p:ph sz="half" idx="1"/>
          </p:nvPr>
        </p:nvSpPr>
        <p:spPr/>
        <p:txBody>
          <a:bodyPr/>
          <a:lstStyle/>
          <a:p>
            <a:pPr marL="0" indent="0">
              <a:buNone/>
            </a:pPr>
            <a:r>
              <a:rPr lang="zh-CN" altLang="en-US" spc="-300" dirty="0"/>
              <a:t>主、圣父、全能永生的天主！我们时时处处感谢你，实在是理所当然的，并能使人得救。</a:t>
            </a:r>
          </a:p>
          <a:p>
            <a:endParaRPr lang="en-AU" dirty="0"/>
          </a:p>
        </p:txBody>
      </p:sp>
      <p:sp>
        <p:nvSpPr>
          <p:cNvPr id="4" name="Content Placeholder 3">
            <a:extLst>
              <a:ext uri="{FF2B5EF4-FFF2-40B4-BE49-F238E27FC236}">
                <a16:creationId xmlns:a16="http://schemas.microsoft.com/office/drawing/2014/main" id="{38C9466D-DB62-EFDC-9C7F-DE03CF64A4F9}"/>
              </a:ext>
            </a:extLst>
          </p:cNvPr>
          <p:cNvSpPr>
            <a:spLocks noGrp="1"/>
          </p:cNvSpPr>
          <p:nvPr>
            <p:ph sz="half" idx="2"/>
          </p:nvPr>
        </p:nvSpPr>
        <p:spPr/>
        <p:txBody>
          <a:bodyPr/>
          <a:lstStyle/>
          <a:p>
            <a:pPr marL="0" indent="0" algn="just">
              <a:buNone/>
            </a:pPr>
            <a:r>
              <a:rPr lang="en-GB" dirty="0"/>
              <a:t>It is truly right and just, our duty and our salvation, always and everywhere to give you thanks, Lord, holy Father, almighty and eternal God.</a:t>
            </a:r>
          </a:p>
          <a:p>
            <a:endParaRPr lang="en-AU" dirty="0"/>
          </a:p>
        </p:txBody>
      </p:sp>
    </p:spTree>
    <p:extLst>
      <p:ext uri="{BB962C8B-B14F-4D97-AF65-F5344CB8AC3E}">
        <p14:creationId xmlns:p14="http://schemas.microsoft.com/office/powerpoint/2010/main" val="40675721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C17C0-247F-C5EE-943B-425D3A0334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AD9766-6172-66FE-6FF9-07674194DCA7}"/>
              </a:ext>
            </a:extLst>
          </p:cNvPr>
          <p:cNvSpPr>
            <a:spLocks noGrp="1"/>
          </p:cNvSpPr>
          <p:nvPr>
            <p:ph type="title"/>
          </p:nvPr>
        </p:nvSpPr>
        <p:spPr/>
        <p:txBody>
          <a:bodyPr>
            <a:normAutofit fontScale="90000"/>
          </a:bodyPr>
          <a:lstStyle/>
          <a:p>
            <a:br>
              <a:rPr lang="en-AU" altLang="zh-TW" dirty="0"/>
            </a:br>
            <a:br>
              <a:rPr lang="en-AU" altLang="zh-TW" dirty="0"/>
            </a:br>
            <a:r>
              <a:rPr lang="zh-TW" altLang="en-US" dirty="0"/>
              <a:t>常年期主日颂谢词（六）　</a:t>
            </a:r>
            <a:r>
              <a:rPr lang="en-HK" altLang="zh-TW" dirty="0"/>
              <a:t>Preface </a:t>
            </a:r>
            <a:r>
              <a:rPr lang="en-US" altLang="zh-TW" dirty="0"/>
              <a:t>VI</a:t>
            </a:r>
            <a:br>
              <a:rPr lang="zh-TW" altLang="en-US" dirty="0"/>
            </a:br>
            <a:br>
              <a:rPr lang="en-AU" dirty="0"/>
            </a:br>
            <a:endParaRPr lang="en-AU" dirty="0"/>
          </a:p>
        </p:txBody>
      </p:sp>
      <p:sp>
        <p:nvSpPr>
          <p:cNvPr id="3" name="Content Placeholder 2">
            <a:extLst>
              <a:ext uri="{FF2B5EF4-FFF2-40B4-BE49-F238E27FC236}">
                <a16:creationId xmlns:a16="http://schemas.microsoft.com/office/drawing/2014/main" id="{4AB44F14-DE6B-1730-2C47-1EEEAD60FD23}"/>
              </a:ext>
            </a:extLst>
          </p:cNvPr>
          <p:cNvSpPr>
            <a:spLocks noGrp="1"/>
          </p:cNvSpPr>
          <p:nvPr>
            <p:ph sz="half" idx="1"/>
          </p:nvPr>
        </p:nvSpPr>
        <p:spPr/>
        <p:txBody>
          <a:bodyPr>
            <a:normAutofit/>
          </a:bodyPr>
          <a:lstStyle/>
          <a:p>
            <a:pPr marL="0" indent="0" hangingPunct="0">
              <a:buNone/>
            </a:pPr>
            <a:r>
              <a:rPr lang="zh-CN" altLang="en-US" spc="-300" dirty="0"/>
              <a:t>我们原是在你内生活、行动和存在；我们生活在此尘世，不但每日体验到你慈爱的温暖，</a:t>
            </a:r>
            <a:endParaRPr lang="en-AU" spc="-300" dirty="0"/>
          </a:p>
        </p:txBody>
      </p:sp>
      <p:sp>
        <p:nvSpPr>
          <p:cNvPr id="4" name="Content Placeholder 3">
            <a:extLst>
              <a:ext uri="{FF2B5EF4-FFF2-40B4-BE49-F238E27FC236}">
                <a16:creationId xmlns:a16="http://schemas.microsoft.com/office/drawing/2014/main" id="{E39D535D-790D-17E7-D946-BAF355011DA3}"/>
              </a:ext>
            </a:extLst>
          </p:cNvPr>
          <p:cNvSpPr>
            <a:spLocks noGrp="1"/>
          </p:cNvSpPr>
          <p:nvPr>
            <p:ph sz="half" idx="2"/>
          </p:nvPr>
        </p:nvSpPr>
        <p:spPr/>
        <p:txBody>
          <a:bodyPr>
            <a:normAutofit/>
          </a:bodyPr>
          <a:lstStyle/>
          <a:p>
            <a:pPr marL="0" indent="0" algn="just">
              <a:buNone/>
            </a:pPr>
            <a:r>
              <a:rPr lang="en-GB" dirty="0"/>
              <a:t>For in you we live and move and have our being, and while in this body we not only experience the daily effects of your care, </a:t>
            </a:r>
            <a:endParaRPr lang="en-AU" dirty="0"/>
          </a:p>
        </p:txBody>
      </p:sp>
    </p:spTree>
    <p:extLst>
      <p:ext uri="{BB962C8B-B14F-4D97-AF65-F5344CB8AC3E}">
        <p14:creationId xmlns:p14="http://schemas.microsoft.com/office/powerpoint/2010/main" val="38833125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3E3EC5-A170-D991-C64A-4F801E3E5C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5171B9-BCA5-7356-568C-15C3BED8392D}"/>
              </a:ext>
            </a:extLst>
          </p:cNvPr>
          <p:cNvSpPr>
            <a:spLocks noGrp="1"/>
          </p:cNvSpPr>
          <p:nvPr>
            <p:ph type="title"/>
          </p:nvPr>
        </p:nvSpPr>
        <p:spPr/>
        <p:txBody>
          <a:bodyPr>
            <a:normAutofit fontScale="90000"/>
          </a:bodyPr>
          <a:lstStyle/>
          <a:p>
            <a:br>
              <a:rPr lang="en-AU" altLang="zh-TW" dirty="0"/>
            </a:br>
            <a:br>
              <a:rPr lang="en-AU" altLang="zh-TW" dirty="0"/>
            </a:br>
            <a:r>
              <a:rPr lang="zh-TW" altLang="en-US" dirty="0"/>
              <a:t>常年期主日颂谢词（六）　</a:t>
            </a:r>
            <a:r>
              <a:rPr lang="en-HK" altLang="zh-TW" dirty="0"/>
              <a:t>Preface </a:t>
            </a:r>
            <a:r>
              <a:rPr lang="en-US" altLang="zh-TW" dirty="0"/>
              <a:t>VI</a:t>
            </a:r>
            <a:br>
              <a:rPr lang="zh-TW" altLang="en-US" dirty="0"/>
            </a:br>
            <a:br>
              <a:rPr lang="en-AU" dirty="0"/>
            </a:br>
            <a:endParaRPr lang="en-AU" dirty="0"/>
          </a:p>
        </p:txBody>
      </p:sp>
      <p:sp>
        <p:nvSpPr>
          <p:cNvPr id="3" name="Content Placeholder 2">
            <a:extLst>
              <a:ext uri="{FF2B5EF4-FFF2-40B4-BE49-F238E27FC236}">
                <a16:creationId xmlns:a16="http://schemas.microsoft.com/office/drawing/2014/main" id="{2CE5464A-B0AA-719C-A298-3EFF06423B0B}"/>
              </a:ext>
            </a:extLst>
          </p:cNvPr>
          <p:cNvSpPr>
            <a:spLocks noGrp="1"/>
          </p:cNvSpPr>
          <p:nvPr>
            <p:ph sz="half" idx="1"/>
          </p:nvPr>
        </p:nvSpPr>
        <p:spPr/>
        <p:txBody>
          <a:bodyPr>
            <a:normAutofit lnSpcReduction="10000"/>
          </a:bodyPr>
          <a:lstStyle/>
          <a:p>
            <a:pPr marL="0" indent="0">
              <a:buNone/>
            </a:pPr>
            <a:r>
              <a:rPr lang="zh-CN" altLang="en-US" spc="-300" dirty="0"/>
              <a:t>并且已经把握了永生的保证圣神的恩赐。你藉圣神曾使耶稣死而复活，并带给我们确切的希望：逾越奥迹将来也必在我们身上完成。</a:t>
            </a:r>
          </a:p>
          <a:p>
            <a:endParaRPr lang="en-AU" dirty="0"/>
          </a:p>
        </p:txBody>
      </p:sp>
      <p:sp>
        <p:nvSpPr>
          <p:cNvPr id="4" name="Content Placeholder 3">
            <a:extLst>
              <a:ext uri="{FF2B5EF4-FFF2-40B4-BE49-F238E27FC236}">
                <a16:creationId xmlns:a16="http://schemas.microsoft.com/office/drawing/2014/main" id="{E5BD068D-4DE1-CF25-4699-846DC53A0BC2}"/>
              </a:ext>
            </a:extLst>
          </p:cNvPr>
          <p:cNvSpPr>
            <a:spLocks noGrp="1"/>
          </p:cNvSpPr>
          <p:nvPr>
            <p:ph sz="half" idx="2"/>
          </p:nvPr>
        </p:nvSpPr>
        <p:spPr/>
        <p:txBody>
          <a:bodyPr>
            <a:normAutofit lnSpcReduction="10000"/>
          </a:bodyPr>
          <a:lstStyle/>
          <a:p>
            <a:pPr marL="0" indent="0">
              <a:buNone/>
            </a:pPr>
            <a:r>
              <a:rPr lang="en-GB" dirty="0"/>
              <a:t>but even now possess the pledge of life eternal. </a:t>
            </a:r>
          </a:p>
          <a:p>
            <a:pPr marL="0" indent="0" algn="just">
              <a:buNone/>
            </a:pPr>
            <a:r>
              <a:rPr lang="en-GB" dirty="0"/>
              <a:t>For, having received the first fruits of the Spirit, through whom you raised up Jesus from the dead, we hope for an everlasting share in the Paschal Mystery.</a:t>
            </a:r>
          </a:p>
          <a:p>
            <a:endParaRPr lang="en-AU" dirty="0"/>
          </a:p>
        </p:txBody>
      </p:sp>
    </p:spTree>
    <p:extLst>
      <p:ext uri="{BB962C8B-B14F-4D97-AF65-F5344CB8AC3E}">
        <p14:creationId xmlns:p14="http://schemas.microsoft.com/office/powerpoint/2010/main" val="19767994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9F3DCC-0C28-4446-9BD6-037C04E7F4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3F2A6A-606B-4E00-DF22-6834A0797FAC}"/>
              </a:ext>
            </a:extLst>
          </p:cNvPr>
          <p:cNvSpPr>
            <a:spLocks noGrp="1"/>
          </p:cNvSpPr>
          <p:nvPr>
            <p:ph type="title"/>
          </p:nvPr>
        </p:nvSpPr>
        <p:spPr/>
        <p:txBody>
          <a:bodyPr>
            <a:normAutofit fontScale="90000"/>
          </a:bodyPr>
          <a:lstStyle/>
          <a:p>
            <a:br>
              <a:rPr lang="en-AU" altLang="zh-TW" dirty="0"/>
            </a:br>
            <a:br>
              <a:rPr lang="en-AU" altLang="zh-TW" dirty="0"/>
            </a:br>
            <a:r>
              <a:rPr lang="zh-TW" altLang="en-US" dirty="0"/>
              <a:t>常年期主日颂谢词（六）　</a:t>
            </a:r>
            <a:r>
              <a:rPr lang="en-HK" altLang="zh-TW" dirty="0"/>
              <a:t>Preface </a:t>
            </a:r>
            <a:r>
              <a:rPr lang="en-US" altLang="zh-TW" dirty="0"/>
              <a:t>VI</a:t>
            </a:r>
            <a:br>
              <a:rPr lang="zh-TW" altLang="en-US" dirty="0"/>
            </a:br>
            <a:br>
              <a:rPr lang="en-AU" dirty="0"/>
            </a:br>
            <a:endParaRPr lang="en-AU" dirty="0"/>
          </a:p>
        </p:txBody>
      </p:sp>
      <p:sp>
        <p:nvSpPr>
          <p:cNvPr id="3" name="Content Placeholder 2">
            <a:extLst>
              <a:ext uri="{FF2B5EF4-FFF2-40B4-BE49-F238E27FC236}">
                <a16:creationId xmlns:a16="http://schemas.microsoft.com/office/drawing/2014/main" id="{DB7A4286-DA40-7089-8C79-778C8049C262}"/>
              </a:ext>
            </a:extLst>
          </p:cNvPr>
          <p:cNvSpPr>
            <a:spLocks noGrp="1"/>
          </p:cNvSpPr>
          <p:nvPr>
            <p:ph sz="half" idx="1"/>
          </p:nvPr>
        </p:nvSpPr>
        <p:spPr/>
        <p:txBody>
          <a:bodyPr/>
          <a:lstStyle/>
          <a:p>
            <a:pPr marL="0" indent="0">
              <a:buNone/>
            </a:pPr>
            <a:r>
              <a:rPr lang="zh-CN" altLang="en-US" spc="-300" dirty="0"/>
              <a:t>因此，我们虔诚感谢你，并随同所有天使宣扬你的德能，同声欢呼：</a:t>
            </a:r>
          </a:p>
          <a:p>
            <a:endParaRPr lang="en-AU" dirty="0"/>
          </a:p>
        </p:txBody>
      </p:sp>
      <p:sp>
        <p:nvSpPr>
          <p:cNvPr id="4" name="Content Placeholder 3">
            <a:extLst>
              <a:ext uri="{FF2B5EF4-FFF2-40B4-BE49-F238E27FC236}">
                <a16:creationId xmlns:a16="http://schemas.microsoft.com/office/drawing/2014/main" id="{D52F5F9C-0EFE-3229-452E-5B71A0A96FC2}"/>
              </a:ext>
            </a:extLst>
          </p:cNvPr>
          <p:cNvSpPr>
            <a:spLocks noGrp="1"/>
          </p:cNvSpPr>
          <p:nvPr>
            <p:ph sz="half" idx="2"/>
          </p:nvPr>
        </p:nvSpPr>
        <p:spPr/>
        <p:txBody>
          <a:bodyPr/>
          <a:lstStyle/>
          <a:p>
            <a:pPr marL="0" indent="0" algn="just">
              <a:buNone/>
            </a:pPr>
            <a:r>
              <a:rPr lang="en-GB" dirty="0"/>
              <a:t>And so, with all the Angels, we praise you, as in joyful celebration we acclaim:</a:t>
            </a:r>
          </a:p>
          <a:p>
            <a:endParaRPr lang="en-AU" dirty="0"/>
          </a:p>
        </p:txBody>
      </p:sp>
      <p:sp>
        <p:nvSpPr>
          <p:cNvPr id="6" name="Arrow: Right 5">
            <a:hlinkClick r:id="rId2" action="ppaction://hlinksldjump"/>
            <a:extLst>
              <a:ext uri="{FF2B5EF4-FFF2-40B4-BE49-F238E27FC236}">
                <a16:creationId xmlns:a16="http://schemas.microsoft.com/office/drawing/2014/main" id="{3AFE06C1-3100-5528-0EFD-BB8A553B1B7A}"/>
              </a:ext>
            </a:extLst>
          </p:cNvPr>
          <p:cNvSpPr/>
          <p:nvPr/>
        </p:nvSpPr>
        <p:spPr>
          <a:xfrm>
            <a:off x="6899564" y="5986540"/>
            <a:ext cx="1909420" cy="436906"/>
          </a:xfrm>
          <a:prstGeom prst="rightArrow">
            <a:avLst>
              <a:gd name="adj1" fmla="val 100000"/>
              <a:gd name="adj2" fmla="val 50000"/>
            </a:avLst>
          </a:prstGeom>
          <a:solidFill>
            <a:srgbClr val="5572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b="1" dirty="0"/>
              <a:t>圣、圣、圣</a:t>
            </a:r>
            <a:endParaRPr lang="en-HK" b="1" dirty="0"/>
          </a:p>
        </p:txBody>
      </p:sp>
    </p:spTree>
    <p:extLst>
      <p:ext uri="{BB962C8B-B14F-4D97-AF65-F5344CB8AC3E}">
        <p14:creationId xmlns:p14="http://schemas.microsoft.com/office/powerpoint/2010/main" val="15117415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94679D-AAEF-6A51-4C1E-32A4BCB20C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9CC291-E040-C567-EA01-D9DC7C27B1F9}"/>
              </a:ext>
            </a:extLst>
          </p:cNvPr>
          <p:cNvSpPr>
            <a:spLocks noGrp="1"/>
          </p:cNvSpPr>
          <p:nvPr>
            <p:ph type="title"/>
          </p:nvPr>
        </p:nvSpPr>
        <p:spPr/>
        <p:txBody>
          <a:bodyPr>
            <a:normAutofit fontScale="90000"/>
          </a:bodyPr>
          <a:lstStyle/>
          <a:p>
            <a:br>
              <a:rPr lang="en-AU" altLang="zh-TW" dirty="0"/>
            </a:br>
            <a:br>
              <a:rPr lang="en-AU" altLang="zh-TW" dirty="0"/>
            </a:br>
            <a:r>
              <a:rPr lang="zh-TW" altLang="en-US" dirty="0"/>
              <a:t>常年期主日颂谢词（七）　</a:t>
            </a:r>
            <a:r>
              <a:rPr lang="en-HK" altLang="zh-TW" dirty="0"/>
              <a:t>Preface </a:t>
            </a:r>
            <a:r>
              <a:rPr lang="en-US" altLang="zh-TW" dirty="0"/>
              <a:t>VII</a:t>
            </a:r>
            <a:br>
              <a:rPr lang="zh-TW" altLang="en-US" dirty="0"/>
            </a:br>
            <a:br>
              <a:rPr lang="en-AU" dirty="0"/>
            </a:br>
            <a:endParaRPr lang="en-AU" dirty="0"/>
          </a:p>
        </p:txBody>
      </p:sp>
      <p:sp>
        <p:nvSpPr>
          <p:cNvPr id="3" name="Content Placeholder 2">
            <a:extLst>
              <a:ext uri="{FF2B5EF4-FFF2-40B4-BE49-F238E27FC236}">
                <a16:creationId xmlns:a16="http://schemas.microsoft.com/office/drawing/2014/main" id="{B18A7700-49AA-7AC5-F1B5-D7CA904D2FCC}"/>
              </a:ext>
            </a:extLst>
          </p:cNvPr>
          <p:cNvSpPr>
            <a:spLocks noGrp="1"/>
          </p:cNvSpPr>
          <p:nvPr>
            <p:ph sz="half" idx="1"/>
          </p:nvPr>
        </p:nvSpPr>
        <p:spPr/>
        <p:txBody>
          <a:bodyPr/>
          <a:lstStyle/>
          <a:p>
            <a:pPr marL="0" indent="0">
              <a:buNone/>
            </a:pPr>
            <a:r>
              <a:rPr lang="zh-CN" altLang="en-US" spc="-300" dirty="0"/>
              <a:t>主、圣父、全能永生的天主！我们时时处处感谢你，实在是理所当然的，并能使人得救。</a:t>
            </a:r>
          </a:p>
          <a:p>
            <a:endParaRPr lang="en-AU" dirty="0"/>
          </a:p>
        </p:txBody>
      </p:sp>
      <p:sp>
        <p:nvSpPr>
          <p:cNvPr id="4" name="Content Placeholder 3">
            <a:extLst>
              <a:ext uri="{FF2B5EF4-FFF2-40B4-BE49-F238E27FC236}">
                <a16:creationId xmlns:a16="http://schemas.microsoft.com/office/drawing/2014/main" id="{1F0EF87C-D824-1B56-D0ED-065435604979}"/>
              </a:ext>
            </a:extLst>
          </p:cNvPr>
          <p:cNvSpPr>
            <a:spLocks noGrp="1"/>
          </p:cNvSpPr>
          <p:nvPr>
            <p:ph sz="half" idx="2"/>
          </p:nvPr>
        </p:nvSpPr>
        <p:spPr/>
        <p:txBody>
          <a:bodyPr/>
          <a:lstStyle/>
          <a:p>
            <a:pPr marL="0" indent="0" algn="just">
              <a:buNone/>
            </a:pPr>
            <a:r>
              <a:rPr lang="en-GB" dirty="0"/>
              <a:t>It is truly right and just, our duty and our salvation, always and everywhere to give you thanks, Lord, holy Father, almighty and eternal God.</a:t>
            </a:r>
          </a:p>
          <a:p>
            <a:endParaRPr lang="en-AU" dirty="0"/>
          </a:p>
        </p:txBody>
      </p:sp>
    </p:spTree>
    <p:extLst>
      <p:ext uri="{BB962C8B-B14F-4D97-AF65-F5344CB8AC3E}">
        <p14:creationId xmlns:p14="http://schemas.microsoft.com/office/powerpoint/2010/main" val="6214931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7EE4C5-C790-5365-99B2-EB00C4C2A9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4AC2C3-2954-65DE-654B-8B8D38343313}"/>
              </a:ext>
            </a:extLst>
          </p:cNvPr>
          <p:cNvSpPr>
            <a:spLocks noGrp="1"/>
          </p:cNvSpPr>
          <p:nvPr>
            <p:ph type="title"/>
          </p:nvPr>
        </p:nvSpPr>
        <p:spPr/>
        <p:txBody>
          <a:bodyPr>
            <a:normAutofit fontScale="90000"/>
          </a:bodyPr>
          <a:lstStyle/>
          <a:p>
            <a:br>
              <a:rPr lang="en-AU" altLang="zh-TW" dirty="0"/>
            </a:br>
            <a:br>
              <a:rPr lang="en-AU" altLang="zh-TW" dirty="0"/>
            </a:br>
            <a:r>
              <a:rPr lang="zh-TW" altLang="en-US" dirty="0"/>
              <a:t>常年期主日颂谢词（七）　</a:t>
            </a:r>
            <a:r>
              <a:rPr lang="en-HK" altLang="zh-TW" dirty="0"/>
              <a:t>Preface </a:t>
            </a:r>
            <a:r>
              <a:rPr lang="en-US" altLang="zh-TW" dirty="0"/>
              <a:t>VII</a:t>
            </a:r>
            <a:br>
              <a:rPr lang="zh-TW" altLang="en-US" dirty="0"/>
            </a:br>
            <a:br>
              <a:rPr lang="en-AU" dirty="0"/>
            </a:br>
            <a:endParaRPr lang="en-AU" dirty="0"/>
          </a:p>
        </p:txBody>
      </p:sp>
      <p:sp>
        <p:nvSpPr>
          <p:cNvPr id="3" name="Content Placeholder 2">
            <a:extLst>
              <a:ext uri="{FF2B5EF4-FFF2-40B4-BE49-F238E27FC236}">
                <a16:creationId xmlns:a16="http://schemas.microsoft.com/office/drawing/2014/main" id="{714B6BAB-AB96-80A0-E23B-6D9A47820F67}"/>
              </a:ext>
            </a:extLst>
          </p:cNvPr>
          <p:cNvSpPr>
            <a:spLocks noGrp="1"/>
          </p:cNvSpPr>
          <p:nvPr>
            <p:ph sz="half" idx="1"/>
          </p:nvPr>
        </p:nvSpPr>
        <p:spPr/>
        <p:txBody>
          <a:bodyPr>
            <a:normAutofit/>
          </a:bodyPr>
          <a:lstStyle/>
          <a:p>
            <a:pPr marL="0" indent="0" hangingPunct="0">
              <a:buNone/>
            </a:pPr>
            <a:r>
              <a:rPr lang="zh-CN" altLang="en-US" spc="-300" dirty="0"/>
              <a:t>因为你深爱世界，竟为我们派遣了圣子作我们的救主；你愿意他除了罪以外和我们人一样，使你喜爱我们，</a:t>
            </a:r>
          </a:p>
          <a:p>
            <a:pPr hangingPunct="0"/>
            <a:endParaRPr lang="en-AU" dirty="0"/>
          </a:p>
        </p:txBody>
      </p:sp>
      <p:sp>
        <p:nvSpPr>
          <p:cNvPr id="4" name="Content Placeholder 3">
            <a:extLst>
              <a:ext uri="{FF2B5EF4-FFF2-40B4-BE49-F238E27FC236}">
                <a16:creationId xmlns:a16="http://schemas.microsoft.com/office/drawing/2014/main" id="{3929A3CF-648A-3E3B-E8DA-AE1BB189FF2B}"/>
              </a:ext>
            </a:extLst>
          </p:cNvPr>
          <p:cNvSpPr>
            <a:spLocks noGrp="1"/>
          </p:cNvSpPr>
          <p:nvPr>
            <p:ph sz="half" idx="2"/>
          </p:nvPr>
        </p:nvSpPr>
        <p:spPr/>
        <p:txBody>
          <a:bodyPr>
            <a:normAutofit/>
          </a:bodyPr>
          <a:lstStyle/>
          <a:p>
            <a:pPr marL="0" indent="0" algn="just">
              <a:buNone/>
            </a:pPr>
            <a:r>
              <a:rPr lang="en-GB" dirty="0"/>
              <a:t>For you so loved the world that in your mercy you sent us the Redeemer, to live like us in all things but sin, </a:t>
            </a:r>
            <a:endParaRPr lang="en-AU" dirty="0"/>
          </a:p>
        </p:txBody>
      </p:sp>
    </p:spTree>
    <p:extLst>
      <p:ext uri="{BB962C8B-B14F-4D97-AF65-F5344CB8AC3E}">
        <p14:creationId xmlns:p14="http://schemas.microsoft.com/office/powerpoint/2010/main" val="18276735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C3EE7D-BF98-7F9F-43FB-EADEB5B210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977FD7-CE85-50A8-BA2D-23BBF6406EA1}"/>
              </a:ext>
            </a:extLst>
          </p:cNvPr>
          <p:cNvSpPr>
            <a:spLocks noGrp="1"/>
          </p:cNvSpPr>
          <p:nvPr>
            <p:ph type="title"/>
          </p:nvPr>
        </p:nvSpPr>
        <p:spPr/>
        <p:txBody>
          <a:bodyPr>
            <a:normAutofit fontScale="90000"/>
          </a:bodyPr>
          <a:lstStyle/>
          <a:p>
            <a:br>
              <a:rPr lang="en-AU" altLang="zh-TW" dirty="0"/>
            </a:br>
            <a:br>
              <a:rPr lang="en-AU" altLang="zh-TW" dirty="0"/>
            </a:br>
            <a:r>
              <a:rPr lang="zh-TW" altLang="en-US" dirty="0"/>
              <a:t>常年期主日颂谢词（七）　</a:t>
            </a:r>
            <a:r>
              <a:rPr lang="en-HK" altLang="zh-TW" dirty="0"/>
              <a:t>Preface </a:t>
            </a:r>
            <a:r>
              <a:rPr lang="en-US" altLang="zh-TW" dirty="0"/>
              <a:t>VII</a:t>
            </a:r>
            <a:br>
              <a:rPr lang="zh-TW" altLang="en-US" dirty="0"/>
            </a:br>
            <a:br>
              <a:rPr lang="en-AU" dirty="0"/>
            </a:br>
            <a:endParaRPr lang="en-AU" dirty="0"/>
          </a:p>
        </p:txBody>
      </p:sp>
      <p:sp>
        <p:nvSpPr>
          <p:cNvPr id="3" name="Content Placeholder 2">
            <a:extLst>
              <a:ext uri="{FF2B5EF4-FFF2-40B4-BE49-F238E27FC236}">
                <a16:creationId xmlns:a16="http://schemas.microsoft.com/office/drawing/2014/main" id="{E461D844-2610-18DE-74CA-63CDE387B583}"/>
              </a:ext>
            </a:extLst>
          </p:cNvPr>
          <p:cNvSpPr>
            <a:spLocks noGrp="1"/>
          </p:cNvSpPr>
          <p:nvPr>
            <p:ph sz="half" idx="1"/>
          </p:nvPr>
        </p:nvSpPr>
        <p:spPr/>
        <p:txBody>
          <a:bodyPr>
            <a:normAutofit/>
          </a:bodyPr>
          <a:lstStyle/>
          <a:p>
            <a:pPr marL="0" indent="0" hangingPunct="0">
              <a:buNone/>
            </a:pPr>
            <a:r>
              <a:rPr lang="zh-CN" altLang="en-US" spc="-300" dirty="0"/>
              <a:t>如同喜爱你的圣子一样。由于我们的背命所丧失的恩惠，又藉你圣子的服从而重新获得。</a:t>
            </a:r>
          </a:p>
          <a:p>
            <a:pPr hangingPunct="0"/>
            <a:endParaRPr lang="en-AU" dirty="0"/>
          </a:p>
        </p:txBody>
      </p:sp>
      <p:sp>
        <p:nvSpPr>
          <p:cNvPr id="4" name="Content Placeholder 3">
            <a:extLst>
              <a:ext uri="{FF2B5EF4-FFF2-40B4-BE49-F238E27FC236}">
                <a16:creationId xmlns:a16="http://schemas.microsoft.com/office/drawing/2014/main" id="{613E1685-94B8-7DB3-0F2E-F389EF2E0642}"/>
              </a:ext>
            </a:extLst>
          </p:cNvPr>
          <p:cNvSpPr>
            <a:spLocks noGrp="1"/>
          </p:cNvSpPr>
          <p:nvPr>
            <p:ph sz="half" idx="2"/>
          </p:nvPr>
        </p:nvSpPr>
        <p:spPr/>
        <p:txBody>
          <a:bodyPr>
            <a:normAutofit/>
          </a:bodyPr>
          <a:lstStyle/>
          <a:p>
            <a:pPr marL="0" indent="0" algn="just">
              <a:buNone/>
            </a:pPr>
            <a:r>
              <a:rPr lang="en-GB" dirty="0"/>
              <a:t>so that you might love in us what you loved in your Son,  by whose obedience we have been restored to those gifts of yours that, by sinning, we had lost in disobedience.</a:t>
            </a:r>
          </a:p>
          <a:p>
            <a:endParaRPr lang="en-AU" dirty="0"/>
          </a:p>
        </p:txBody>
      </p:sp>
    </p:spTree>
    <p:extLst>
      <p:ext uri="{BB962C8B-B14F-4D97-AF65-F5344CB8AC3E}">
        <p14:creationId xmlns:p14="http://schemas.microsoft.com/office/powerpoint/2010/main" val="176847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75E8F6-985D-A5BA-DB90-5A4DB8C0EE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458F18-C88F-A67C-E780-42280D8A8BFD}"/>
              </a:ext>
            </a:extLst>
          </p:cNvPr>
          <p:cNvSpPr>
            <a:spLocks noGrp="1"/>
          </p:cNvSpPr>
          <p:nvPr>
            <p:ph type="title"/>
          </p:nvPr>
        </p:nvSpPr>
        <p:spPr/>
        <p:txBody>
          <a:bodyPr>
            <a:normAutofit fontScale="90000"/>
          </a:bodyPr>
          <a:lstStyle/>
          <a:p>
            <a:br>
              <a:rPr lang="en-AU" altLang="zh-TW" dirty="0"/>
            </a:br>
            <a:br>
              <a:rPr lang="en-AU" altLang="zh-TW" dirty="0"/>
            </a:br>
            <a:r>
              <a:rPr lang="zh-TW" altLang="en-US" dirty="0"/>
              <a:t>常年期主日颂谢词（七）　</a:t>
            </a:r>
            <a:r>
              <a:rPr lang="en-HK" altLang="zh-TW" dirty="0"/>
              <a:t>Preface </a:t>
            </a:r>
            <a:r>
              <a:rPr lang="en-US" altLang="zh-TW" dirty="0"/>
              <a:t>VII</a:t>
            </a:r>
            <a:br>
              <a:rPr lang="zh-TW" altLang="en-US" dirty="0"/>
            </a:br>
            <a:br>
              <a:rPr lang="en-AU" dirty="0"/>
            </a:br>
            <a:endParaRPr lang="en-AU" dirty="0"/>
          </a:p>
        </p:txBody>
      </p:sp>
      <p:sp>
        <p:nvSpPr>
          <p:cNvPr id="3" name="Content Placeholder 2">
            <a:extLst>
              <a:ext uri="{FF2B5EF4-FFF2-40B4-BE49-F238E27FC236}">
                <a16:creationId xmlns:a16="http://schemas.microsoft.com/office/drawing/2014/main" id="{82E1661E-C4F2-0473-68B5-D935DF6B41C5}"/>
              </a:ext>
            </a:extLst>
          </p:cNvPr>
          <p:cNvSpPr>
            <a:spLocks noGrp="1"/>
          </p:cNvSpPr>
          <p:nvPr>
            <p:ph sz="half" idx="1"/>
          </p:nvPr>
        </p:nvSpPr>
        <p:spPr/>
        <p:txBody>
          <a:bodyPr>
            <a:normAutofit/>
          </a:bodyPr>
          <a:lstStyle/>
          <a:p>
            <a:pPr marL="0" indent="0" algn="just" hangingPunct="0">
              <a:buNone/>
            </a:pPr>
            <a:r>
              <a:rPr lang="zh-CN" altLang="en-US" spc="-300" dirty="0"/>
              <a:t>因此，我们随同所有天使和圣人，同声赞颂你，不停地欢呼：</a:t>
            </a:r>
          </a:p>
          <a:p>
            <a:pPr hangingPunct="0"/>
            <a:endParaRPr lang="en-AU" dirty="0"/>
          </a:p>
        </p:txBody>
      </p:sp>
      <p:sp>
        <p:nvSpPr>
          <p:cNvPr id="4" name="Content Placeholder 3">
            <a:extLst>
              <a:ext uri="{FF2B5EF4-FFF2-40B4-BE49-F238E27FC236}">
                <a16:creationId xmlns:a16="http://schemas.microsoft.com/office/drawing/2014/main" id="{CFFE0F55-1C15-2C13-F1BC-158FA020285D}"/>
              </a:ext>
            </a:extLst>
          </p:cNvPr>
          <p:cNvSpPr>
            <a:spLocks noGrp="1"/>
          </p:cNvSpPr>
          <p:nvPr>
            <p:ph sz="half" idx="2"/>
          </p:nvPr>
        </p:nvSpPr>
        <p:spPr/>
        <p:txBody>
          <a:bodyPr>
            <a:normAutofit/>
          </a:bodyPr>
          <a:lstStyle/>
          <a:p>
            <a:pPr marL="0" indent="0" algn="just">
              <a:buNone/>
            </a:pPr>
            <a:r>
              <a:rPr lang="en-GB" dirty="0"/>
              <a:t>And so, with all the Angels, we praise you, as in joyful celebration we acclaim:</a:t>
            </a:r>
          </a:p>
          <a:p>
            <a:endParaRPr lang="en-AU" dirty="0"/>
          </a:p>
        </p:txBody>
      </p:sp>
      <p:sp>
        <p:nvSpPr>
          <p:cNvPr id="6" name="Arrow: Right 5">
            <a:hlinkClick r:id="rId2" action="ppaction://hlinksldjump"/>
            <a:extLst>
              <a:ext uri="{FF2B5EF4-FFF2-40B4-BE49-F238E27FC236}">
                <a16:creationId xmlns:a16="http://schemas.microsoft.com/office/drawing/2014/main" id="{3C79D702-9227-E4A3-4C4B-92E03164E1E4}"/>
              </a:ext>
            </a:extLst>
          </p:cNvPr>
          <p:cNvSpPr/>
          <p:nvPr/>
        </p:nvSpPr>
        <p:spPr>
          <a:xfrm>
            <a:off x="6899564" y="5986540"/>
            <a:ext cx="1909420" cy="436906"/>
          </a:xfrm>
          <a:prstGeom prst="rightArrow">
            <a:avLst>
              <a:gd name="adj1" fmla="val 100000"/>
              <a:gd name="adj2" fmla="val 50000"/>
            </a:avLst>
          </a:prstGeom>
          <a:solidFill>
            <a:srgbClr val="5572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b="1" dirty="0"/>
              <a:t>圣、圣、圣</a:t>
            </a:r>
            <a:endParaRPr lang="en-HK" b="1" dirty="0"/>
          </a:p>
        </p:txBody>
      </p:sp>
    </p:spTree>
    <p:extLst>
      <p:ext uri="{BB962C8B-B14F-4D97-AF65-F5344CB8AC3E}">
        <p14:creationId xmlns:p14="http://schemas.microsoft.com/office/powerpoint/2010/main" val="15512885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75E920-89B7-1D5B-598C-744A9C8A35EA}"/>
              </a:ext>
            </a:extLst>
          </p:cNvPr>
          <p:cNvSpPr>
            <a:spLocks noGrp="1"/>
          </p:cNvSpPr>
          <p:nvPr>
            <p:ph type="title"/>
          </p:nvPr>
        </p:nvSpPr>
        <p:spPr/>
        <p:txBody>
          <a:bodyPr>
            <a:normAutofit fontScale="90000"/>
          </a:bodyPr>
          <a:lstStyle/>
          <a:p>
            <a:br>
              <a:rPr lang="en-AU" altLang="zh-TW" dirty="0"/>
            </a:br>
            <a:r>
              <a:rPr lang="zh-TW" altLang="en-US" dirty="0"/>
              <a:t>常年期主日颂谢词（八）　</a:t>
            </a:r>
            <a:r>
              <a:rPr lang="en-AU" dirty="0"/>
              <a:t>Preface VIII</a:t>
            </a:r>
            <a:br>
              <a:rPr lang="en-AU" dirty="0"/>
            </a:br>
            <a:endParaRPr lang="en-AU" dirty="0"/>
          </a:p>
        </p:txBody>
      </p:sp>
      <p:sp>
        <p:nvSpPr>
          <p:cNvPr id="3" name="Content Placeholder 2">
            <a:extLst>
              <a:ext uri="{FF2B5EF4-FFF2-40B4-BE49-F238E27FC236}">
                <a16:creationId xmlns:a16="http://schemas.microsoft.com/office/drawing/2014/main" id="{3F8F9031-5A49-A23A-672D-B868A2F3D4FB}"/>
              </a:ext>
            </a:extLst>
          </p:cNvPr>
          <p:cNvSpPr>
            <a:spLocks noGrp="1"/>
          </p:cNvSpPr>
          <p:nvPr>
            <p:ph sz="half" idx="1"/>
          </p:nvPr>
        </p:nvSpPr>
        <p:spPr/>
        <p:txBody>
          <a:bodyPr/>
          <a:lstStyle/>
          <a:p>
            <a:pPr marL="0" indent="0">
              <a:buNone/>
            </a:pPr>
            <a:r>
              <a:rPr lang="zh-CN" altLang="en-US" spc="-300" dirty="0"/>
              <a:t>主、圣父、全能永生的天主！我们时时处处感谢你，实在是理所当然的，并能使人得救。</a:t>
            </a:r>
          </a:p>
          <a:p>
            <a:endParaRPr lang="en-AU" dirty="0"/>
          </a:p>
        </p:txBody>
      </p:sp>
      <p:sp>
        <p:nvSpPr>
          <p:cNvPr id="4" name="Content Placeholder 3">
            <a:extLst>
              <a:ext uri="{FF2B5EF4-FFF2-40B4-BE49-F238E27FC236}">
                <a16:creationId xmlns:a16="http://schemas.microsoft.com/office/drawing/2014/main" id="{40150B26-D353-772E-8A61-7C47E56A936C}"/>
              </a:ext>
            </a:extLst>
          </p:cNvPr>
          <p:cNvSpPr>
            <a:spLocks noGrp="1"/>
          </p:cNvSpPr>
          <p:nvPr>
            <p:ph sz="half" idx="2"/>
          </p:nvPr>
        </p:nvSpPr>
        <p:spPr/>
        <p:txBody>
          <a:bodyPr/>
          <a:lstStyle/>
          <a:p>
            <a:pPr marL="0" indent="0" algn="just">
              <a:buNone/>
            </a:pPr>
            <a:r>
              <a:rPr lang="en-GB" dirty="0"/>
              <a:t>It is truly right and just, our duty and our salvation, always and everywhere to give you thanks, Lord, holy Father, almighty and eternal God.</a:t>
            </a:r>
          </a:p>
          <a:p>
            <a:endParaRPr lang="en-AU" dirty="0"/>
          </a:p>
        </p:txBody>
      </p:sp>
    </p:spTree>
    <p:extLst>
      <p:ext uri="{BB962C8B-B14F-4D97-AF65-F5344CB8AC3E}">
        <p14:creationId xmlns:p14="http://schemas.microsoft.com/office/powerpoint/2010/main" val="29301736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F74B78-534D-53D2-D7B0-3EB5BECB2D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D0703D-57C3-219A-C158-1B04DACBED8A}"/>
              </a:ext>
            </a:extLst>
          </p:cNvPr>
          <p:cNvSpPr>
            <a:spLocks noGrp="1"/>
          </p:cNvSpPr>
          <p:nvPr>
            <p:ph type="title"/>
          </p:nvPr>
        </p:nvSpPr>
        <p:spPr/>
        <p:txBody>
          <a:bodyPr>
            <a:normAutofit fontScale="90000"/>
          </a:bodyPr>
          <a:lstStyle/>
          <a:p>
            <a:br>
              <a:rPr lang="en-AU" altLang="zh-TW" dirty="0"/>
            </a:br>
            <a:r>
              <a:rPr lang="zh-TW" altLang="en-US" dirty="0"/>
              <a:t>常年期主日颂谢词（八）　</a:t>
            </a:r>
            <a:r>
              <a:rPr lang="en-AU" dirty="0"/>
              <a:t>Preface VIII</a:t>
            </a:r>
            <a:br>
              <a:rPr lang="en-AU" dirty="0"/>
            </a:br>
            <a:endParaRPr lang="en-AU" dirty="0"/>
          </a:p>
        </p:txBody>
      </p:sp>
      <p:sp>
        <p:nvSpPr>
          <p:cNvPr id="3" name="Content Placeholder 2">
            <a:extLst>
              <a:ext uri="{FF2B5EF4-FFF2-40B4-BE49-F238E27FC236}">
                <a16:creationId xmlns:a16="http://schemas.microsoft.com/office/drawing/2014/main" id="{6CE70F45-EBFF-157A-17FC-3C5E58A83E00}"/>
              </a:ext>
            </a:extLst>
          </p:cNvPr>
          <p:cNvSpPr>
            <a:spLocks noGrp="1"/>
          </p:cNvSpPr>
          <p:nvPr>
            <p:ph sz="half" idx="1"/>
          </p:nvPr>
        </p:nvSpPr>
        <p:spPr/>
        <p:txBody>
          <a:bodyPr/>
          <a:lstStyle/>
          <a:p>
            <a:pPr marL="0" indent="0">
              <a:buNone/>
            </a:pPr>
            <a:r>
              <a:rPr lang="zh-CN" altLang="en-US" spc="-300" dirty="0"/>
              <a:t>你的子女犯罪，远离了你，你却藉你圣子的血及圣神的德能，使他们重新与你团聚：</a:t>
            </a:r>
          </a:p>
          <a:p>
            <a:endParaRPr lang="en-AU" dirty="0"/>
          </a:p>
        </p:txBody>
      </p:sp>
      <p:sp>
        <p:nvSpPr>
          <p:cNvPr id="4" name="Content Placeholder 3">
            <a:extLst>
              <a:ext uri="{FF2B5EF4-FFF2-40B4-BE49-F238E27FC236}">
                <a16:creationId xmlns:a16="http://schemas.microsoft.com/office/drawing/2014/main" id="{B9ED205F-EFB5-C92D-F373-5EAAF80B08AE}"/>
              </a:ext>
            </a:extLst>
          </p:cNvPr>
          <p:cNvSpPr>
            <a:spLocks noGrp="1"/>
          </p:cNvSpPr>
          <p:nvPr>
            <p:ph sz="half" idx="2"/>
          </p:nvPr>
        </p:nvSpPr>
        <p:spPr/>
        <p:txBody>
          <a:bodyPr/>
          <a:lstStyle/>
          <a:p>
            <a:pPr marL="0" indent="0" algn="just">
              <a:buNone/>
            </a:pPr>
            <a:r>
              <a:rPr lang="en-GB" dirty="0"/>
              <a:t>For when your children were scattered afar by sin, through the Blood of your Son and the power of the Spirit, you gathered them again to yourself,</a:t>
            </a:r>
          </a:p>
          <a:p>
            <a:endParaRPr lang="en-AU" dirty="0"/>
          </a:p>
        </p:txBody>
      </p:sp>
    </p:spTree>
    <p:extLst>
      <p:ext uri="{BB962C8B-B14F-4D97-AF65-F5344CB8AC3E}">
        <p14:creationId xmlns:p14="http://schemas.microsoft.com/office/powerpoint/2010/main" val="6700597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96B6C4-61BF-E8E4-470E-FD40AF9B49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27AC13-FE8E-1B92-5992-4D54796B96F1}"/>
              </a:ext>
            </a:extLst>
          </p:cNvPr>
          <p:cNvSpPr>
            <a:spLocks noGrp="1"/>
          </p:cNvSpPr>
          <p:nvPr>
            <p:ph type="title"/>
          </p:nvPr>
        </p:nvSpPr>
        <p:spPr/>
        <p:txBody>
          <a:bodyPr>
            <a:normAutofit fontScale="90000"/>
          </a:bodyPr>
          <a:lstStyle/>
          <a:p>
            <a:br>
              <a:rPr lang="en-AU" altLang="zh-TW" dirty="0"/>
            </a:br>
            <a:r>
              <a:rPr lang="zh-TW" altLang="en-US" dirty="0"/>
              <a:t>常年期主日颂谢词（八）　</a:t>
            </a:r>
            <a:r>
              <a:rPr lang="en-AU" dirty="0"/>
              <a:t>Preface VIII</a:t>
            </a:r>
            <a:br>
              <a:rPr lang="en-AU" dirty="0"/>
            </a:br>
            <a:endParaRPr lang="en-AU" dirty="0"/>
          </a:p>
        </p:txBody>
      </p:sp>
      <p:sp>
        <p:nvSpPr>
          <p:cNvPr id="3" name="Content Placeholder 2">
            <a:extLst>
              <a:ext uri="{FF2B5EF4-FFF2-40B4-BE49-F238E27FC236}">
                <a16:creationId xmlns:a16="http://schemas.microsoft.com/office/drawing/2014/main" id="{89CA9AC0-AC06-E881-AF6E-449A2A4B9687}"/>
              </a:ext>
            </a:extLst>
          </p:cNvPr>
          <p:cNvSpPr>
            <a:spLocks noGrp="1"/>
          </p:cNvSpPr>
          <p:nvPr>
            <p:ph sz="half" idx="1"/>
          </p:nvPr>
        </p:nvSpPr>
        <p:spPr/>
        <p:txBody>
          <a:bodyPr>
            <a:normAutofit/>
          </a:bodyPr>
          <a:lstStyle/>
          <a:p>
            <a:pPr marL="0" indent="0">
              <a:buNone/>
            </a:pPr>
            <a:r>
              <a:rPr lang="zh-CN" altLang="en-US" spc="-300" dirty="0"/>
              <a:t>正如你和圣子及圣神只是一个天主，你召叫人类成为一个子民，基督的奥体、圣神的宫殿、你的教会，来歌颂你无比的智慧。</a:t>
            </a:r>
          </a:p>
          <a:p>
            <a:endParaRPr lang="en-AU" dirty="0"/>
          </a:p>
        </p:txBody>
      </p:sp>
      <p:sp>
        <p:nvSpPr>
          <p:cNvPr id="4" name="Content Placeholder 3">
            <a:extLst>
              <a:ext uri="{FF2B5EF4-FFF2-40B4-BE49-F238E27FC236}">
                <a16:creationId xmlns:a16="http://schemas.microsoft.com/office/drawing/2014/main" id="{5F4FCB22-7E07-846C-966E-B7C95EE7C7DE}"/>
              </a:ext>
            </a:extLst>
          </p:cNvPr>
          <p:cNvSpPr>
            <a:spLocks noGrp="1"/>
          </p:cNvSpPr>
          <p:nvPr>
            <p:ph sz="half" idx="2"/>
          </p:nvPr>
        </p:nvSpPr>
        <p:spPr/>
        <p:txBody>
          <a:bodyPr>
            <a:normAutofit/>
          </a:bodyPr>
          <a:lstStyle/>
          <a:p>
            <a:pPr marL="0" indent="0" algn="just">
              <a:buNone/>
            </a:pPr>
            <a:r>
              <a:rPr lang="en-GB" dirty="0"/>
              <a:t>that a people, formed as one by the unity of the Trinity, made the body of Christ and the temple of the Holy Spirit, might, to the praise of your manifold wisdom, be manifest as the Church.</a:t>
            </a:r>
          </a:p>
          <a:p>
            <a:endParaRPr lang="en-AU" dirty="0"/>
          </a:p>
        </p:txBody>
      </p:sp>
    </p:spTree>
    <p:extLst>
      <p:ext uri="{BB962C8B-B14F-4D97-AF65-F5344CB8AC3E}">
        <p14:creationId xmlns:p14="http://schemas.microsoft.com/office/powerpoint/2010/main" val="13816411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0F6FC5-B18B-9443-22E8-20B0160DDD47}"/>
              </a:ext>
            </a:extLst>
          </p:cNvPr>
          <p:cNvSpPr>
            <a:spLocks noGrp="1"/>
          </p:cNvSpPr>
          <p:nvPr>
            <p:ph type="title"/>
          </p:nvPr>
        </p:nvSpPr>
        <p:spPr/>
        <p:txBody>
          <a:bodyPr>
            <a:normAutofit fontScale="90000"/>
          </a:bodyPr>
          <a:lstStyle/>
          <a:p>
            <a:br>
              <a:rPr lang="en-AU" altLang="zh-TW" dirty="0"/>
            </a:br>
            <a:r>
              <a:rPr lang="zh-TW" altLang="en-US" dirty="0"/>
              <a:t>常年期主日颂谢词（八）　</a:t>
            </a:r>
            <a:r>
              <a:rPr lang="en-AU" dirty="0"/>
              <a:t>Preface VIII</a:t>
            </a:r>
            <a:br>
              <a:rPr lang="en-AU" dirty="0"/>
            </a:br>
            <a:endParaRPr lang="en-AU" dirty="0"/>
          </a:p>
        </p:txBody>
      </p:sp>
      <p:sp>
        <p:nvSpPr>
          <p:cNvPr id="3" name="Content Placeholder 2">
            <a:extLst>
              <a:ext uri="{FF2B5EF4-FFF2-40B4-BE49-F238E27FC236}">
                <a16:creationId xmlns:a16="http://schemas.microsoft.com/office/drawing/2014/main" id="{91D61160-2D05-11D1-43B3-B43A7313A08E}"/>
              </a:ext>
            </a:extLst>
          </p:cNvPr>
          <p:cNvSpPr>
            <a:spLocks noGrp="1"/>
          </p:cNvSpPr>
          <p:nvPr>
            <p:ph sz="half" idx="1"/>
          </p:nvPr>
        </p:nvSpPr>
        <p:spPr/>
        <p:txBody>
          <a:bodyPr/>
          <a:lstStyle/>
          <a:p>
            <a:pPr marL="0" indent="0" hangingPunct="0">
              <a:buNone/>
            </a:pPr>
            <a:r>
              <a:rPr lang="zh-CN" altLang="en-US" spc="-300" dirty="0"/>
              <a:t>因此，我们随同所有天使欢跃赞美你，不停地欢呼：</a:t>
            </a:r>
          </a:p>
          <a:p>
            <a:pPr hangingPunct="0"/>
            <a:endParaRPr lang="en-AU" dirty="0"/>
          </a:p>
        </p:txBody>
      </p:sp>
      <p:sp>
        <p:nvSpPr>
          <p:cNvPr id="4" name="Content Placeholder 3">
            <a:extLst>
              <a:ext uri="{FF2B5EF4-FFF2-40B4-BE49-F238E27FC236}">
                <a16:creationId xmlns:a16="http://schemas.microsoft.com/office/drawing/2014/main" id="{DD67246D-3FC6-C559-F05A-AC648315B355}"/>
              </a:ext>
            </a:extLst>
          </p:cNvPr>
          <p:cNvSpPr>
            <a:spLocks noGrp="1"/>
          </p:cNvSpPr>
          <p:nvPr>
            <p:ph sz="half" idx="2"/>
          </p:nvPr>
        </p:nvSpPr>
        <p:spPr/>
        <p:txBody>
          <a:bodyPr/>
          <a:lstStyle/>
          <a:p>
            <a:pPr marL="0" indent="0" algn="just">
              <a:buNone/>
            </a:pPr>
            <a:r>
              <a:rPr lang="en-GB" dirty="0"/>
              <a:t>And so, in company with the choirs of Angels, we praise you, and with joy we proclaim:</a:t>
            </a:r>
          </a:p>
          <a:p>
            <a:endParaRPr lang="en-AU" dirty="0"/>
          </a:p>
        </p:txBody>
      </p:sp>
      <p:sp>
        <p:nvSpPr>
          <p:cNvPr id="6" name="Arrow: Right 5">
            <a:hlinkClick r:id="rId2" action="ppaction://hlinksldjump"/>
            <a:extLst>
              <a:ext uri="{FF2B5EF4-FFF2-40B4-BE49-F238E27FC236}">
                <a16:creationId xmlns:a16="http://schemas.microsoft.com/office/drawing/2014/main" id="{7A17DEAF-E74C-FD0F-7500-DB00BDBD1719}"/>
              </a:ext>
            </a:extLst>
          </p:cNvPr>
          <p:cNvSpPr/>
          <p:nvPr/>
        </p:nvSpPr>
        <p:spPr>
          <a:xfrm>
            <a:off x="6899564" y="5986540"/>
            <a:ext cx="1909420" cy="436906"/>
          </a:xfrm>
          <a:prstGeom prst="rightArrow">
            <a:avLst>
              <a:gd name="adj1" fmla="val 100000"/>
              <a:gd name="adj2" fmla="val 50000"/>
            </a:avLst>
          </a:prstGeom>
          <a:solidFill>
            <a:srgbClr val="5572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b="1" dirty="0"/>
              <a:t>圣、圣、圣</a:t>
            </a:r>
            <a:endParaRPr lang="en-HK" b="1" dirty="0"/>
          </a:p>
        </p:txBody>
      </p:sp>
    </p:spTree>
    <p:extLst>
      <p:ext uri="{BB962C8B-B14F-4D97-AF65-F5344CB8AC3E}">
        <p14:creationId xmlns:p14="http://schemas.microsoft.com/office/powerpoint/2010/main" val="25213833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B3E2D3-BDA2-5D13-84BC-878D1DCD387A}"/>
            </a:ext>
          </a:extLst>
        </p:cNvPr>
        <p:cNvGrpSpPr/>
        <p:nvPr/>
      </p:nvGrpSpPr>
      <p:grpSpPr>
        <a:xfrm>
          <a:off x="0" y="0"/>
          <a:ext cx="0" cy="0"/>
          <a:chOff x="0" y="0"/>
          <a:chExt cx="0" cy="0"/>
        </a:xfrm>
      </p:grpSpPr>
      <p:sp>
        <p:nvSpPr>
          <p:cNvPr id="14" name="Title 13">
            <a:extLst>
              <a:ext uri="{FF2B5EF4-FFF2-40B4-BE49-F238E27FC236}">
                <a16:creationId xmlns:a16="http://schemas.microsoft.com/office/drawing/2014/main" id="{6C870856-B84B-B664-5EF9-9AF0D41FB62C}"/>
              </a:ext>
            </a:extLst>
          </p:cNvPr>
          <p:cNvSpPr>
            <a:spLocks noGrp="1"/>
          </p:cNvSpPr>
          <p:nvPr>
            <p:ph type="title"/>
          </p:nvPr>
        </p:nvSpPr>
        <p:spPr/>
        <p:txBody>
          <a:bodyPr/>
          <a:lstStyle/>
          <a:p>
            <a:endParaRPr lang="en-AU"/>
          </a:p>
        </p:txBody>
      </p:sp>
      <p:sp>
        <p:nvSpPr>
          <p:cNvPr id="15" name="Content Placeholder 14">
            <a:extLst>
              <a:ext uri="{FF2B5EF4-FFF2-40B4-BE49-F238E27FC236}">
                <a16:creationId xmlns:a16="http://schemas.microsoft.com/office/drawing/2014/main" id="{3BDCFAB6-A825-5804-81CA-B0D462DDBC7F}"/>
              </a:ext>
            </a:extLst>
          </p:cNvPr>
          <p:cNvSpPr>
            <a:spLocks noGrp="1"/>
          </p:cNvSpPr>
          <p:nvPr>
            <p:ph sz="half" idx="1"/>
          </p:nvPr>
        </p:nvSpPr>
        <p:spPr/>
        <p:txBody>
          <a:bodyPr/>
          <a:lstStyle/>
          <a:p>
            <a:endParaRPr lang="en-AU"/>
          </a:p>
        </p:txBody>
      </p:sp>
      <p:sp>
        <p:nvSpPr>
          <p:cNvPr id="16" name="Content Placeholder 15">
            <a:extLst>
              <a:ext uri="{FF2B5EF4-FFF2-40B4-BE49-F238E27FC236}">
                <a16:creationId xmlns:a16="http://schemas.microsoft.com/office/drawing/2014/main" id="{CB78EF95-5F62-0B3B-3342-F68F1E3E3D37}"/>
              </a:ext>
            </a:extLst>
          </p:cNvPr>
          <p:cNvSpPr>
            <a:spLocks noGrp="1"/>
          </p:cNvSpPr>
          <p:nvPr>
            <p:ph sz="half" idx="2"/>
          </p:nvPr>
        </p:nvSpPr>
        <p:spPr/>
        <p:txBody>
          <a:bodyPr/>
          <a:lstStyle/>
          <a:p>
            <a:endParaRPr lang="en-AU"/>
          </a:p>
        </p:txBody>
      </p:sp>
      <p:pic>
        <p:nvPicPr>
          <p:cNvPr id="7" name="Picture 6">
            <a:extLst>
              <a:ext uri="{FF2B5EF4-FFF2-40B4-BE49-F238E27FC236}">
                <a16:creationId xmlns:a16="http://schemas.microsoft.com/office/drawing/2014/main" id="{E94E3DE4-E7C6-B65D-7979-2DB4691A5F76}"/>
              </a:ext>
            </a:extLst>
          </p:cNvPr>
          <p:cNvPicPr>
            <a:picLocks noChangeAspect="1"/>
          </p:cNvPicPr>
          <p:nvPr/>
        </p:nvPicPr>
        <p:blipFill>
          <a:blip r:embed="rId2">
            <a:extLst>
              <a:ext uri="{28A0092B-C50C-407E-A947-70E740481C1C}">
                <a14:useLocalDpi xmlns:a14="http://schemas.microsoft.com/office/drawing/2010/main" val="0"/>
              </a:ext>
            </a:extLst>
          </a:blip>
          <a:srcRect b="25000"/>
          <a:stretch>
            <a:fillRect/>
          </a:stretch>
        </p:blipFill>
        <p:spPr>
          <a:xfrm>
            <a:off x="-1" y="1"/>
            <a:ext cx="9144001" cy="6858000"/>
          </a:xfrm>
          <a:prstGeom prst="rect">
            <a:avLst/>
          </a:prstGeom>
        </p:spPr>
      </p:pic>
      <p:sp>
        <p:nvSpPr>
          <p:cNvPr id="8" name="Rectangle: Rounded Corners 7">
            <a:extLst>
              <a:ext uri="{FF2B5EF4-FFF2-40B4-BE49-F238E27FC236}">
                <a16:creationId xmlns:a16="http://schemas.microsoft.com/office/drawing/2014/main" id="{5CEE5373-1686-1045-6DDF-738E56584DAF}"/>
              </a:ext>
            </a:extLst>
          </p:cNvPr>
          <p:cNvSpPr/>
          <p:nvPr/>
        </p:nvSpPr>
        <p:spPr>
          <a:xfrm>
            <a:off x="119270" y="1109893"/>
            <a:ext cx="5320747" cy="5524237"/>
          </a:xfrm>
          <a:prstGeom prst="roundRect">
            <a:avLst>
              <a:gd name="adj" fmla="val 2712"/>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just" hangingPunct="0"/>
            <a:r>
              <a:rPr lang="zh-TW" altLang="en-US" sz="4800" b="1" spc="-500" dirty="0">
                <a:solidFill>
                  <a:srgbClr val="282120"/>
                </a:solidFill>
              </a:rPr>
              <a:t>圣、圣、圣、上主，万有的天主，你的光荣充满天地。欢呼之声，响彻云霄。奉主名而来的，当受赞美。欢呼之声，响彻云霄。</a:t>
            </a:r>
            <a:endParaRPr lang="zh-CN" altLang="en-US" sz="4800" b="1" spc="-500" dirty="0">
              <a:solidFill>
                <a:srgbClr val="282120"/>
              </a:solidFill>
            </a:endParaRPr>
          </a:p>
        </p:txBody>
      </p:sp>
      <p:sp>
        <p:nvSpPr>
          <p:cNvPr id="9" name="Rectangle: Rounded Corners 8">
            <a:extLst>
              <a:ext uri="{FF2B5EF4-FFF2-40B4-BE49-F238E27FC236}">
                <a16:creationId xmlns:a16="http://schemas.microsoft.com/office/drawing/2014/main" id="{C158AAF0-6646-0FEA-DAAC-03580F521C8F}"/>
              </a:ext>
            </a:extLst>
          </p:cNvPr>
          <p:cNvSpPr/>
          <p:nvPr/>
        </p:nvSpPr>
        <p:spPr>
          <a:xfrm>
            <a:off x="5605670" y="1109893"/>
            <a:ext cx="3317614" cy="5524236"/>
          </a:xfrm>
          <a:prstGeom prst="roundRect">
            <a:avLst>
              <a:gd name="adj" fmla="val 2712"/>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t"/>
          <a:lstStyle/>
          <a:p>
            <a:pPr algn="just"/>
            <a:r>
              <a:rPr lang="en-HK" sz="2800" b="1" spc="-150" dirty="0">
                <a:solidFill>
                  <a:schemeClr val="tx1"/>
                </a:solidFill>
              </a:rPr>
              <a:t>Holy, Holy, Holy Lord God of hosts. Heaven and earth are full of your glory. Hosanna in the highest. Blessed is he who comes in the name of the Lord. Hosanna in the highest.</a:t>
            </a:r>
          </a:p>
        </p:txBody>
      </p:sp>
      <p:sp>
        <p:nvSpPr>
          <p:cNvPr id="10" name="Rectangle: Rounded Corners 9">
            <a:extLst>
              <a:ext uri="{FF2B5EF4-FFF2-40B4-BE49-F238E27FC236}">
                <a16:creationId xmlns:a16="http://schemas.microsoft.com/office/drawing/2014/main" id="{9AE1B089-D972-9C49-9242-F2F4E73F115A}"/>
              </a:ext>
            </a:extLst>
          </p:cNvPr>
          <p:cNvSpPr/>
          <p:nvPr/>
        </p:nvSpPr>
        <p:spPr>
          <a:xfrm>
            <a:off x="220717" y="168142"/>
            <a:ext cx="8702566" cy="790401"/>
          </a:xfrm>
          <a:prstGeom prst="roundRect">
            <a:avLst>
              <a:gd name="adj" fmla="val 11488"/>
            </a:avLst>
          </a:prstGeom>
          <a:solidFill>
            <a:srgbClr val="5572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3600" b="1">
                <a:solidFill>
                  <a:schemeClr val="bg1"/>
                </a:solidFill>
              </a:rPr>
              <a:t>圣、圣、圣　</a:t>
            </a:r>
            <a:r>
              <a:rPr lang="en-HK" altLang="zh-TW" sz="3600" b="1">
                <a:solidFill>
                  <a:schemeClr val="bg1"/>
                </a:solidFill>
              </a:rPr>
              <a:t>Sanctus</a:t>
            </a:r>
            <a:endParaRPr lang="zh-TW" altLang="en-US" sz="3600" b="1">
              <a:solidFill>
                <a:schemeClr val="bg1"/>
              </a:solidFill>
            </a:endParaRPr>
          </a:p>
        </p:txBody>
      </p:sp>
      <p:sp>
        <p:nvSpPr>
          <p:cNvPr id="2" name="Rectangle: Rounded Corners 1">
            <a:extLst>
              <a:ext uri="{FF2B5EF4-FFF2-40B4-BE49-F238E27FC236}">
                <a16:creationId xmlns:a16="http://schemas.microsoft.com/office/drawing/2014/main" id="{031C44DC-B750-2983-B2B9-E9AAF4609A44}"/>
              </a:ext>
            </a:extLst>
          </p:cNvPr>
          <p:cNvSpPr/>
          <p:nvPr/>
        </p:nvSpPr>
        <p:spPr>
          <a:xfrm>
            <a:off x="111268" y="1081856"/>
            <a:ext cx="5320747" cy="5524237"/>
          </a:xfrm>
          <a:prstGeom prst="roundRect">
            <a:avLst>
              <a:gd name="adj" fmla="val 2712"/>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just" hangingPunct="0"/>
            <a:r>
              <a:rPr lang="zh-TW" altLang="en-US" sz="4800" b="1" spc="-500" dirty="0">
                <a:solidFill>
                  <a:srgbClr val="282120"/>
                </a:solidFill>
              </a:rPr>
              <a:t>圣、圣、圣、上主，万有的天主，你的光荣充满天地。欢呼之声，响彻云霄。奉主名而来的，当受赞美。欢呼之声，响彻云霄。</a:t>
            </a:r>
            <a:endParaRPr lang="zh-CN" altLang="en-US" sz="4800" b="1" spc="-500" dirty="0">
              <a:solidFill>
                <a:srgbClr val="282120"/>
              </a:solidFill>
            </a:endParaRPr>
          </a:p>
        </p:txBody>
      </p:sp>
      <p:sp>
        <p:nvSpPr>
          <p:cNvPr id="6" name="Rectangle: Rounded Corners 5">
            <a:extLst>
              <a:ext uri="{FF2B5EF4-FFF2-40B4-BE49-F238E27FC236}">
                <a16:creationId xmlns:a16="http://schemas.microsoft.com/office/drawing/2014/main" id="{D8D28935-B740-1101-9656-A98AADDA8E8C}"/>
              </a:ext>
            </a:extLst>
          </p:cNvPr>
          <p:cNvSpPr/>
          <p:nvPr/>
        </p:nvSpPr>
        <p:spPr>
          <a:xfrm>
            <a:off x="6211824" y="5909579"/>
            <a:ext cx="1108476" cy="436906"/>
          </a:xfrm>
          <a:prstGeom prst="roundRect">
            <a:avLst/>
          </a:prstGeom>
          <a:solidFill>
            <a:srgbClr val="5572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b="1" dirty="0"/>
              <a:t>感恩经</a:t>
            </a:r>
            <a:endParaRPr lang="en-HK" b="1" dirty="0"/>
          </a:p>
        </p:txBody>
      </p:sp>
      <p:pic>
        <p:nvPicPr>
          <p:cNvPr id="17" name="Graphic 16" descr="Badge 1 with solid fill">
            <a:hlinkClick r:id="rId3" action="ppaction://hlinksldjump"/>
            <a:extLst>
              <a:ext uri="{FF2B5EF4-FFF2-40B4-BE49-F238E27FC236}">
                <a16:creationId xmlns:a16="http://schemas.microsoft.com/office/drawing/2014/main" id="{2716A85D-AEEC-91F1-108C-1B106944DD7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382688" y="5774010"/>
            <a:ext cx="702000" cy="702000"/>
          </a:xfrm>
          <a:prstGeom prst="rect">
            <a:avLst/>
          </a:prstGeom>
        </p:spPr>
      </p:pic>
      <p:pic>
        <p:nvPicPr>
          <p:cNvPr id="18" name="Graphic 17" descr="Badge 3 with solid fill">
            <a:hlinkClick r:id="rId5" action="ppaction://hlinksldjump"/>
            <a:extLst>
              <a:ext uri="{FF2B5EF4-FFF2-40B4-BE49-F238E27FC236}">
                <a16:creationId xmlns:a16="http://schemas.microsoft.com/office/drawing/2014/main" id="{C46E5312-007B-F9B3-664C-0FA7A2C25FEA}"/>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095836" y="5774010"/>
            <a:ext cx="702000" cy="702000"/>
          </a:xfrm>
          <a:prstGeom prst="rect">
            <a:avLst/>
          </a:prstGeom>
        </p:spPr>
      </p:pic>
      <p:grpSp>
        <p:nvGrpSpPr>
          <p:cNvPr id="23" name="Group 22">
            <a:extLst>
              <a:ext uri="{FF2B5EF4-FFF2-40B4-BE49-F238E27FC236}">
                <a16:creationId xmlns:a16="http://schemas.microsoft.com/office/drawing/2014/main" id="{9BEA4CD2-7EC1-AB87-EA71-9396B7C04D76}"/>
              </a:ext>
            </a:extLst>
          </p:cNvPr>
          <p:cNvGrpSpPr/>
          <p:nvPr/>
        </p:nvGrpSpPr>
        <p:grpSpPr>
          <a:xfrm>
            <a:off x="7433919" y="5047894"/>
            <a:ext cx="1301539" cy="599878"/>
            <a:chOff x="7433919" y="5004791"/>
            <a:chExt cx="1301539" cy="599878"/>
          </a:xfrm>
          <a:solidFill>
            <a:srgbClr val="55725D"/>
          </a:solidFill>
        </p:grpSpPr>
        <p:sp>
          <p:nvSpPr>
            <p:cNvPr id="24" name="Rectangle: Rounded Corners 23">
              <a:extLst>
                <a:ext uri="{FF2B5EF4-FFF2-40B4-BE49-F238E27FC236}">
                  <a16:creationId xmlns:a16="http://schemas.microsoft.com/office/drawing/2014/main" id="{BC51B5DE-27B3-4F6E-DEE2-212E1C6355AB}"/>
                </a:ext>
              </a:extLst>
            </p:cNvPr>
            <p:cNvSpPr/>
            <p:nvPr/>
          </p:nvSpPr>
          <p:spPr>
            <a:xfrm>
              <a:off x="7433919" y="5004791"/>
              <a:ext cx="1301539" cy="599878"/>
            </a:xfrm>
            <a:prstGeom prst="roundRect">
              <a:avLst/>
            </a:prstGeom>
            <a:grpFill/>
            <a:ln>
              <a:solidFill>
                <a:srgbClr val="557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zh-TW" altLang="en-US" sz="2400" b="1" dirty="0"/>
                <a:t>下跪</a:t>
              </a:r>
              <a:endParaRPr lang="en-HK" sz="2400" b="1" dirty="0"/>
            </a:p>
          </p:txBody>
        </p:sp>
        <p:pic>
          <p:nvPicPr>
            <p:cNvPr id="25" name="Picture 24" descr="A black silhouette of a person kneeling on his knees&#10;&#10;AI-generated content may be incorrect.">
              <a:extLst>
                <a:ext uri="{FF2B5EF4-FFF2-40B4-BE49-F238E27FC236}">
                  <a16:creationId xmlns:a16="http://schemas.microsoft.com/office/drawing/2014/main" id="{2712190A-B079-D0C8-F70C-3DD52FAA0148}"/>
                </a:ext>
              </a:extLst>
            </p:cNvPr>
            <p:cNvPicPr>
              <a:picLocks noChangeAspect="1"/>
            </p:cNvPicPr>
            <p:nvPr/>
          </p:nvPicPr>
          <p:blipFill>
            <a:blip r:embed="rId7">
              <a:lum bright="70000" contrast="-70000"/>
              <a:extLst>
                <a:ext uri="{BEBA8EAE-BF5A-486C-A8C5-ECC9F3942E4B}">
                  <a14:imgProps xmlns:a14="http://schemas.microsoft.com/office/drawing/2010/main">
                    <a14:imgLayer r:embed="rId8">
                      <a14:imgEffect>
                        <a14:backgroundRemoval t="10000" b="90000" l="10000" r="90000"/>
                      </a14:imgEffect>
                    </a14:imgLayer>
                  </a14:imgProps>
                </a:ext>
              </a:extLst>
            </a:blip>
            <a:stretch>
              <a:fillRect/>
            </a:stretch>
          </p:blipFill>
          <p:spPr>
            <a:xfrm>
              <a:off x="7524425" y="5092302"/>
              <a:ext cx="463437" cy="424855"/>
            </a:xfrm>
            <a:prstGeom prst="rect">
              <a:avLst/>
            </a:prstGeom>
            <a:grpFill/>
            <a:ln>
              <a:solidFill>
                <a:srgbClr val="55725D"/>
              </a:solidFill>
            </a:ln>
          </p:spPr>
        </p:pic>
      </p:grpSp>
    </p:spTree>
    <p:extLst>
      <p:ext uri="{BB962C8B-B14F-4D97-AF65-F5344CB8AC3E}">
        <p14:creationId xmlns:p14="http://schemas.microsoft.com/office/powerpoint/2010/main" val="36565379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660807-4CB7-C92D-341F-A5B38AD03B7A}"/>
              </a:ext>
            </a:extLst>
          </p:cNvPr>
          <p:cNvSpPr>
            <a:spLocks noGrp="1"/>
          </p:cNvSpPr>
          <p:nvPr>
            <p:ph type="title"/>
          </p:nvPr>
        </p:nvSpPr>
        <p:spPr/>
        <p:txBody>
          <a:bodyPr>
            <a:normAutofit fontScale="90000"/>
          </a:bodyPr>
          <a:lstStyle/>
          <a:p>
            <a:br>
              <a:rPr lang="en-AU" altLang="zh-TW" dirty="0"/>
            </a:br>
            <a:r>
              <a:rPr lang="zh-TW" altLang="en-US" dirty="0"/>
              <a:t>感恩经（一）　</a:t>
            </a:r>
            <a:r>
              <a:rPr lang="en-AU" dirty="0"/>
              <a:t>Eucharistic Prayer I</a:t>
            </a:r>
            <a:br>
              <a:rPr lang="en-AU" dirty="0"/>
            </a:br>
            <a:endParaRPr lang="en-AU" dirty="0"/>
          </a:p>
        </p:txBody>
      </p:sp>
      <p:sp>
        <p:nvSpPr>
          <p:cNvPr id="3" name="Content Placeholder 2">
            <a:extLst>
              <a:ext uri="{FF2B5EF4-FFF2-40B4-BE49-F238E27FC236}">
                <a16:creationId xmlns:a16="http://schemas.microsoft.com/office/drawing/2014/main" id="{3212FEA2-15CD-175E-6C2C-01E9023E7FE6}"/>
              </a:ext>
            </a:extLst>
          </p:cNvPr>
          <p:cNvSpPr>
            <a:spLocks noGrp="1"/>
          </p:cNvSpPr>
          <p:nvPr>
            <p:ph sz="half" idx="1"/>
          </p:nvPr>
        </p:nvSpPr>
        <p:spPr/>
        <p:txBody>
          <a:bodyPr>
            <a:normAutofit/>
          </a:bodyPr>
          <a:lstStyle/>
          <a:p>
            <a:pPr marL="0" indent="0" algn="just" hangingPunct="0">
              <a:buNone/>
            </a:pPr>
            <a:r>
              <a:rPr lang="zh-CN" altLang="en-US" dirty="0"/>
              <a:t>至仁慈的圣父，我们仰赖你的圣子、我们的主耶稣基督，恳求你悦纳并降福这些圣洁无玷的牺牲；</a:t>
            </a:r>
          </a:p>
          <a:p>
            <a:pPr algn="just" hangingPunct="0"/>
            <a:endParaRPr lang="en-AU" dirty="0"/>
          </a:p>
        </p:txBody>
      </p:sp>
      <p:sp>
        <p:nvSpPr>
          <p:cNvPr id="4" name="Content Placeholder 3">
            <a:extLst>
              <a:ext uri="{FF2B5EF4-FFF2-40B4-BE49-F238E27FC236}">
                <a16:creationId xmlns:a16="http://schemas.microsoft.com/office/drawing/2014/main" id="{A3D693F7-533D-4FEA-7C9F-A6EC1D3B9F7E}"/>
              </a:ext>
            </a:extLst>
          </p:cNvPr>
          <p:cNvSpPr>
            <a:spLocks noGrp="1"/>
          </p:cNvSpPr>
          <p:nvPr>
            <p:ph sz="half" idx="2"/>
          </p:nvPr>
        </p:nvSpPr>
        <p:spPr/>
        <p:txBody>
          <a:bodyPr>
            <a:normAutofit/>
          </a:bodyPr>
          <a:lstStyle/>
          <a:p>
            <a:pPr marL="0" indent="0" algn="just">
              <a:buNone/>
            </a:pPr>
            <a:r>
              <a:rPr lang="en-GB" dirty="0"/>
              <a:t>To you, therefore, most merciful Father, we make humble prayer and petition through Jesus Christ, your Son, our Lord: that you accept and bless these gifts, these offerings, these holy and unblemished sacrifices, </a:t>
            </a:r>
          </a:p>
          <a:p>
            <a:pPr algn="just"/>
            <a:endParaRPr lang="en-AU" dirty="0"/>
          </a:p>
        </p:txBody>
      </p:sp>
    </p:spTree>
    <p:extLst>
      <p:ext uri="{BB962C8B-B14F-4D97-AF65-F5344CB8AC3E}">
        <p14:creationId xmlns:p14="http://schemas.microsoft.com/office/powerpoint/2010/main" val="1504275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8A11FA-1C6C-A6C1-D556-9306790018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9D4762-31C1-18BE-2258-C7B9359BF7AB}"/>
              </a:ext>
            </a:extLst>
          </p:cNvPr>
          <p:cNvSpPr>
            <a:spLocks noGrp="1"/>
          </p:cNvSpPr>
          <p:nvPr>
            <p:ph type="title"/>
          </p:nvPr>
        </p:nvSpPr>
        <p:spPr/>
        <p:txBody>
          <a:bodyPr>
            <a:normAutofit fontScale="90000"/>
          </a:bodyPr>
          <a:lstStyle/>
          <a:p>
            <a:br>
              <a:rPr lang="en-AU" altLang="zh-TW" dirty="0"/>
            </a:br>
            <a:r>
              <a:rPr lang="zh-TW" altLang="en-US" dirty="0"/>
              <a:t>感恩经（一）　</a:t>
            </a:r>
            <a:r>
              <a:rPr lang="en-AU" dirty="0"/>
              <a:t>Eucharistic Prayer I</a:t>
            </a:r>
            <a:br>
              <a:rPr lang="en-AU" dirty="0"/>
            </a:br>
            <a:endParaRPr lang="en-AU" dirty="0"/>
          </a:p>
        </p:txBody>
      </p:sp>
      <p:sp>
        <p:nvSpPr>
          <p:cNvPr id="3" name="Content Placeholder 2">
            <a:extLst>
              <a:ext uri="{FF2B5EF4-FFF2-40B4-BE49-F238E27FC236}">
                <a16:creationId xmlns:a16="http://schemas.microsoft.com/office/drawing/2014/main" id="{CC8F474D-B26E-FF36-6ADD-76DA769737D2}"/>
              </a:ext>
            </a:extLst>
          </p:cNvPr>
          <p:cNvSpPr>
            <a:spLocks noGrp="1"/>
          </p:cNvSpPr>
          <p:nvPr>
            <p:ph sz="half" idx="1"/>
          </p:nvPr>
        </p:nvSpPr>
        <p:spPr/>
        <p:txBody>
          <a:bodyPr/>
          <a:lstStyle/>
          <a:p>
            <a:pPr marL="0" indent="0" algn="just" hangingPunct="0">
              <a:buNone/>
            </a:pPr>
            <a:r>
              <a:rPr lang="zh-CN" altLang="en-US" dirty="0"/>
              <a:t>我们将这些礼品呈献给你，首先是为你的圣而公教会：求你在全球各地赐她平安与团结，保护她、治理她；</a:t>
            </a:r>
          </a:p>
          <a:p>
            <a:pPr algn="just" hangingPunct="0"/>
            <a:endParaRPr lang="en-AU" dirty="0"/>
          </a:p>
        </p:txBody>
      </p:sp>
      <p:sp>
        <p:nvSpPr>
          <p:cNvPr id="4" name="Content Placeholder 3">
            <a:extLst>
              <a:ext uri="{FF2B5EF4-FFF2-40B4-BE49-F238E27FC236}">
                <a16:creationId xmlns:a16="http://schemas.microsoft.com/office/drawing/2014/main" id="{472A47C0-528E-FEA6-BC49-47DD14BBFB2F}"/>
              </a:ext>
            </a:extLst>
          </p:cNvPr>
          <p:cNvSpPr>
            <a:spLocks noGrp="1"/>
          </p:cNvSpPr>
          <p:nvPr>
            <p:ph sz="half" idx="2"/>
          </p:nvPr>
        </p:nvSpPr>
        <p:spPr/>
        <p:txBody>
          <a:bodyPr/>
          <a:lstStyle/>
          <a:p>
            <a:pPr marL="0" indent="0" algn="just">
              <a:buNone/>
            </a:pPr>
            <a:r>
              <a:rPr lang="en-GB" dirty="0"/>
              <a:t>which we offer you firstly for your holy catholic Church. Be pleased to grant her peace, to guard, unite and govern her throughout the whole world,</a:t>
            </a:r>
          </a:p>
          <a:p>
            <a:pPr algn="just"/>
            <a:endParaRPr lang="en-AU" dirty="0"/>
          </a:p>
        </p:txBody>
      </p:sp>
    </p:spTree>
    <p:extLst>
      <p:ext uri="{BB962C8B-B14F-4D97-AF65-F5344CB8AC3E}">
        <p14:creationId xmlns:p14="http://schemas.microsoft.com/office/powerpoint/2010/main" val="17245837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613A4F-A82A-209D-A571-5F7C1D48EC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302649-3F04-E54C-A45E-6CB7944CB4F9}"/>
              </a:ext>
            </a:extLst>
          </p:cNvPr>
          <p:cNvSpPr>
            <a:spLocks noGrp="1"/>
          </p:cNvSpPr>
          <p:nvPr>
            <p:ph type="title"/>
          </p:nvPr>
        </p:nvSpPr>
        <p:spPr/>
        <p:txBody>
          <a:bodyPr>
            <a:normAutofit fontScale="90000"/>
          </a:bodyPr>
          <a:lstStyle/>
          <a:p>
            <a:br>
              <a:rPr lang="en-AU" altLang="zh-TW" dirty="0"/>
            </a:br>
            <a:r>
              <a:rPr lang="zh-TW" altLang="en-US" dirty="0"/>
              <a:t>感恩经（一）　</a:t>
            </a:r>
            <a:r>
              <a:rPr lang="en-AU" dirty="0"/>
              <a:t>Eucharistic Prayer I</a:t>
            </a:r>
            <a:br>
              <a:rPr lang="en-AU" dirty="0"/>
            </a:br>
            <a:endParaRPr lang="en-AU" dirty="0"/>
          </a:p>
        </p:txBody>
      </p:sp>
      <p:sp>
        <p:nvSpPr>
          <p:cNvPr id="3" name="Content Placeholder 2">
            <a:extLst>
              <a:ext uri="{FF2B5EF4-FFF2-40B4-BE49-F238E27FC236}">
                <a16:creationId xmlns:a16="http://schemas.microsoft.com/office/drawing/2014/main" id="{7E0823D7-CDCF-80E3-316E-A020635470A2}"/>
              </a:ext>
            </a:extLst>
          </p:cNvPr>
          <p:cNvSpPr>
            <a:spLocks noGrp="1"/>
          </p:cNvSpPr>
          <p:nvPr>
            <p:ph sz="half" idx="1"/>
          </p:nvPr>
        </p:nvSpPr>
        <p:spPr/>
        <p:txBody>
          <a:bodyPr>
            <a:normAutofit lnSpcReduction="10000"/>
          </a:bodyPr>
          <a:lstStyle/>
          <a:p>
            <a:pPr marL="0" indent="0" algn="just">
              <a:buNone/>
            </a:pPr>
            <a:r>
              <a:rPr lang="zh-CN" altLang="en-US" dirty="0"/>
              <a:t>同时，也为你的仆人我们的教宗良十四世、我们的主教阮文龙与所有主教，以及所有崇奉真道，忠于大公和宗徒信仰的人们。</a:t>
            </a:r>
          </a:p>
          <a:p>
            <a:pPr algn="just"/>
            <a:endParaRPr lang="en-AU" dirty="0"/>
          </a:p>
        </p:txBody>
      </p:sp>
      <p:sp>
        <p:nvSpPr>
          <p:cNvPr id="4" name="Content Placeholder 3">
            <a:extLst>
              <a:ext uri="{FF2B5EF4-FFF2-40B4-BE49-F238E27FC236}">
                <a16:creationId xmlns:a16="http://schemas.microsoft.com/office/drawing/2014/main" id="{71C50471-0C73-9711-6EA0-ACDC0CE77B8D}"/>
              </a:ext>
            </a:extLst>
          </p:cNvPr>
          <p:cNvSpPr>
            <a:spLocks noGrp="1"/>
          </p:cNvSpPr>
          <p:nvPr>
            <p:ph sz="half" idx="2"/>
          </p:nvPr>
        </p:nvSpPr>
        <p:spPr/>
        <p:txBody>
          <a:bodyPr>
            <a:normAutofit lnSpcReduction="10000"/>
          </a:bodyPr>
          <a:lstStyle/>
          <a:p>
            <a:pPr marL="0" indent="0" algn="just">
              <a:buNone/>
            </a:pPr>
            <a:r>
              <a:rPr lang="en-GB" dirty="0"/>
              <a:t>together with your servant Leo our Pope and </a:t>
            </a:r>
            <a:r>
              <a:rPr lang="en-AU" altLang="zh-TW" dirty="0"/>
              <a:t>Vincent</a:t>
            </a:r>
            <a:r>
              <a:rPr lang="en-GB" dirty="0"/>
              <a:t> our Bishop, and all those who, holding to the truth, hand on the catholic and apostolic faith.</a:t>
            </a:r>
          </a:p>
          <a:p>
            <a:pPr algn="just"/>
            <a:endParaRPr lang="en-AU" dirty="0"/>
          </a:p>
        </p:txBody>
      </p:sp>
    </p:spTree>
    <p:extLst>
      <p:ext uri="{BB962C8B-B14F-4D97-AF65-F5344CB8AC3E}">
        <p14:creationId xmlns:p14="http://schemas.microsoft.com/office/powerpoint/2010/main" val="23807104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E8BC50-32C6-9E5D-342F-9A7FB7AF60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D86031-1B50-DFAD-33A1-EAD897D600DC}"/>
              </a:ext>
            </a:extLst>
          </p:cNvPr>
          <p:cNvSpPr>
            <a:spLocks noGrp="1"/>
          </p:cNvSpPr>
          <p:nvPr>
            <p:ph type="title"/>
          </p:nvPr>
        </p:nvSpPr>
        <p:spPr/>
        <p:txBody>
          <a:bodyPr>
            <a:normAutofit fontScale="90000"/>
          </a:bodyPr>
          <a:lstStyle/>
          <a:p>
            <a:br>
              <a:rPr lang="en-AU" altLang="zh-TW" dirty="0"/>
            </a:br>
            <a:r>
              <a:rPr lang="zh-TW" altLang="en-US" dirty="0"/>
              <a:t>感恩经（一）　</a:t>
            </a:r>
            <a:r>
              <a:rPr lang="en-AU" dirty="0"/>
              <a:t>Eucharistic Prayer I</a:t>
            </a:r>
            <a:br>
              <a:rPr lang="en-AU" dirty="0"/>
            </a:br>
            <a:endParaRPr lang="en-AU" dirty="0"/>
          </a:p>
        </p:txBody>
      </p:sp>
      <p:sp>
        <p:nvSpPr>
          <p:cNvPr id="3" name="Content Placeholder 2">
            <a:extLst>
              <a:ext uri="{FF2B5EF4-FFF2-40B4-BE49-F238E27FC236}">
                <a16:creationId xmlns:a16="http://schemas.microsoft.com/office/drawing/2014/main" id="{F8967D36-0EFF-6B5F-BC5E-3ED9AEEAE760}"/>
              </a:ext>
            </a:extLst>
          </p:cNvPr>
          <p:cNvSpPr>
            <a:spLocks noGrp="1"/>
          </p:cNvSpPr>
          <p:nvPr>
            <p:ph sz="half" idx="1"/>
          </p:nvPr>
        </p:nvSpPr>
        <p:spPr/>
        <p:txBody>
          <a:bodyPr/>
          <a:lstStyle/>
          <a:p>
            <a:pPr marL="0" indent="0" algn="just">
              <a:buNone/>
            </a:pPr>
            <a:r>
              <a:rPr lang="zh-CN" altLang="en-US" dirty="0"/>
              <a:t>上主，求祢垂念祢的仆和所有参礼的人，他们的信德和虔诚，是祢所深知的。</a:t>
            </a:r>
          </a:p>
          <a:p>
            <a:pPr algn="just"/>
            <a:endParaRPr lang="en-AU" dirty="0"/>
          </a:p>
        </p:txBody>
      </p:sp>
      <p:sp>
        <p:nvSpPr>
          <p:cNvPr id="4" name="Content Placeholder 3">
            <a:extLst>
              <a:ext uri="{FF2B5EF4-FFF2-40B4-BE49-F238E27FC236}">
                <a16:creationId xmlns:a16="http://schemas.microsoft.com/office/drawing/2014/main" id="{2621303C-C701-43D1-A18C-954EA7EB1DBF}"/>
              </a:ext>
            </a:extLst>
          </p:cNvPr>
          <p:cNvSpPr>
            <a:spLocks noGrp="1"/>
          </p:cNvSpPr>
          <p:nvPr>
            <p:ph sz="half" idx="2"/>
          </p:nvPr>
        </p:nvSpPr>
        <p:spPr/>
        <p:txBody>
          <a:bodyPr/>
          <a:lstStyle/>
          <a:p>
            <a:pPr marL="0" indent="0" algn="just">
              <a:buNone/>
            </a:pPr>
            <a:r>
              <a:rPr lang="en-GB" dirty="0"/>
              <a:t>Remember, Lord, your servants and all gathered here, whose faith and devotion are known to you.</a:t>
            </a:r>
          </a:p>
          <a:p>
            <a:pPr algn="just"/>
            <a:endParaRPr lang="en-AU" dirty="0"/>
          </a:p>
        </p:txBody>
      </p:sp>
    </p:spTree>
    <p:extLst>
      <p:ext uri="{BB962C8B-B14F-4D97-AF65-F5344CB8AC3E}">
        <p14:creationId xmlns:p14="http://schemas.microsoft.com/office/powerpoint/2010/main" val="17082940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243586-1C29-1C97-E3B3-4D21B005AD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004077-F1A7-4028-D690-80D3F93D0EFC}"/>
              </a:ext>
            </a:extLst>
          </p:cNvPr>
          <p:cNvSpPr>
            <a:spLocks noGrp="1"/>
          </p:cNvSpPr>
          <p:nvPr>
            <p:ph type="title"/>
          </p:nvPr>
        </p:nvSpPr>
        <p:spPr/>
        <p:txBody>
          <a:bodyPr>
            <a:normAutofit fontScale="90000"/>
          </a:bodyPr>
          <a:lstStyle/>
          <a:p>
            <a:br>
              <a:rPr lang="en-AU" altLang="zh-TW" dirty="0"/>
            </a:br>
            <a:r>
              <a:rPr lang="zh-TW" altLang="en-US" dirty="0"/>
              <a:t>感恩经（一）　</a:t>
            </a:r>
            <a:r>
              <a:rPr lang="en-AU" dirty="0"/>
              <a:t>Eucharistic Prayer I</a:t>
            </a:r>
            <a:br>
              <a:rPr lang="en-AU" dirty="0"/>
            </a:br>
            <a:endParaRPr lang="en-AU" dirty="0"/>
          </a:p>
        </p:txBody>
      </p:sp>
      <p:sp>
        <p:nvSpPr>
          <p:cNvPr id="3" name="Content Placeholder 2">
            <a:extLst>
              <a:ext uri="{FF2B5EF4-FFF2-40B4-BE49-F238E27FC236}">
                <a16:creationId xmlns:a16="http://schemas.microsoft.com/office/drawing/2014/main" id="{9288504D-E361-DCB8-AB09-AB1F6396E4C8}"/>
              </a:ext>
            </a:extLst>
          </p:cNvPr>
          <p:cNvSpPr>
            <a:spLocks noGrp="1"/>
          </p:cNvSpPr>
          <p:nvPr>
            <p:ph sz="half" idx="1"/>
          </p:nvPr>
        </p:nvSpPr>
        <p:spPr/>
        <p:txBody>
          <a:bodyPr>
            <a:normAutofit/>
          </a:bodyPr>
          <a:lstStyle/>
          <a:p>
            <a:pPr marL="0" indent="0" algn="just">
              <a:buNone/>
            </a:pPr>
            <a:r>
              <a:rPr lang="zh-CN" altLang="en-US" dirty="0"/>
              <a:t>我们为他们，或他们为自己和亲友，将这赞颂之祭奉献给祢以获得他们自身的得救，和所希望的身心安全；</a:t>
            </a:r>
          </a:p>
          <a:p>
            <a:pPr algn="just"/>
            <a:endParaRPr lang="en-AU" dirty="0"/>
          </a:p>
        </p:txBody>
      </p:sp>
      <p:sp>
        <p:nvSpPr>
          <p:cNvPr id="4" name="Content Placeholder 3">
            <a:extLst>
              <a:ext uri="{FF2B5EF4-FFF2-40B4-BE49-F238E27FC236}">
                <a16:creationId xmlns:a16="http://schemas.microsoft.com/office/drawing/2014/main" id="{E6E0AF94-6D8C-B028-FB89-F9482204A854}"/>
              </a:ext>
            </a:extLst>
          </p:cNvPr>
          <p:cNvSpPr>
            <a:spLocks noGrp="1"/>
          </p:cNvSpPr>
          <p:nvPr>
            <p:ph sz="half" idx="2"/>
          </p:nvPr>
        </p:nvSpPr>
        <p:spPr/>
        <p:txBody>
          <a:bodyPr>
            <a:normAutofit/>
          </a:bodyPr>
          <a:lstStyle/>
          <a:p>
            <a:pPr marL="0" indent="0" algn="just">
              <a:buNone/>
            </a:pPr>
            <a:r>
              <a:rPr lang="en-GB" dirty="0"/>
              <a:t>For them, we offer you this sacrifice of praise or they offer it for themselves and all who are dear to them: for the redemption of their souls, in hope of health and well-being, </a:t>
            </a:r>
            <a:endParaRPr lang="en-AU" dirty="0"/>
          </a:p>
        </p:txBody>
      </p:sp>
    </p:spTree>
    <p:extLst>
      <p:ext uri="{BB962C8B-B14F-4D97-AF65-F5344CB8AC3E}">
        <p14:creationId xmlns:p14="http://schemas.microsoft.com/office/powerpoint/2010/main" val="18373456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60F8CC-1DCD-5410-FDF9-BD799B6F39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5C2DA7-39C4-B246-4138-7FA90DBDB3F7}"/>
              </a:ext>
            </a:extLst>
          </p:cNvPr>
          <p:cNvSpPr>
            <a:spLocks noGrp="1"/>
          </p:cNvSpPr>
          <p:nvPr>
            <p:ph type="title"/>
          </p:nvPr>
        </p:nvSpPr>
        <p:spPr/>
        <p:txBody>
          <a:bodyPr>
            <a:normAutofit fontScale="90000"/>
          </a:bodyPr>
          <a:lstStyle/>
          <a:p>
            <a:br>
              <a:rPr lang="en-AU" altLang="zh-TW" dirty="0"/>
            </a:br>
            <a:r>
              <a:rPr lang="zh-TW" altLang="en-US" dirty="0"/>
              <a:t>感恩经（一）　</a:t>
            </a:r>
            <a:r>
              <a:rPr lang="en-AU" dirty="0"/>
              <a:t>Eucharistic Prayer I</a:t>
            </a:r>
            <a:br>
              <a:rPr lang="en-AU" dirty="0"/>
            </a:br>
            <a:endParaRPr lang="en-AU" dirty="0"/>
          </a:p>
        </p:txBody>
      </p:sp>
      <p:sp>
        <p:nvSpPr>
          <p:cNvPr id="3" name="Content Placeholder 2">
            <a:extLst>
              <a:ext uri="{FF2B5EF4-FFF2-40B4-BE49-F238E27FC236}">
                <a16:creationId xmlns:a16="http://schemas.microsoft.com/office/drawing/2014/main" id="{8A67FF07-18A1-C6D2-4CBC-6F5DD36ACCCB}"/>
              </a:ext>
            </a:extLst>
          </p:cNvPr>
          <p:cNvSpPr>
            <a:spLocks noGrp="1"/>
          </p:cNvSpPr>
          <p:nvPr>
            <p:ph sz="half" idx="1"/>
          </p:nvPr>
        </p:nvSpPr>
        <p:spPr/>
        <p:txBody>
          <a:bodyPr/>
          <a:lstStyle/>
          <a:p>
            <a:pPr marL="0" indent="0" algn="just" hangingPunct="0">
              <a:buNone/>
            </a:pPr>
            <a:r>
              <a:rPr lang="zh-CN" altLang="en-US" dirty="0"/>
              <a:t>他们并向永生真实的天主──祢，呈献自己的心愿。我们联合整个教会，首先纪念我们的主耶稣基督天主之母</a:t>
            </a:r>
            <a:endParaRPr lang="en-AU" dirty="0"/>
          </a:p>
        </p:txBody>
      </p:sp>
      <p:sp>
        <p:nvSpPr>
          <p:cNvPr id="4" name="Content Placeholder 3">
            <a:extLst>
              <a:ext uri="{FF2B5EF4-FFF2-40B4-BE49-F238E27FC236}">
                <a16:creationId xmlns:a16="http://schemas.microsoft.com/office/drawing/2014/main" id="{197DBDA3-A211-942F-0A3A-8C32E020A924}"/>
              </a:ext>
            </a:extLst>
          </p:cNvPr>
          <p:cNvSpPr>
            <a:spLocks noGrp="1"/>
          </p:cNvSpPr>
          <p:nvPr>
            <p:ph sz="half" idx="2"/>
          </p:nvPr>
        </p:nvSpPr>
        <p:spPr/>
        <p:txBody>
          <a:bodyPr/>
          <a:lstStyle/>
          <a:p>
            <a:pPr marL="0" indent="0" algn="just">
              <a:buNone/>
            </a:pPr>
            <a:r>
              <a:rPr lang="en-GB" dirty="0"/>
              <a:t>and paying their homage to you, the eternal God, living and true. In communion with those whose memory we venerate, especially the glorious ever-Virgin Mary, </a:t>
            </a:r>
          </a:p>
          <a:p>
            <a:pPr algn="just"/>
            <a:endParaRPr lang="en-AU" dirty="0"/>
          </a:p>
        </p:txBody>
      </p:sp>
    </p:spTree>
    <p:extLst>
      <p:ext uri="{BB962C8B-B14F-4D97-AF65-F5344CB8AC3E}">
        <p14:creationId xmlns:p14="http://schemas.microsoft.com/office/powerpoint/2010/main" val="31972005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02BCFE-4EB7-0437-60A3-6DD6458B3C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4F3CFF-DA2E-4473-CB94-0EDC2D668550}"/>
              </a:ext>
            </a:extLst>
          </p:cNvPr>
          <p:cNvSpPr>
            <a:spLocks noGrp="1"/>
          </p:cNvSpPr>
          <p:nvPr>
            <p:ph type="title"/>
          </p:nvPr>
        </p:nvSpPr>
        <p:spPr/>
        <p:txBody>
          <a:bodyPr>
            <a:normAutofit fontScale="90000"/>
          </a:bodyPr>
          <a:lstStyle/>
          <a:p>
            <a:br>
              <a:rPr lang="en-AU" altLang="zh-TW" dirty="0"/>
            </a:br>
            <a:r>
              <a:rPr lang="zh-TW" altLang="en-US" dirty="0"/>
              <a:t>感恩经（一）　</a:t>
            </a:r>
            <a:r>
              <a:rPr lang="en-AU" dirty="0"/>
              <a:t>Eucharistic Prayer I</a:t>
            </a:r>
            <a:br>
              <a:rPr lang="en-AU" dirty="0"/>
            </a:br>
            <a:endParaRPr lang="en-AU" dirty="0"/>
          </a:p>
        </p:txBody>
      </p:sp>
      <p:sp>
        <p:nvSpPr>
          <p:cNvPr id="3" name="Content Placeholder 2">
            <a:extLst>
              <a:ext uri="{FF2B5EF4-FFF2-40B4-BE49-F238E27FC236}">
                <a16:creationId xmlns:a16="http://schemas.microsoft.com/office/drawing/2014/main" id="{41AC0234-3FC9-8FA7-681D-DAFFC905DB03}"/>
              </a:ext>
            </a:extLst>
          </p:cNvPr>
          <p:cNvSpPr>
            <a:spLocks noGrp="1"/>
          </p:cNvSpPr>
          <p:nvPr>
            <p:ph sz="half" idx="1"/>
          </p:nvPr>
        </p:nvSpPr>
        <p:spPr/>
        <p:txBody>
          <a:bodyPr/>
          <a:lstStyle/>
          <a:p>
            <a:pPr marL="0" indent="0" algn="just">
              <a:buNone/>
            </a:pPr>
            <a:r>
              <a:rPr lang="zh-CN" altLang="en-US" dirty="0"/>
              <a:t>──终身童贞荣福玛利亚，并纪念圣母的淨配圣若瑟，及祢的圣宗徒和殉道者：伯多禄和保禄、安德肋、</a:t>
            </a:r>
          </a:p>
          <a:p>
            <a:pPr algn="just"/>
            <a:endParaRPr lang="en-AU" dirty="0"/>
          </a:p>
        </p:txBody>
      </p:sp>
      <p:sp>
        <p:nvSpPr>
          <p:cNvPr id="4" name="Content Placeholder 3">
            <a:extLst>
              <a:ext uri="{FF2B5EF4-FFF2-40B4-BE49-F238E27FC236}">
                <a16:creationId xmlns:a16="http://schemas.microsoft.com/office/drawing/2014/main" id="{416B2BD2-BA48-52D3-D47B-FA9C264DE80A}"/>
              </a:ext>
            </a:extLst>
          </p:cNvPr>
          <p:cNvSpPr>
            <a:spLocks noGrp="1"/>
          </p:cNvSpPr>
          <p:nvPr>
            <p:ph sz="half" idx="2"/>
          </p:nvPr>
        </p:nvSpPr>
        <p:spPr/>
        <p:txBody>
          <a:bodyPr/>
          <a:lstStyle/>
          <a:p>
            <a:pPr marL="0" indent="0" algn="just">
              <a:buNone/>
            </a:pPr>
            <a:r>
              <a:rPr lang="en-GB" dirty="0"/>
              <a:t>Mother of our God and Lord, Jesus Christ, and blessed Joseph, her Spouse, your blessed Apostles and Martyrs, Peter and Paul, Andrew,</a:t>
            </a:r>
          </a:p>
          <a:p>
            <a:pPr algn="just"/>
            <a:endParaRPr lang="en-AU" dirty="0"/>
          </a:p>
        </p:txBody>
      </p:sp>
    </p:spTree>
    <p:extLst>
      <p:ext uri="{BB962C8B-B14F-4D97-AF65-F5344CB8AC3E}">
        <p14:creationId xmlns:p14="http://schemas.microsoft.com/office/powerpoint/2010/main" val="3991111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5C4443-1BB1-9262-8929-2F377950F2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D3BC20-7B7C-0D72-095A-6A295309B63C}"/>
              </a:ext>
            </a:extLst>
          </p:cNvPr>
          <p:cNvSpPr>
            <a:spLocks noGrp="1"/>
          </p:cNvSpPr>
          <p:nvPr>
            <p:ph type="title"/>
          </p:nvPr>
        </p:nvSpPr>
        <p:spPr/>
        <p:txBody>
          <a:bodyPr>
            <a:normAutofit fontScale="90000"/>
          </a:bodyPr>
          <a:lstStyle/>
          <a:p>
            <a:br>
              <a:rPr lang="en-AU" altLang="zh-TW" dirty="0"/>
            </a:br>
            <a:r>
              <a:rPr lang="zh-TW" altLang="en-US" dirty="0"/>
              <a:t>感恩经（一）　</a:t>
            </a:r>
            <a:r>
              <a:rPr lang="en-AU" dirty="0"/>
              <a:t>Eucharistic Prayer I</a:t>
            </a:r>
            <a:br>
              <a:rPr lang="en-AU" dirty="0"/>
            </a:br>
            <a:endParaRPr lang="en-AU" dirty="0"/>
          </a:p>
        </p:txBody>
      </p:sp>
      <p:sp>
        <p:nvSpPr>
          <p:cNvPr id="3" name="Content Placeholder 2">
            <a:extLst>
              <a:ext uri="{FF2B5EF4-FFF2-40B4-BE49-F238E27FC236}">
                <a16:creationId xmlns:a16="http://schemas.microsoft.com/office/drawing/2014/main" id="{B816735E-3727-AB41-4321-1D28CB08D76E}"/>
              </a:ext>
            </a:extLst>
          </p:cNvPr>
          <p:cNvSpPr>
            <a:spLocks noGrp="1"/>
          </p:cNvSpPr>
          <p:nvPr>
            <p:ph sz="half" idx="1"/>
          </p:nvPr>
        </p:nvSpPr>
        <p:spPr/>
        <p:txBody>
          <a:bodyPr>
            <a:noAutofit/>
          </a:bodyPr>
          <a:lstStyle/>
          <a:p>
            <a:pPr marL="0" indent="0" algn="just" hangingPunct="0">
              <a:buNone/>
            </a:pPr>
            <a:r>
              <a:rPr lang="zh-CN" altLang="en-US" dirty="0"/>
              <a:t>（雅各伯、若望、多默、雅各伯、斐理伯、巴尔多禄茂、玛窦、西满和达陡；</a:t>
            </a:r>
            <a:endParaRPr lang="en-AU" dirty="0"/>
          </a:p>
        </p:txBody>
      </p:sp>
      <p:sp>
        <p:nvSpPr>
          <p:cNvPr id="4" name="Content Placeholder 3">
            <a:extLst>
              <a:ext uri="{FF2B5EF4-FFF2-40B4-BE49-F238E27FC236}">
                <a16:creationId xmlns:a16="http://schemas.microsoft.com/office/drawing/2014/main" id="{24A1DEED-D240-DB55-E6A9-2B4463CE6D40}"/>
              </a:ext>
            </a:extLst>
          </p:cNvPr>
          <p:cNvSpPr>
            <a:spLocks noGrp="1"/>
          </p:cNvSpPr>
          <p:nvPr>
            <p:ph sz="half" idx="2"/>
          </p:nvPr>
        </p:nvSpPr>
        <p:spPr/>
        <p:txBody>
          <a:bodyPr>
            <a:normAutofit/>
          </a:bodyPr>
          <a:lstStyle/>
          <a:p>
            <a:pPr marL="0" indent="0" algn="just">
              <a:buNone/>
            </a:pPr>
            <a:r>
              <a:rPr lang="en-AU" dirty="0"/>
              <a:t>(James, John, Thomas, James, Philip, Bartholomew, Matthew, Simon and Jude; </a:t>
            </a:r>
          </a:p>
        </p:txBody>
      </p:sp>
    </p:spTree>
    <p:extLst>
      <p:ext uri="{BB962C8B-B14F-4D97-AF65-F5344CB8AC3E}">
        <p14:creationId xmlns:p14="http://schemas.microsoft.com/office/powerpoint/2010/main" val="40971296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D2F9C9-1755-13D3-20E1-873105A70A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FB21DE-FFA1-F718-F85D-11BFC71D22A2}"/>
              </a:ext>
            </a:extLst>
          </p:cNvPr>
          <p:cNvSpPr>
            <a:spLocks noGrp="1"/>
          </p:cNvSpPr>
          <p:nvPr>
            <p:ph type="title"/>
          </p:nvPr>
        </p:nvSpPr>
        <p:spPr/>
        <p:txBody>
          <a:bodyPr>
            <a:normAutofit fontScale="90000"/>
          </a:bodyPr>
          <a:lstStyle/>
          <a:p>
            <a:br>
              <a:rPr lang="en-AU" altLang="zh-TW" dirty="0"/>
            </a:br>
            <a:r>
              <a:rPr lang="zh-TW" altLang="en-US" dirty="0"/>
              <a:t>感恩经（一）　</a:t>
            </a:r>
            <a:r>
              <a:rPr lang="en-AU" dirty="0"/>
              <a:t>Eucharistic Prayer I</a:t>
            </a:r>
            <a:br>
              <a:rPr lang="en-AU" dirty="0"/>
            </a:br>
            <a:endParaRPr lang="en-AU" dirty="0"/>
          </a:p>
        </p:txBody>
      </p:sp>
      <p:sp>
        <p:nvSpPr>
          <p:cNvPr id="3" name="Content Placeholder 2">
            <a:extLst>
              <a:ext uri="{FF2B5EF4-FFF2-40B4-BE49-F238E27FC236}">
                <a16:creationId xmlns:a16="http://schemas.microsoft.com/office/drawing/2014/main" id="{B29FFB72-2508-E0FD-3829-9A593F1F2615}"/>
              </a:ext>
            </a:extLst>
          </p:cNvPr>
          <p:cNvSpPr>
            <a:spLocks noGrp="1"/>
          </p:cNvSpPr>
          <p:nvPr>
            <p:ph sz="half" idx="1"/>
          </p:nvPr>
        </p:nvSpPr>
        <p:spPr/>
        <p:txBody>
          <a:bodyPr>
            <a:noAutofit/>
          </a:bodyPr>
          <a:lstStyle/>
          <a:p>
            <a:pPr marL="0" indent="0" algn="just" hangingPunct="0">
              <a:buNone/>
            </a:pPr>
            <a:r>
              <a:rPr lang="zh-CN" altLang="en-US" dirty="0"/>
              <a:t>理诺、格来多、格肋孟、西斯笃、高尔乃略、西彼廉、老楞佐、克利叟、若望和保禄、葛斯默和达弥盎</a:t>
            </a:r>
            <a:r>
              <a:rPr lang="en-US" altLang="zh-CN" dirty="0"/>
              <a:t>)</a:t>
            </a:r>
            <a:r>
              <a:rPr lang="zh-CN" altLang="en-US" dirty="0"/>
              <a:t>，</a:t>
            </a:r>
            <a:endParaRPr lang="en-AU" dirty="0"/>
          </a:p>
        </p:txBody>
      </p:sp>
      <p:sp>
        <p:nvSpPr>
          <p:cNvPr id="4" name="Content Placeholder 3">
            <a:extLst>
              <a:ext uri="{FF2B5EF4-FFF2-40B4-BE49-F238E27FC236}">
                <a16:creationId xmlns:a16="http://schemas.microsoft.com/office/drawing/2014/main" id="{EA60514C-F9FA-0DBE-EC1F-A2C40F43E897}"/>
              </a:ext>
            </a:extLst>
          </p:cNvPr>
          <p:cNvSpPr>
            <a:spLocks noGrp="1"/>
          </p:cNvSpPr>
          <p:nvPr>
            <p:ph sz="half" idx="2"/>
          </p:nvPr>
        </p:nvSpPr>
        <p:spPr/>
        <p:txBody>
          <a:bodyPr>
            <a:normAutofit/>
          </a:bodyPr>
          <a:lstStyle/>
          <a:p>
            <a:pPr marL="0" indent="0" algn="just">
              <a:buNone/>
            </a:pPr>
            <a:r>
              <a:rPr lang="en-AU" dirty="0"/>
              <a:t>Linus, Cletus, Clement, Sixtus, Cornelius, Cyprian, </a:t>
            </a:r>
            <a:r>
              <a:rPr lang="en-GB" dirty="0"/>
              <a:t>Lawrence, </a:t>
            </a:r>
            <a:r>
              <a:rPr lang="en-GB" dirty="0" err="1"/>
              <a:t>Chrysogonus</a:t>
            </a:r>
            <a:r>
              <a:rPr lang="en-GB" dirty="0"/>
              <a:t>, John and Paul, Cosmas and Damian) </a:t>
            </a:r>
            <a:endParaRPr lang="en-AU" dirty="0"/>
          </a:p>
        </p:txBody>
      </p:sp>
    </p:spTree>
    <p:extLst>
      <p:ext uri="{BB962C8B-B14F-4D97-AF65-F5344CB8AC3E}">
        <p14:creationId xmlns:p14="http://schemas.microsoft.com/office/powerpoint/2010/main" val="28366622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DA021B-117E-B722-67AB-12BC6F4681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226F3E-E9E7-0564-8A08-38B0AC009AA2}"/>
              </a:ext>
            </a:extLst>
          </p:cNvPr>
          <p:cNvSpPr>
            <a:spLocks noGrp="1"/>
          </p:cNvSpPr>
          <p:nvPr>
            <p:ph type="title"/>
          </p:nvPr>
        </p:nvSpPr>
        <p:spPr/>
        <p:txBody>
          <a:bodyPr>
            <a:normAutofit fontScale="90000"/>
          </a:bodyPr>
          <a:lstStyle/>
          <a:p>
            <a:br>
              <a:rPr lang="en-AU" altLang="zh-TW" dirty="0"/>
            </a:br>
            <a:r>
              <a:rPr lang="zh-TW" altLang="en-US" dirty="0"/>
              <a:t>感恩经（一）　</a:t>
            </a:r>
            <a:r>
              <a:rPr lang="en-AU" dirty="0"/>
              <a:t>Eucharistic Prayer I</a:t>
            </a:r>
            <a:br>
              <a:rPr lang="en-AU" dirty="0"/>
            </a:br>
            <a:endParaRPr lang="en-AU" dirty="0"/>
          </a:p>
        </p:txBody>
      </p:sp>
      <p:sp>
        <p:nvSpPr>
          <p:cNvPr id="3" name="Content Placeholder 2">
            <a:extLst>
              <a:ext uri="{FF2B5EF4-FFF2-40B4-BE49-F238E27FC236}">
                <a16:creationId xmlns:a16="http://schemas.microsoft.com/office/drawing/2014/main" id="{0E6FAC27-A71D-1C86-E3D5-2088525CC67B}"/>
              </a:ext>
            </a:extLst>
          </p:cNvPr>
          <p:cNvSpPr>
            <a:spLocks noGrp="1"/>
          </p:cNvSpPr>
          <p:nvPr>
            <p:ph sz="half" idx="1"/>
          </p:nvPr>
        </p:nvSpPr>
        <p:spPr/>
        <p:txBody>
          <a:bodyPr>
            <a:normAutofit/>
          </a:bodyPr>
          <a:lstStyle/>
          <a:p>
            <a:pPr marL="0" indent="0" algn="just" hangingPunct="0">
              <a:buNone/>
            </a:pPr>
            <a:r>
              <a:rPr lang="zh-CN" altLang="en-US" dirty="0"/>
              <a:t>以及所有圣人；求祢看他们的功劳和祈祷，在各种境遇中，护祐我们。</a:t>
            </a:r>
          </a:p>
          <a:p>
            <a:pPr marL="0" indent="0" algn="just" hangingPunct="0">
              <a:buNone/>
            </a:pPr>
            <a:endParaRPr lang="zh-CN" altLang="en-US" dirty="0"/>
          </a:p>
        </p:txBody>
      </p:sp>
      <p:sp>
        <p:nvSpPr>
          <p:cNvPr id="4" name="Content Placeholder 3">
            <a:extLst>
              <a:ext uri="{FF2B5EF4-FFF2-40B4-BE49-F238E27FC236}">
                <a16:creationId xmlns:a16="http://schemas.microsoft.com/office/drawing/2014/main" id="{2A371AE8-EC9E-FE8D-7B17-98BE21F0D7FF}"/>
              </a:ext>
            </a:extLst>
          </p:cNvPr>
          <p:cNvSpPr>
            <a:spLocks noGrp="1"/>
          </p:cNvSpPr>
          <p:nvPr>
            <p:ph sz="half" idx="2"/>
          </p:nvPr>
        </p:nvSpPr>
        <p:spPr/>
        <p:txBody>
          <a:bodyPr>
            <a:normAutofit/>
          </a:bodyPr>
          <a:lstStyle/>
          <a:p>
            <a:pPr marL="0" indent="0" algn="just">
              <a:buNone/>
            </a:pPr>
            <a:r>
              <a:rPr lang="en-GB" dirty="0"/>
              <a:t>and all your Saints; we ask that through their merits and prayers, in all things we may be defended by your protecting help.</a:t>
            </a:r>
          </a:p>
        </p:txBody>
      </p:sp>
    </p:spTree>
    <p:extLst>
      <p:ext uri="{BB962C8B-B14F-4D97-AF65-F5344CB8AC3E}">
        <p14:creationId xmlns:p14="http://schemas.microsoft.com/office/powerpoint/2010/main" val="34153987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C15CA7-DE7F-8A33-608C-6A3883217D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2D3B35-A703-64A7-0D9C-2DBAC5464D98}"/>
              </a:ext>
            </a:extLst>
          </p:cNvPr>
          <p:cNvSpPr>
            <a:spLocks noGrp="1"/>
          </p:cNvSpPr>
          <p:nvPr>
            <p:ph type="title"/>
          </p:nvPr>
        </p:nvSpPr>
        <p:spPr/>
        <p:txBody>
          <a:bodyPr>
            <a:normAutofit fontScale="90000"/>
          </a:bodyPr>
          <a:lstStyle/>
          <a:p>
            <a:br>
              <a:rPr lang="en-AU" altLang="zh-TW" dirty="0"/>
            </a:br>
            <a:r>
              <a:rPr lang="zh-TW" altLang="en-US" dirty="0"/>
              <a:t>感恩经（一）　</a:t>
            </a:r>
            <a:r>
              <a:rPr lang="en-AU" dirty="0"/>
              <a:t>Eucharistic Prayer I</a:t>
            </a:r>
            <a:br>
              <a:rPr lang="en-AU" dirty="0"/>
            </a:br>
            <a:endParaRPr lang="en-AU" dirty="0"/>
          </a:p>
        </p:txBody>
      </p:sp>
      <p:sp>
        <p:nvSpPr>
          <p:cNvPr id="3" name="Content Placeholder 2">
            <a:extLst>
              <a:ext uri="{FF2B5EF4-FFF2-40B4-BE49-F238E27FC236}">
                <a16:creationId xmlns:a16="http://schemas.microsoft.com/office/drawing/2014/main" id="{A9B89783-D06A-E1E9-293C-E630FEF59B81}"/>
              </a:ext>
            </a:extLst>
          </p:cNvPr>
          <p:cNvSpPr>
            <a:spLocks noGrp="1"/>
          </p:cNvSpPr>
          <p:nvPr>
            <p:ph sz="half" idx="1"/>
          </p:nvPr>
        </p:nvSpPr>
        <p:spPr/>
        <p:txBody>
          <a:bodyPr>
            <a:normAutofit lnSpcReduction="10000"/>
          </a:bodyPr>
          <a:lstStyle/>
          <a:p>
            <a:pPr marL="0" indent="0" algn="just">
              <a:buNone/>
            </a:pPr>
            <a:r>
              <a:rPr lang="zh-CN" altLang="en-US" dirty="0"/>
              <a:t>上主，我们恳求祢悦纳祢的仆人和祢全家所奉献的这些礼品，使我们一生平安度日，脱免永罚，并得列入祢拣选的人群中。</a:t>
            </a:r>
          </a:p>
          <a:p>
            <a:pPr marL="0" indent="0" algn="just">
              <a:buNone/>
            </a:pPr>
            <a:endParaRPr lang="zh-CN" altLang="en-US" dirty="0"/>
          </a:p>
        </p:txBody>
      </p:sp>
      <p:sp>
        <p:nvSpPr>
          <p:cNvPr id="4" name="Content Placeholder 3">
            <a:extLst>
              <a:ext uri="{FF2B5EF4-FFF2-40B4-BE49-F238E27FC236}">
                <a16:creationId xmlns:a16="http://schemas.microsoft.com/office/drawing/2014/main" id="{5EB3384C-0EB1-E55C-924B-3ADC51BA3C66}"/>
              </a:ext>
            </a:extLst>
          </p:cNvPr>
          <p:cNvSpPr>
            <a:spLocks noGrp="1"/>
          </p:cNvSpPr>
          <p:nvPr>
            <p:ph sz="half" idx="2"/>
          </p:nvPr>
        </p:nvSpPr>
        <p:spPr/>
        <p:txBody>
          <a:bodyPr>
            <a:normAutofit lnSpcReduction="10000"/>
          </a:bodyPr>
          <a:lstStyle/>
          <a:p>
            <a:pPr marL="0" indent="0" algn="just">
              <a:buNone/>
            </a:pPr>
            <a:r>
              <a:rPr lang="en-GB" dirty="0"/>
              <a:t>Therefore, Lord, we pray:</a:t>
            </a:r>
          </a:p>
          <a:p>
            <a:pPr marL="0" indent="0" algn="just">
              <a:buNone/>
            </a:pPr>
            <a:r>
              <a:rPr lang="en-GB" dirty="0"/>
              <a:t>graciously accept this oblation of our service,</a:t>
            </a:r>
          </a:p>
          <a:p>
            <a:pPr marL="0" indent="0" algn="just">
              <a:buNone/>
            </a:pPr>
            <a:r>
              <a:rPr lang="en-GB" dirty="0"/>
              <a:t>that of your whole family; order our days in your peace, and  command that we be delivered from eternal damnation and counted among the flock of those you have chosen.</a:t>
            </a:r>
          </a:p>
          <a:p>
            <a:pPr marL="0" indent="0" algn="just">
              <a:buNone/>
            </a:pPr>
            <a:endParaRPr lang="en-GB" dirty="0"/>
          </a:p>
        </p:txBody>
      </p:sp>
    </p:spTree>
    <p:extLst>
      <p:ext uri="{BB962C8B-B14F-4D97-AF65-F5344CB8AC3E}">
        <p14:creationId xmlns:p14="http://schemas.microsoft.com/office/powerpoint/2010/main" val="14857038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DB49A4-0D61-D314-C681-D2D3AF1AA8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2E6068-F7CB-09D6-3831-67A1A01E9520}"/>
              </a:ext>
            </a:extLst>
          </p:cNvPr>
          <p:cNvSpPr>
            <a:spLocks noGrp="1"/>
          </p:cNvSpPr>
          <p:nvPr>
            <p:ph type="title"/>
          </p:nvPr>
        </p:nvSpPr>
        <p:spPr/>
        <p:txBody>
          <a:bodyPr>
            <a:normAutofit fontScale="90000"/>
          </a:bodyPr>
          <a:lstStyle/>
          <a:p>
            <a:br>
              <a:rPr lang="en-AU" altLang="zh-TW" dirty="0"/>
            </a:br>
            <a:r>
              <a:rPr lang="zh-TW" altLang="en-US" dirty="0"/>
              <a:t>感恩经（一）　</a:t>
            </a:r>
            <a:r>
              <a:rPr lang="en-AU" dirty="0"/>
              <a:t>Eucharistic Prayer I</a:t>
            </a:r>
            <a:br>
              <a:rPr lang="en-AU" dirty="0"/>
            </a:br>
            <a:endParaRPr lang="en-AU" dirty="0"/>
          </a:p>
        </p:txBody>
      </p:sp>
      <p:sp>
        <p:nvSpPr>
          <p:cNvPr id="3" name="Content Placeholder 2">
            <a:extLst>
              <a:ext uri="{FF2B5EF4-FFF2-40B4-BE49-F238E27FC236}">
                <a16:creationId xmlns:a16="http://schemas.microsoft.com/office/drawing/2014/main" id="{68DE6643-A272-3393-90DF-D7C8D6ACAFD7}"/>
              </a:ext>
            </a:extLst>
          </p:cNvPr>
          <p:cNvSpPr>
            <a:spLocks noGrp="1"/>
          </p:cNvSpPr>
          <p:nvPr>
            <p:ph sz="half" idx="1"/>
          </p:nvPr>
        </p:nvSpPr>
        <p:spPr/>
        <p:txBody>
          <a:bodyPr>
            <a:normAutofit lnSpcReduction="10000"/>
          </a:bodyPr>
          <a:lstStyle/>
          <a:p>
            <a:pPr marL="0" indent="0" algn="just">
              <a:buNone/>
            </a:pPr>
            <a:r>
              <a:rPr lang="zh-CN" altLang="en-US" dirty="0"/>
              <a:t>天主，我们恳求祢，圣化并接受这些礼品，使成为祢歆飨的完美祭献：就是祢鍾爱之子──我们的主耶稣基督的圣体圣血。</a:t>
            </a:r>
          </a:p>
          <a:p>
            <a:pPr marL="0" indent="0" algn="just">
              <a:buNone/>
            </a:pPr>
            <a:endParaRPr lang="zh-CN" altLang="en-US" dirty="0"/>
          </a:p>
        </p:txBody>
      </p:sp>
      <p:sp>
        <p:nvSpPr>
          <p:cNvPr id="4" name="Content Placeholder 3">
            <a:extLst>
              <a:ext uri="{FF2B5EF4-FFF2-40B4-BE49-F238E27FC236}">
                <a16:creationId xmlns:a16="http://schemas.microsoft.com/office/drawing/2014/main" id="{EDC4953E-BBBD-AA16-109B-CC064257F44A}"/>
              </a:ext>
            </a:extLst>
          </p:cNvPr>
          <p:cNvSpPr>
            <a:spLocks noGrp="1"/>
          </p:cNvSpPr>
          <p:nvPr>
            <p:ph sz="half" idx="2"/>
          </p:nvPr>
        </p:nvSpPr>
        <p:spPr/>
        <p:txBody>
          <a:bodyPr>
            <a:normAutofit lnSpcReduction="10000"/>
          </a:bodyPr>
          <a:lstStyle/>
          <a:p>
            <a:pPr marL="0" indent="0" algn="just">
              <a:buNone/>
            </a:pPr>
            <a:r>
              <a:rPr lang="en-GB" dirty="0"/>
              <a:t>Be pleased, O God, we pray, to bless, acknowledge, and approve this offering in every respect; make it spiritual and acceptable, so that it may become for us the Body and Blood of your most beloved Son, our Lord Jesus Christ.</a:t>
            </a:r>
          </a:p>
          <a:p>
            <a:pPr marL="0" indent="0" algn="just">
              <a:buNone/>
            </a:pPr>
            <a:endParaRPr lang="en-GB" dirty="0"/>
          </a:p>
        </p:txBody>
      </p:sp>
    </p:spTree>
    <p:extLst>
      <p:ext uri="{BB962C8B-B14F-4D97-AF65-F5344CB8AC3E}">
        <p14:creationId xmlns:p14="http://schemas.microsoft.com/office/powerpoint/2010/main" val="40145118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8DC0F8-97D8-A071-ACD2-27182DAF48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47191E-43B0-5893-67E0-47D35A9786E5}"/>
              </a:ext>
            </a:extLst>
          </p:cNvPr>
          <p:cNvSpPr>
            <a:spLocks noGrp="1"/>
          </p:cNvSpPr>
          <p:nvPr>
            <p:ph type="title"/>
          </p:nvPr>
        </p:nvSpPr>
        <p:spPr/>
        <p:txBody>
          <a:bodyPr>
            <a:normAutofit fontScale="90000"/>
          </a:bodyPr>
          <a:lstStyle/>
          <a:p>
            <a:br>
              <a:rPr lang="en-AU" altLang="zh-TW" dirty="0"/>
            </a:br>
            <a:r>
              <a:rPr lang="zh-TW" altLang="en-US" dirty="0"/>
              <a:t>感恩经（一）　</a:t>
            </a:r>
            <a:r>
              <a:rPr lang="en-AU" dirty="0"/>
              <a:t>Eucharistic Prayer I</a:t>
            </a:r>
            <a:br>
              <a:rPr lang="en-AU" dirty="0"/>
            </a:br>
            <a:endParaRPr lang="en-AU" dirty="0"/>
          </a:p>
        </p:txBody>
      </p:sp>
      <p:sp>
        <p:nvSpPr>
          <p:cNvPr id="3" name="Content Placeholder 2">
            <a:extLst>
              <a:ext uri="{FF2B5EF4-FFF2-40B4-BE49-F238E27FC236}">
                <a16:creationId xmlns:a16="http://schemas.microsoft.com/office/drawing/2014/main" id="{C4AFB966-C2F3-E236-10A7-1C6B1408AAAA}"/>
              </a:ext>
            </a:extLst>
          </p:cNvPr>
          <p:cNvSpPr>
            <a:spLocks noGrp="1"/>
          </p:cNvSpPr>
          <p:nvPr>
            <p:ph sz="half" idx="1"/>
          </p:nvPr>
        </p:nvSpPr>
        <p:spPr/>
        <p:txBody>
          <a:bodyPr>
            <a:normAutofit fontScale="92500" lnSpcReduction="20000"/>
          </a:bodyPr>
          <a:lstStyle/>
          <a:p>
            <a:pPr marL="0" indent="0" algn="just" hangingPunct="0">
              <a:buNone/>
            </a:pPr>
            <a:r>
              <a:rPr lang="zh-CN" altLang="en-US" sz="5200" dirty="0"/>
              <a:t>祂在受难的前夕，把面饼拿在祂神圣而可敬的手中，举目向天，仰望祢──祂的全能天主圣父，感谢赞颂祢，把面饼分开，交给祂的门徒说：</a:t>
            </a:r>
          </a:p>
          <a:p>
            <a:pPr marL="0" indent="0" algn="just" hangingPunct="0">
              <a:buNone/>
            </a:pPr>
            <a:endParaRPr lang="zh-CN" altLang="en-US" dirty="0"/>
          </a:p>
        </p:txBody>
      </p:sp>
      <p:sp>
        <p:nvSpPr>
          <p:cNvPr id="4" name="Content Placeholder 3">
            <a:extLst>
              <a:ext uri="{FF2B5EF4-FFF2-40B4-BE49-F238E27FC236}">
                <a16:creationId xmlns:a16="http://schemas.microsoft.com/office/drawing/2014/main" id="{87652C8B-9C52-15E7-B591-550F1D19B1D5}"/>
              </a:ext>
            </a:extLst>
          </p:cNvPr>
          <p:cNvSpPr>
            <a:spLocks noGrp="1"/>
          </p:cNvSpPr>
          <p:nvPr>
            <p:ph sz="half" idx="2"/>
          </p:nvPr>
        </p:nvSpPr>
        <p:spPr/>
        <p:txBody>
          <a:bodyPr>
            <a:normAutofit fontScale="92500" lnSpcReduction="20000"/>
          </a:bodyPr>
          <a:lstStyle/>
          <a:p>
            <a:pPr marL="0" indent="0" algn="just">
              <a:buNone/>
            </a:pPr>
            <a:r>
              <a:rPr lang="en-GB" sz="3000" dirty="0"/>
              <a:t>On the day before he was to suffer, he took bread in his holy and venerable hands, and with eyes raised to heaven to you, O God, his almighty Father, giving you thanks, he said the blessing, broke the bread and gave it to his disciples, saying:</a:t>
            </a:r>
          </a:p>
          <a:p>
            <a:pPr marL="0" indent="0" algn="just">
              <a:buNone/>
            </a:pPr>
            <a:endParaRPr lang="en-GB" dirty="0"/>
          </a:p>
        </p:txBody>
      </p:sp>
    </p:spTree>
    <p:extLst>
      <p:ext uri="{BB962C8B-B14F-4D97-AF65-F5344CB8AC3E}">
        <p14:creationId xmlns:p14="http://schemas.microsoft.com/office/powerpoint/2010/main" val="31261580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62C86F-0F68-28D6-59F5-283B45A27A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60EF8B-7D9A-BA84-59AA-B79ABDC9D570}"/>
              </a:ext>
            </a:extLst>
          </p:cNvPr>
          <p:cNvSpPr>
            <a:spLocks noGrp="1"/>
          </p:cNvSpPr>
          <p:nvPr>
            <p:ph type="title"/>
          </p:nvPr>
        </p:nvSpPr>
        <p:spPr/>
        <p:txBody>
          <a:bodyPr>
            <a:normAutofit fontScale="90000"/>
          </a:bodyPr>
          <a:lstStyle/>
          <a:p>
            <a:br>
              <a:rPr lang="en-AU" altLang="zh-TW" dirty="0"/>
            </a:br>
            <a:r>
              <a:rPr lang="zh-TW" altLang="en-US" dirty="0"/>
              <a:t>感恩经（一）　</a:t>
            </a:r>
            <a:r>
              <a:rPr lang="en-AU" dirty="0"/>
              <a:t>Eucharistic Prayer I</a:t>
            </a:r>
            <a:br>
              <a:rPr lang="en-AU" dirty="0"/>
            </a:br>
            <a:endParaRPr lang="en-AU" dirty="0"/>
          </a:p>
        </p:txBody>
      </p:sp>
      <p:sp>
        <p:nvSpPr>
          <p:cNvPr id="3" name="Content Placeholder 2">
            <a:extLst>
              <a:ext uri="{FF2B5EF4-FFF2-40B4-BE49-F238E27FC236}">
                <a16:creationId xmlns:a16="http://schemas.microsoft.com/office/drawing/2014/main" id="{DA114FCE-7A9D-4179-C3DE-C0F0EC6A564F}"/>
              </a:ext>
            </a:extLst>
          </p:cNvPr>
          <p:cNvSpPr>
            <a:spLocks noGrp="1"/>
          </p:cNvSpPr>
          <p:nvPr>
            <p:ph sz="half" idx="1"/>
          </p:nvPr>
        </p:nvSpPr>
        <p:spPr/>
        <p:txBody>
          <a:bodyPr>
            <a:normAutofit/>
          </a:bodyPr>
          <a:lstStyle/>
          <a:p>
            <a:pPr marL="0" indent="0" algn="just" hangingPunct="0">
              <a:buNone/>
            </a:pPr>
            <a:r>
              <a:rPr lang="zh-CN" altLang="en-US" b="1" dirty="0"/>
              <a:t>你们大家拿去吃：这就是我的身体，将为你们而牺牲</a:t>
            </a:r>
            <a:r>
              <a:rPr lang="zh-CN" altLang="en-US" dirty="0"/>
              <a:t>。</a:t>
            </a:r>
          </a:p>
          <a:p>
            <a:pPr marL="0" indent="0" algn="just" hangingPunct="0">
              <a:buNone/>
            </a:pPr>
            <a:endParaRPr lang="zh-CN" altLang="en-US" dirty="0"/>
          </a:p>
        </p:txBody>
      </p:sp>
      <p:sp>
        <p:nvSpPr>
          <p:cNvPr id="4" name="Content Placeholder 3">
            <a:extLst>
              <a:ext uri="{FF2B5EF4-FFF2-40B4-BE49-F238E27FC236}">
                <a16:creationId xmlns:a16="http://schemas.microsoft.com/office/drawing/2014/main" id="{529E175C-22B8-6F23-59D8-7975D1A179C2}"/>
              </a:ext>
            </a:extLst>
          </p:cNvPr>
          <p:cNvSpPr>
            <a:spLocks noGrp="1"/>
          </p:cNvSpPr>
          <p:nvPr>
            <p:ph sz="half" idx="2"/>
          </p:nvPr>
        </p:nvSpPr>
        <p:spPr/>
        <p:txBody>
          <a:bodyPr>
            <a:normAutofit/>
          </a:bodyPr>
          <a:lstStyle/>
          <a:p>
            <a:pPr marL="0" indent="0" algn="just">
              <a:buNone/>
            </a:pPr>
            <a:r>
              <a:rPr lang="en-GB" b="1" dirty="0"/>
              <a:t>Take this, all of you, and eat it, for this is my body, which will be given up for you.</a:t>
            </a:r>
          </a:p>
          <a:p>
            <a:pPr marL="0" indent="0" algn="just">
              <a:buNone/>
            </a:pPr>
            <a:endParaRPr lang="en-GB" dirty="0"/>
          </a:p>
        </p:txBody>
      </p:sp>
    </p:spTree>
    <p:extLst>
      <p:ext uri="{BB962C8B-B14F-4D97-AF65-F5344CB8AC3E}">
        <p14:creationId xmlns:p14="http://schemas.microsoft.com/office/powerpoint/2010/main" val="40715907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F22FEC-268F-DB54-EA06-AD007AE34F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B9B9BB-F17D-6A4F-3379-F2BF2A3C28AF}"/>
              </a:ext>
            </a:extLst>
          </p:cNvPr>
          <p:cNvSpPr>
            <a:spLocks noGrp="1"/>
          </p:cNvSpPr>
          <p:nvPr>
            <p:ph type="title"/>
          </p:nvPr>
        </p:nvSpPr>
        <p:spPr/>
        <p:txBody>
          <a:bodyPr>
            <a:normAutofit fontScale="90000"/>
          </a:bodyPr>
          <a:lstStyle/>
          <a:p>
            <a:br>
              <a:rPr lang="en-AU" altLang="zh-TW" dirty="0"/>
            </a:br>
            <a:r>
              <a:rPr lang="zh-TW" altLang="en-US" dirty="0"/>
              <a:t>感恩经（一）　</a:t>
            </a:r>
            <a:r>
              <a:rPr lang="en-AU" dirty="0"/>
              <a:t>Eucharistic Prayer I</a:t>
            </a:r>
            <a:br>
              <a:rPr lang="en-AU" dirty="0"/>
            </a:br>
            <a:endParaRPr lang="en-AU" dirty="0"/>
          </a:p>
        </p:txBody>
      </p:sp>
      <p:sp>
        <p:nvSpPr>
          <p:cNvPr id="3" name="Content Placeholder 2">
            <a:extLst>
              <a:ext uri="{FF2B5EF4-FFF2-40B4-BE49-F238E27FC236}">
                <a16:creationId xmlns:a16="http://schemas.microsoft.com/office/drawing/2014/main" id="{E0FB7CA0-7143-B0B1-8295-E3A4C85313B8}"/>
              </a:ext>
            </a:extLst>
          </p:cNvPr>
          <p:cNvSpPr>
            <a:spLocks noGrp="1"/>
          </p:cNvSpPr>
          <p:nvPr>
            <p:ph sz="half" idx="1"/>
          </p:nvPr>
        </p:nvSpPr>
        <p:spPr/>
        <p:txBody>
          <a:bodyPr>
            <a:normAutofit/>
          </a:bodyPr>
          <a:lstStyle/>
          <a:p>
            <a:pPr marL="0" indent="0" algn="just">
              <a:buNone/>
            </a:pPr>
            <a:r>
              <a:rPr lang="zh-CN" altLang="en-US" dirty="0"/>
              <a:t>晚餐后，祂同样把这珍贵的杯，拿在祂神圣而可敬的手中，又感谢赞颂祢，交给祂的门徒说：</a:t>
            </a:r>
          </a:p>
          <a:p>
            <a:pPr marL="0" indent="0" algn="just">
              <a:buNone/>
            </a:pPr>
            <a:endParaRPr lang="zh-CN" altLang="en-US" dirty="0"/>
          </a:p>
        </p:txBody>
      </p:sp>
      <p:sp>
        <p:nvSpPr>
          <p:cNvPr id="4" name="Content Placeholder 3">
            <a:extLst>
              <a:ext uri="{FF2B5EF4-FFF2-40B4-BE49-F238E27FC236}">
                <a16:creationId xmlns:a16="http://schemas.microsoft.com/office/drawing/2014/main" id="{7CB64719-1A08-9734-97E7-EB762145DAEA}"/>
              </a:ext>
            </a:extLst>
          </p:cNvPr>
          <p:cNvSpPr>
            <a:spLocks noGrp="1"/>
          </p:cNvSpPr>
          <p:nvPr>
            <p:ph sz="half" idx="2"/>
          </p:nvPr>
        </p:nvSpPr>
        <p:spPr/>
        <p:txBody>
          <a:bodyPr>
            <a:normAutofit/>
          </a:bodyPr>
          <a:lstStyle/>
          <a:p>
            <a:pPr marL="0" indent="0" algn="just">
              <a:buNone/>
            </a:pPr>
            <a:r>
              <a:rPr lang="en-GB" dirty="0"/>
              <a:t>In a similar way, when supper was ended, he took this precious chalice in his holy and venerable hands, and once more giving you thanks, he said the blessing and gave the chalice to his disciples, saying: </a:t>
            </a:r>
          </a:p>
          <a:p>
            <a:pPr marL="0" indent="0" algn="just">
              <a:buNone/>
            </a:pPr>
            <a:endParaRPr lang="en-GB" dirty="0"/>
          </a:p>
        </p:txBody>
      </p:sp>
    </p:spTree>
    <p:extLst>
      <p:ext uri="{BB962C8B-B14F-4D97-AF65-F5344CB8AC3E}">
        <p14:creationId xmlns:p14="http://schemas.microsoft.com/office/powerpoint/2010/main" val="37765399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353838-54B0-39FC-2FD0-45067141E5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18B5A3-1950-C273-9DA8-D5CA7D677A51}"/>
              </a:ext>
            </a:extLst>
          </p:cNvPr>
          <p:cNvSpPr>
            <a:spLocks noGrp="1"/>
          </p:cNvSpPr>
          <p:nvPr>
            <p:ph type="title"/>
          </p:nvPr>
        </p:nvSpPr>
        <p:spPr/>
        <p:txBody>
          <a:bodyPr>
            <a:normAutofit fontScale="90000"/>
          </a:bodyPr>
          <a:lstStyle/>
          <a:p>
            <a:br>
              <a:rPr lang="en-AU" altLang="zh-TW" dirty="0"/>
            </a:br>
            <a:r>
              <a:rPr lang="zh-TW" altLang="en-US" dirty="0"/>
              <a:t>感恩经（一）　</a:t>
            </a:r>
            <a:r>
              <a:rPr lang="en-AU" dirty="0"/>
              <a:t>Eucharistic Prayer I</a:t>
            </a:r>
            <a:br>
              <a:rPr lang="en-AU" dirty="0"/>
            </a:br>
            <a:endParaRPr lang="en-AU" dirty="0"/>
          </a:p>
        </p:txBody>
      </p:sp>
      <p:sp>
        <p:nvSpPr>
          <p:cNvPr id="3" name="Content Placeholder 2">
            <a:extLst>
              <a:ext uri="{FF2B5EF4-FFF2-40B4-BE49-F238E27FC236}">
                <a16:creationId xmlns:a16="http://schemas.microsoft.com/office/drawing/2014/main" id="{2D3B4918-0A61-D20B-1E28-D4B3F2817504}"/>
              </a:ext>
            </a:extLst>
          </p:cNvPr>
          <p:cNvSpPr>
            <a:spLocks noGrp="1"/>
          </p:cNvSpPr>
          <p:nvPr>
            <p:ph sz="half" idx="1"/>
          </p:nvPr>
        </p:nvSpPr>
        <p:spPr/>
        <p:txBody>
          <a:bodyPr>
            <a:normAutofit lnSpcReduction="10000"/>
          </a:bodyPr>
          <a:lstStyle/>
          <a:p>
            <a:pPr marL="0" indent="0" algn="just" hangingPunct="0">
              <a:buNone/>
            </a:pPr>
            <a:r>
              <a:rPr lang="zh-CN" altLang="en-US" b="1" dirty="0"/>
              <a:t>你们大家拿去喝：这一杯就是我的血，新而永久的盟约之血，将为你们和众人倾流，以赦免罪恶。你们要这样做、来纪念我。</a:t>
            </a:r>
          </a:p>
          <a:p>
            <a:pPr marL="0" indent="0" algn="just" hangingPunct="0">
              <a:buNone/>
            </a:pPr>
            <a:endParaRPr lang="zh-CN" altLang="en-US" dirty="0"/>
          </a:p>
        </p:txBody>
      </p:sp>
      <p:sp>
        <p:nvSpPr>
          <p:cNvPr id="4" name="Content Placeholder 3">
            <a:extLst>
              <a:ext uri="{FF2B5EF4-FFF2-40B4-BE49-F238E27FC236}">
                <a16:creationId xmlns:a16="http://schemas.microsoft.com/office/drawing/2014/main" id="{C5D97171-5B0B-33C4-AFC6-5EB8C22474B2}"/>
              </a:ext>
            </a:extLst>
          </p:cNvPr>
          <p:cNvSpPr>
            <a:spLocks noGrp="1"/>
          </p:cNvSpPr>
          <p:nvPr>
            <p:ph sz="half" idx="2"/>
          </p:nvPr>
        </p:nvSpPr>
        <p:spPr/>
        <p:txBody>
          <a:bodyPr>
            <a:normAutofit lnSpcReduction="10000"/>
          </a:bodyPr>
          <a:lstStyle/>
          <a:p>
            <a:pPr marL="0" indent="0" algn="just">
              <a:buNone/>
            </a:pPr>
            <a:r>
              <a:rPr lang="en-GB" b="1" dirty="0"/>
              <a:t>Take this, all of you, and drink from it, for this is the chalice of my blood, the blood of the new eternal covenant, which will be poured out for you and for many for the forgiveness of sins. Do this in memory of me.</a:t>
            </a:r>
          </a:p>
          <a:p>
            <a:pPr marL="0" indent="0" algn="just">
              <a:buNone/>
            </a:pPr>
            <a:endParaRPr lang="en-GB" dirty="0"/>
          </a:p>
        </p:txBody>
      </p:sp>
    </p:spTree>
    <p:extLst>
      <p:ext uri="{BB962C8B-B14F-4D97-AF65-F5344CB8AC3E}">
        <p14:creationId xmlns:p14="http://schemas.microsoft.com/office/powerpoint/2010/main" val="30513553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83CDE2-1AF1-FDD6-7792-5DD1B029A7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1ED3F6-7D82-CA5C-A5BF-959A04A0E139}"/>
              </a:ext>
            </a:extLst>
          </p:cNvPr>
          <p:cNvSpPr>
            <a:spLocks noGrp="1"/>
          </p:cNvSpPr>
          <p:nvPr>
            <p:ph type="title"/>
          </p:nvPr>
        </p:nvSpPr>
        <p:spPr/>
        <p:txBody>
          <a:bodyPr>
            <a:normAutofit fontScale="90000"/>
          </a:bodyPr>
          <a:lstStyle/>
          <a:p>
            <a:br>
              <a:rPr lang="en-AU" altLang="zh-TW" dirty="0"/>
            </a:br>
            <a:r>
              <a:rPr lang="en-HK" altLang="zh-TW" dirty="0"/>
              <a:t>Memorial Acclamation</a:t>
            </a:r>
            <a:r>
              <a:rPr lang="zh-TW" altLang="en-HK" dirty="0"/>
              <a:t>　</a:t>
            </a:r>
            <a:r>
              <a:rPr lang="zh-TW" altLang="en-US" dirty="0"/>
              <a:t>祝圣后欢呼</a:t>
            </a:r>
            <a:br>
              <a:rPr lang="zh-TW" altLang="en-US" dirty="0"/>
            </a:br>
            <a:endParaRPr lang="en-AU" dirty="0"/>
          </a:p>
        </p:txBody>
      </p:sp>
      <p:sp>
        <p:nvSpPr>
          <p:cNvPr id="3" name="Content Placeholder 2">
            <a:extLst>
              <a:ext uri="{FF2B5EF4-FFF2-40B4-BE49-F238E27FC236}">
                <a16:creationId xmlns:a16="http://schemas.microsoft.com/office/drawing/2014/main" id="{E3D0A675-B90E-94CF-65BB-FE1F3C2BEF7B}"/>
              </a:ext>
            </a:extLst>
          </p:cNvPr>
          <p:cNvSpPr>
            <a:spLocks noGrp="1"/>
          </p:cNvSpPr>
          <p:nvPr>
            <p:ph sz="half" idx="1"/>
          </p:nvPr>
        </p:nvSpPr>
        <p:spPr/>
        <p:txBody>
          <a:bodyPr>
            <a:normAutofit/>
          </a:bodyPr>
          <a:lstStyle/>
          <a:p>
            <a:pPr marL="0" indent="0" algn="just">
              <a:buNone/>
            </a:pPr>
            <a:r>
              <a:rPr lang="zh-CN" altLang="en-US" dirty="0"/>
              <a:t>信德的奥迹：</a:t>
            </a:r>
          </a:p>
          <a:p>
            <a:pPr marL="0" indent="0" algn="just">
              <a:buNone/>
            </a:pPr>
            <a:endParaRPr lang="zh-CN" altLang="en-US" dirty="0"/>
          </a:p>
          <a:p>
            <a:pPr marL="0" indent="0" algn="just">
              <a:buNone/>
            </a:pPr>
            <a:r>
              <a:rPr lang="zh-CN" altLang="en-US" b="1" dirty="0"/>
              <a:t>基督，我们传报祢的圣死，我们歌颂祢的复活，我们期待祢光荣地来临。</a:t>
            </a:r>
          </a:p>
          <a:p>
            <a:pPr marL="0" indent="0" algn="just">
              <a:buNone/>
            </a:pPr>
            <a:endParaRPr lang="zh-CN" altLang="en-US" dirty="0"/>
          </a:p>
        </p:txBody>
      </p:sp>
      <p:sp>
        <p:nvSpPr>
          <p:cNvPr id="4" name="Content Placeholder 3">
            <a:extLst>
              <a:ext uri="{FF2B5EF4-FFF2-40B4-BE49-F238E27FC236}">
                <a16:creationId xmlns:a16="http://schemas.microsoft.com/office/drawing/2014/main" id="{30E87A75-A968-2438-BCB8-2F2DE68EE228}"/>
              </a:ext>
            </a:extLst>
          </p:cNvPr>
          <p:cNvSpPr>
            <a:spLocks noGrp="1"/>
          </p:cNvSpPr>
          <p:nvPr>
            <p:ph sz="half" idx="2"/>
          </p:nvPr>
        </p:nvSpPr>
        <p:spPr/>
        <p:txBody>
          <a:bodyPr>
            <a:normAutofit/>
          </a:bodyPr>
          <a:lstStyle/>
          <a:p>
            <a:pPr marL="0" indent="0" algn="just">
              <a:buNone/>
            </a:pPr>
            <a:r>
              <a:rPr lang="en-GB" dirty="0"/>
              <a:t>The mystery of faith.</a:t>
            </a:r>
          </a:p>
          <a:p>
            <a:pPr marL="0" indent="0" algn="just">
              <a:buNone/>
            </a:pPr>
            <a:endParaRPr lang="en-GB" dirty="0"/>
          </a:p>
          <a:p>
            <a:pPr marL="0" indent="0" algn="just">
              <a:buNone/>
            </a:pPr>
            <a:r>
              <a:rPr lang="en-GB" b="1" dirty="0"/>
              <a:t>We proclaim your Death, O Lord, and profess your Resurrection until you come again.</a:t>
            </a:r>
          </a:p>
          <a:p>
            <a:pPr marL="0" indent="0" algn="just">
              <a:buNone/>
            </a:pPr>
            <a:endParaRPr lang="en-GB" dirty="0"/>
          </a:p>
        </p:txBody>
      </p:sp>
    </p:spTree>
    <p:extLst>
      <p:ext uri="{BB962C8B-B14F-4D97-AF65-F5344CB8AC3E}">
        <p14:creationId xmlns:p14="http://schemas.microsoft.com/office/powerpoint/2010/main" val="31127851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15B5C0-7B1E-8BAA-6C91-ACEE1ED487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AD0167-EFF2-ACC3-0FCB-92E878F21374}"/>
              </a:ext>
            </a:extLst>
          </p:cNvPr>
          <p:cNvSpPr>
            <a:spLocks noGrp="1"/>
          </p:cNvSpPr>
          <p:nvPr>
            <p:ph type="title"/>
          </p:nvPr>
        </p:nvSpPr>
        <p:spPr/>
        <p:txBody>
          <a:bodyPr>
            <a:normAutofit fontScale="90000"/>
          </a:bodyPr>
          <a:lstStyle/>
          <a:p>
            <a:br>
              <a:rPr lang="en-AU" altLang="zh-TW" dirty="0"/>
            </a:br>
            <a:r>
              <a:rPr lang="zh-TW" altLang="en-US" dirty="0"/>
              <a:t>感恩经（一）　</a:t>
            </a:r>
            <a:r>
              <a:rPr lang="en-AU" dirty="0"/>
              <a:t>Eucharistic Prayer I</a:t>
            </a:r>
            <a:br>
              <a:rPr lang="en-AU" dirty="0"/>
            </a:br>
            <a:endParaRPr lang="en-AU" dirty="0"/>
          </a:p>
        </p:txBody>
      </p:sp>
      <p:sp>
        <p:nvSpPr>
          <p:cNvPr id="3" name="Content Placeholder 2">
            <a:extLst>
              <a:ext uri="{FF2B5EF4-FFF2-40B4-BE49-F238E27FC236}">
                <a16:creationId xmlns:a16="http://schemas.microsoft.com/office/drawing/2014/main" id="{784E0C35-690A-3BD7-45FD-2722FECD40AD}"/>
              </a:ext>
            </a:extLst>
          </p:cNvPr>
          <p:cNvSpPr>
            <a:spLocks noGrp="1"/>
          </p:cNvSpPr>
          <p:nvPr>
            <p:ph sz="half" idx="1"/>
          </p:nvPr>
        </p:nvSpPr>
        <p:spPr/>
        <p:txBody>
          <a:bodyPr>
            <a:normAutofit fontScale="92500" lnSpcReduction="20000"/>
          </a:bodyPr>
          <a:lstStyle/>
          <a:p>
            <a:pPr marL="0" indent="0" algn="just" hangingPunct="0">
              <a:buNone/>
            </a:pPr>
            <a:r>
              <a:rPr lang="zh-CN" altLang="en-US" sz="5200" dirty="0"/>
              <a:t>上主，因此我们作祢仆人的，和祢的全体神圣子民，纪念祢的圣子、我主基督神圣的苦难，和祂从死者中的复活，以及祂光荣的升天；</a:t>
            </a:r>
          </a:p>
          <a:p>
            <a:pPr marL="0" indent="0" algn="just" hangingPunct="0">
              <a:buNone/>
            </a:pPr>
            <a:endParaRPr lang="zh-CN" altLang="en-US" dirty="0"/>
          </a:p>
        </p:txBody>
      </p:sp>
      <p:sp>
        <p:nvSpPr>
          <p:cNvPr id="4" name="Content Placeholder 3">
            <a:extLst>
              <a:ext uri="{FF2B5EF4-FFF2-40B4-BE49-F238E27FC236}">
                <a16:creationId xmlns:a16="http://schemas.microsoft.com/office/drawing/2014/main" id="{BF61E878-E757-DB88-6E8B-6ECC4D6EE88F}"/>
              </a:ext>
            </a:extLst>
          </p:cNvPr>
          <p:cNvSpPr>
            <a:spLocks noGrp="1"/>
          </p:cNvSpPr>
          <p:nvPr>
            <p:ph sz="half" idx="2"/>
          </p:nvPr>
        </p:nvSpPr>
        <p:spPr/>
        <p:txBody>
          <a:bodyPr>
            <a:normAutofit fontScale="92500" lnSpcReduction="20000"/>
          </a:bodyPr>
          <a:lstStyle/>
          <a:p>
            <a:pPr marL="0" indent="0" algn="just">
              <a:buNone/>
            </a:pPr>
            <a:r>
              <a:rPr lang="en-GB" sz="3000" dirty="0"/>
              <a:t>Therefore, O Lord, as we celebrate the memorial of the blessed Passion, the Resurrection from the dead, and the glorious Ascension into heaven of Christ, your Son, our Lord, we, your servants and your holy people,</a:t>
            </a:r>
          </a:p>
          <a:p>
            <a:pPr marL="0" indent="0" algn="just">
              <a:buNone/>
            </a:pPr>
            <a:endParaRPr lang="en-GB" dirty="0"/>
          </a:p>
        </p:txBody>
      </p:sp>
    </p:spTree>
    <p:extLst>
      <p:ext uri="{BB962C8B-B14F-4D97-AF65-F5344CB8AC3E}">
        <p14:creationId xmlns:p14="http://schemas.microsoft.com/office/powerpoint/2010/main" val="3400049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EFF754-8544-CE6D-8EDC-70A3E28EC4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202946-8885-DBEC-612A-99BA11C223F8}"/>
              </a:ext>
            </a:extLst>
          </p:cNvPr>
          <p:cNvSpPr>
            <a:spLocks noGrp="1"/>
          </p:cNvSpPr>
          <p:nvPr>
            <p:ph type="title"/>
          </p:nvPr>
        </p:nvSpPr>
        <p:spPr/>
        <p:txBody>
          <a:bodyPr>
            <a:normAutofit fontScale="90000"/>
          </a:bodyPr>
          <a:lstStyle/>
          <a:p>
            <a:br>
              <a:rPr lang="en-AU" altLang="zh-TW" dirty="0"/>
            </a:br>
            <a:r>
              <a:rPr lang="zh-TW" altLang="en-US" dirty="0"/>
              <a:t>感恩经（一）　</a:t>
            </a:r>
            <a:r>
              <a:rPr lang="en-AU" dirty="0"/>
              <a:t>Eucharistic Prayer I</a:t>
            </a:r>
            <a:br>
              <a:rPr lang="en-AU" dirty="0"/>
            </a:br>
            <a:endParaRPr lang="en-AU" dirty="0"/>
          </a:p>
        </p:txBody>
      </p:sp>
      <p:sp>
        <p:nvSpPr>
          <p:cNvPr id="3" name="Content Placeholder 2">
            <a:extLst>
              <a:ext uri="{FF2B5EF4-FFF2-40B4-BE49-F238E27FC236}">
                <a16:creationId xmlns:a16="http://schemas.microsoft.com/office/drawing/2014/main" id="{5DA23AE8-4999-1FFB-2717-043B373E6F62}"/>
              </a:ext>
            </a:extLst>
          </p:cNvPr>
          <p:cNvSpPr>
            <a:spLocks noGrp="1"/>
          </p:cNvSpPr>
          <p:nvPr>
            <p:ph sz="half" idx="1"/>
          </p:nvPr>
        </p:nvSpPr>
        <p:spPr/>
        <p:txBody>
          <a:bodyPr>
            <a:normAutofit/>
          </a:bodyPr>
          <a:lstStyle/>
          <a:p>
            <a:pPr marL="0" indent="0" algn="just">
              <a:buNone/>
            </a:pPr>
            <a:r>
              <a:rPr lang="zh-CN" altLang="en-US" dirty="0"/>
              <a:t>我们从祢所赐的恩物中，把这纯洁、神圣、无玷的牺牲，永恒生命之粮，和救恩之杯，奉献于祢台前。</a:t>
            </a:r>
          </a:p>
          <a:p>
            <a:pPr marL="0" indent="0" algn="just">
              <a:buNone/>
            </a:pPr>
            <a:endParaRPr lang="zh-CN" altLang="en-US" dirty="0"/>
          </a:p>
        </p:txBody>
      </p:sp>
      <p:sp>
        <p:nvSpPr>
          <p:cNvPr id="4" name="Content Placeholder 3">
            <a:extLst>
              <a:ext uri="{FF2B5EF4-FFF2-40B4-BE49-F238E27FC236}">
                <a16:creationId xmlns:a16="http://schemas.microsoft.com/office/drawing/2014/main" id="{309A2E2D-FFB9-309A-F164-CFCAB8BD8797}"/>
              </a:ext>
            </a:extLst>
          </p:cNvPr>
          <p:cNvSpPr>
            <a:spLocks noGrp="1"/>
          </p:cNvSpPr>
          <p:nvPr>
            <p:ph sz="half" idx="2"/>
          </p:nvPr>
        </p:nvSpPr>
        <p:spPr/>
        <p:txBody>
          <a:bodyPr>
            <a:normAutofit/>
          </a:bodyPr>
          <a:lstStyle/>
          <a:p>
            <a:pPr marL="0" indent="0" algn="just">
              <a:buNone/>
            </a:pPr>
            <a:r>
              <a:rPr lang="en-GB" dirty="0"/>
              <a:t>offer to your glorious majesty from the gifts that you have given us, this pure victim, this holy victim, this spotless victim, the holy Bread of eternal life and the Chalice of everlasting salvation.</a:t>
            </a:r>
          </a:p>
          <a:p>
            <a:pPr marL="0" indent="0" algn="just">
              <a:buNone/>
            </a:pPr>
            <a:endParaRPr lang="en-GB" dirty="0"/>
          </a:p>
        </p:txBody>
      </p:sp>
    </p:spTree>
    <p:extLst>
      <p:ext uri="{BB962C8B-B14F-4D97-AF65-F5344CB8AC3E}">
        <p14:creationId xmlns:p14="http://schemas.microsoft.com/office/powerpoint/2010/main" val="8022923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506E4B-CF25-DFD9-C4EE-D0085D7DE2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32BCE5-EE63-5B8A-F21E-CBC24E14F81C}"/>
              </a:ext>
            </a:extLst>
          </p:cNvPr>
          <p:cNvSpPr>
            <a:spLocks noGrp="1"/>
          </p:cNvSpPr>
          <p:nvPr>
            <p:ph type="title"/>
          </p:nvPr>
        </p:nvSpPr>
        <p:spPr/>
        <p:txBody>
          <a:bodyPr>
            <a:normAutofit fontScale="90000"/>
          </a:bodyPr>
          <a:lstStyle/>
          <a:p>
            <a:br>
              <a:rPr lang="en-AU" altLang="zh-TW" dirty="0"/>
            </a:br>
            <a:r>
              <a:rPr lang="zh-TW" altLang="en-US" dirty="0"/>
              <a:t>感恩经（一）　</a:t>
            </a:r>
            <a:r>
              <a:rPr lang="en-AU" dirty="0"/>
              <a:t>Eucharistic Prayer I</a:t>
            </a:r>
            <a:br>
              <a:rPr lang="en-AU" dirty="0"/>
            </a:br>
            <a:endParaRPr lang="en-AU" dirty="0"/>
          </a:p>
        </p:txBody>
      </p:sp>
      <p:sp>
        <p:nvSpPr>
          <p:cNvPr id="3" name="Content Placeholder 2">
            <a:extLst>
              <a:ext uri="{FF2B5EF4-FFF2-40B4-BE49-F238E27FC236}">
                <a16:creationId xmlns:a16="http://schemas.microsoft.com/office/drawing/2014/main" id="{1CDBC644-C856-7059-BB5C-BEDE9B302250}"/>
              </a:ext>
            </a:extLst>
          </p:cNvPr>
          <p:cNvSpPr>
            <a:spLocks noGrp="1"/>
          </p:cNvSpPr>
          <p:nvPr>
            <p:ph sz="half" idx="1"/>
          </p:nvPr>
        </p:nvSpPr>
        <p:spPr/>
        <p:txBody>
          <a:bodyPr>
            <a:normAutofit lnSpcReduction="10000"/>
          </a:bodyPr>
          <a:lstStyle/>
          <a:p>
            <a:pPr marL="0" indent="0" algn="just">
              <a:buNone/>
            </a:pPr>
            <a:r>
              <a:rPr lang="zh-CN" altLang="en-US" dirty="0"/>
              <a:t>求祢慈祥的垂视这些祭品，并欣然予以接受，就如祢曾接受了祢的义仆亚伯尔的祭品、我们的信仰之父亚巴郎的祭献，</a:t>
            </a:r>
          </a:p>
          <a:p>
            <a:pPr marL="0" indent="0" algn="just">
              <a:buNone/>
            </a:pPr>
            <a:endParaRPr lang="zh-CN" altLang="en-US" dirty="0"/>
          </a:p>
        </p:txBody>
      </p:sp>
      <p:sp>
        <p:nvSpPr>
          <p:cNvPr id="4" name="Content Placeholder 3">
            <a:extLst>
              <a:ext uri="{FF2B5EF4-FFF2-40B4-BE49-F238E27FC236}">
                <a16:creationId xmlns:a16="http://schemas.microsoft.com/office/drawing/2014/main" id="{07498254-5EE9-4D0B-1D0D-C08FC3401D5F}"/>
              </a:ext>
            </a:extLst>
          </p:cNvPr>
          <p:cNvSpPr>
            <a:spLocks noGrp="1"/>
          </p:cNvSpPr>
          <p:nvPr>
            <p:ph sz="half" idx="2"/>
          </p:nvPr>
        </p:nvSpPr>
        <p:spPr/>
        <p:txBody>
          <a:bodyPr>
            <a:normAutofit lnSpcReduction="10000"/>
          </a:bodyPr>
          <a:lstStyle/>
          <a:p>
            <a:pPr marL="0" indent="0" algn="just">
              <a:buNone/>
            </a:pPr>
            <a:r>
              <a:rPr lang="en-GB" dirty="0"/>
              <a:t>Be pleased to look upon these offerings with a serene and kindly countenance, and to accept them, as once you were pleased to accept the gifts of your servant Abel the just, the sacrifice of Abraham, our father in faith,</a:t>
            </a:r>
          </a:p>
          <a:p>
            <a:pPr marL="0" indent="0" algn="just">
              <a:buNone/>
            </a:pPr>
            <a:endParaRPr lang="en-GB" dirty="0"/>
          </a:p>
        </p:txBody>
      </p:sp>
    </p:spTree>
    <p:extLst>
      <p:ext uri="{BB962C8B-B14F-4D97-AF65-F5344CB8AC3E}">
        <p14:creationId xmlns:p14="http://schemas.microsoft.com/office/powerpoint/2010/main" val="12516792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2BA1B4-E447-A747-4B9A-DBABB1F042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C03886-EF39-3C6A-FA83-73C046695299}"/>
              </a:ext>
            </a:extLst>
          </p:cNvPr>
          <p:cNvSpPr>
            <a:spLocks noGrp="1"/>
          </p:cNvSpPr>
          <p:nvPr>
            <p:ph type="title"/>
          </p:nvPr>
        </p:nvSpPr>
        <p:spPr/>
        <p:txBody>
          <a:bodyPr>
            <a:normAutofit fontScale="90000"/>
          </a:bodyPr>
          <a:lstStyle/>
          <a:p>
            <a:br>
              <a:rPr lang="en-AU" altLang="zh-TW" dirty="0"/>
            </a:br>
            <a:r>
              <a:rPr lang="zh-TW" altLang="en-US" dirty="0"/>
              <a:t>感恩经（一）　</a:t>
            </a:r>
            <a:r>
              <a:rPr lang="en-AU" dirty="0"/>
              <a:t>Eucharistic Prayer I</a:t>
            </a:r>
            <a:br>
              <a:rPr lang="en-AU" dirty="0"/>
            </a:br>
            <a:endParaRPr lang="en-AU" dirty="0"/>
          </a:p>
        </p:txBody>
      </p:sp>
      <p:sp>
        <p:nvSpPr>
          <p:cNvPr id="3" name="Content Placeholder 2">
            <a:extLst>
              <a:ext uri="{FF2B5EF4-FFF2-40B4-BE49-F238E27FC236}">
                <a16:creationId xmlns:a16="http://schemas.microsoft.com/office/drawing/2014/main" id="{2FB39BE3-71CE-3C58-13B8-7E8E944766C7}"/>
              </a:ext>
            </a:extLst>
          </p:cNvPr>
          <p:cNvSpPr>
            <a:spLocks noGrp="1"/>
          </p:cNvSpPr>
          <p:nvPr>
            <p:ph sz="half" idx="1"/>
          </p:nvPr>
        </p:nvSpPr>
        <p:spPr/>
        <p:txBody>
          <a:bodyPr>
            <a:normAutofit/>
          </a:bodyPr>
          <a:lstStyle/>
          <a:p>
            <a:pPr marL="0" indent="0" algn="just" hangingPunct="0">
              <a:buNone/>
            </a:pPr>
            <a:r>
              <a:rPr lang="zh-CN" altLang="en-US" dirty="0"/>
              <a:t>和祢的大司祭默基瑟德所奉献给祢的、圣洁的祭品，无玷的牺牲。</a:t>
            </a:r>
          </a:p>
          <a:p>
            <a:pPr marL="0" indent="0" algn="just" hangingPunct="0">
              <a:buNone/>
            </a:pPr>
            <a:endParaRPr lang="zh-CN" altLang="en-US" dirty="0"/>
          </a:p>
        </p:txBody>
      </p:sp>
      <p:sp>
        <p:nvSpPr>
          <p:cNvPr id="4" name="Content Placeholder 3">
            <a:extLst>
              <a:ext uri="{FF2B5EF4-FFF2-40B4-BE49-F238E27FC236}">
                <a16:creationId xmlns:a16="http://schemas.microsoft.com/office/drawing/2014/main" id="{17E5AC46-EE6E-9314-EE31-F462C66B619A}"/>
              </a:ext>
            </a:extLst>
          </p:cNvPr>
          <p:cNvSpPr>
            <a:spLocks noGrp="1"/>
          </p:cNvSpPr>
          <p:nvPr>
            <p:ph sz="half" idx="2"/>
          </p:nvPr>
        </p:nvSpPr>
        <p:spPr/>
        <p:txBody>
          <a:bodyPr>
            <a:normAutofit/>
          </a:bodyPr>
          <a:lstStyle/>
          <a:p>
            <a:pPr marL="0" indent="0" algn="just">
              <a:buNone/>
            </a:pPr>
            <a:r>
              <a:rPr lang="en-GB" dirty="0"/>
              <a:t>and the offering of your high priest Melchizedek, a holy sacrifice, a spotless victim.</a:t>
            </a:r>
          </a:p>
          <a:p>
            <a:pPr marL="0" indent="0" algn="just">
              <a:buNone/>
            </a:pPr>
            <a:endParaRPr lang="en-GB" dirty="0"/>
          </a:p>
        </p:txBody>
      </p:sp>
    </p:spTree>
    <p:extLst>
      <p:ext uri="{BB962C8B-B14F-4D97-AF65-F5344CB8AC3E}">
        <p14:creationId xmlns:p14="http://schemas.microsoft.com/office/powerpoint/2010/main" val="15010212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A3CF66-DC64-2CF9-00A4-B045B79A86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F9FD4D-6C6E-2839-5DDF-B11CD4668843}"/>
              </a:ext>
            </a:extLst>
          </p:cNvPr>
          <p:cNvSpPr>
            <a:spLocks noGrp="1"/>
          </p:cNvSpPr>
          <p:nvPr>
            <p:ph type="title"/>
          </p:nvPr>
        </p:nvSpPr>
        <p:spPr/>
        <p:txBody>
          <a:bodyPr>
            <a:normAutofit fontScale="90000"/>
          </a:bodyPr>
          <a:lstStyle/>
          <a:p>
            <a:br>
              <a:rPr lang="en-AU" altLang="zh-TW" dirty="0"/>
            </a:br>
            <a:r>
              <a:rPr lang="zh-TW" altLang="en-US" dirty="0"/>
              <a:t>感恩经（一）　</a:t>
            </a:r>
            <a:r>
              <a:rPr lang="en-AU" dirty="0"/>
              <a:t>Eucharistic Prayer I</a:t>
            </a:r>
            <a:br>
              <a:rPr lang="en-AU" dirty="0"/>
            </a:br>
            <a:endParaRPr lang="en-AU" dirty="0"/>
          </a:p>
        </p:txBody>
      </p:sp>
      <p:sp>
        <p:nvSpPr>
          <p:cNvPr id="3" name="Content Placeholder 2">
            <a:extLst>
              <a:ext uri="{FF2B5EF4-FFF2-40B4-BE49-F238E27FC236}">
                <a16:creationId xmlns:a16="http://schemas.microsoft.com/office/drawing/2014/main" id="{E502D37B-105F-5E84-BD19-8F4368B6A18E}"/>
              </a:ext>
            </a:extLst>
          </p:cNvPr>
          <p:cNvSpPr>
            <a:spLocks noGrp="1"/>
          </p:cNvSpPr>
          <p:nvPr>
            <p:ph sz="half" idx="1"/>
          </p:nvPr>
        </p:nvSpPr>
        <p:spPr/>
        <p:txBody>
          <a:bodyPr>
            <a:normAutofit/>
          </a:bodyPr>
          <a:lstStyle/>
          <a:p>
            <a:pPr marL="0" indent="0" algn="just">
              <a:buNone/>
            </a:pPr>
            <a:r>
              <a:rPr lang="zh-CN" altLang="en-US" dirty="0"/>
              <a:t>全能的天主，我们垦切求祢命祢的圣天使，将这祭品呈献到祢至高的祭台上，在祢神圣的尊威台前，</a:t>
            </a:r>
          </a:p>
          <a:p>
            <a:pPr marL="0" indent="0" algn="just">
              <a:buNone/>
            </a:pPr>
            <a:endParaRPr lang="zh-CN" altLang="en-US" dirty="0"/>
          </a:p>
        </p:txBody>
      </p:sp>
      <p:sp>
        <p:nvSpPr>
          <p:cNvPr id="4" name="Content Placeholder 3">
            <a:extLst>
              <a:ext uri="{FF2B5EF4-FFF2-40B4-BE49-F238E27FC236}">
                <a16:creationId xmlns:a16="http://schemas.microsoft.com/office/drawing/2014/main" id="{EB2DDA46-D3D2-B8DE-86D4-94080538E2E5}"/>
              </a:ext>
            </a:extLst>
          </p:cNvPr>
          <p:cNvSpPr>
            <a:spLocks noGrp="1"/>
          </p:cNvSpPr>
          <p:nvPr>
            <p:ph sz="half" idx="2"/>
          </p:nvPr>
        </p:nvSpPr>
        <p:spPr/>
        <p:txBody>
          <a:bodyPr>
            <a:normAutofit/>
          </a:bodyPr>
          <a:lstStyle/>
          <a:p>
            <a:pPr marL="0" indent="0" algn="just">
              <a:buNone/>
            </a:pPr>
            <a:r>
              <a:rPr lang="en-GB" dirty="0"/>
              <a:t>In humble prayer we ask you, almighty God: command that these gifts be borne by the hands of your holy Angel to your altar on high in the sight of your divine majesty, </a:t>
            </a:r>
          </a:p>
          <a:p>
            <a:pPr marL="0" indent="0" algn="just">
              <a:buNone/>
            </a:pPr>
            <a:endParaRPr lang="en-GB" dirty="0"/>
          </a:p>
        </p:txBody>
      </p:sp>
    </p:spTree>
    <p:extLst>
      <p:ext uri="{BB962C8B-B14F-4D97-AF65-F5344CB8AC3E}">
        <p14:creationId xmlns:p14="http://schemas.microsoft.com/office/powerpoint/2010/main" val="18558726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1CE065-2499-D9CA-4A74-85BD2FA5DC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341AC8-5E7E-3C61-5195-39824A303B98}"/>
              </a:ext>
            </a:extLst>
          </p:cNvPr>
          <p:cNvSpPr>
            <a:spLocks noGrp="1"/>
          </p:cNvSpPr>
          <p:nvPr>
            <p:ph type="title"/>
          </p:nvPr>
        </p:nvSpPr>
        <p:spPr/>
        <p:txBody>
          <a:bodyPr>
            <a:normAutofit fontScale="90000"/>
          </a:bodyPr>
          <a:lstStyle/>
          <a:p>
            <a:br>
              <a:rPr lang="en-AU" altLang="zh-TW" dirty="0"/>
            </a:br>
            <a:r>
              <a:rPr lang="zh-TW" altLang="en-US" dirty="0"/>
              <a:t>感恩经（一）　</a:t>
            </a:r>
            <a:r>
              <a:rPr lang="en-AU" dirty="0"/>
              <a:t>Eucharistic Prayer I</a:t>
            </a:r>
            <a:br>
              <a:rPr lang="en-AU" dirty="0"/>
            </a:br>
            <a:endParaRPr lang="en-AU" dirty="0"/>
          </a:p>
        </p:txBody>
      </p:sp>
      <p:sp>
        <p:nvSpPr>
          <p:cNvPr id="3" name="Content Placeholder 2">
            <a:extLst>
              <a:ext uri="{FF2B5EF4-FFF2-40B4-BE49-F238E27FC236}">
                <a16:creationId xmlns:a16="http://schemas.microsoft.com/office/drawing/2014/main" id="{191C26C4-9529-7C92-7FFB-5DB811F8C430}"/>
              </a:ext>
            </a:extLst>
          </p:cNvPr>
          <p:cNvSpPr>
            <a:spLocks noGrp="1"/>
          </p:cNvSpPr>
          <p:nvPr>
            <p:ph sz="half" idx="1"/>
          </p:nvPr>
        </p:nvSpPr>
        <p:spPr/>
        <p:txBody>
          <a:bodyPr>
            <a:normAutofit/>
          </a:bodyPr>
          <a:lstStyle/>
          <a:p>
            <a:pPr marL="0" indent="0" algn="just">
              <a:buNone/>
            </a:pPr>
            <a:r>
              <a:rPr lang="zh-CN" altLang="en-US" dirty="0"/>
              <a:t>使我们凡参与这祭献的，领受了祢圣子的圣体圣血之后，得以充满一切天恩和圣宠。</a:t>
            </a:r>
          </a:p>
          <a:p>
            <a:pPr marL="0" indent="0" algn="just">
              <a:buNone/>
            </a:pPr>
            <a:endParaRPr lang="zh-CN" altLang="en-US" dirty="0"/>
          </a:p>
        </p:txBody>
      </p:sp>
      <p:sp>
        <p:nvSpPr>
          <p:cNvPr id="4" name="Content Placeholder 3">
            <a:extLst>
              <a:ext uri="{FF2B5EF4-FFF2-40B4-BE49-F238E27FC236}">
                <a16:creationId xmlns:a16="http://schemas.microsoft.com/office/drawing/2014/main" id="{C008DAB7-CBBA-8BC6-D69A-D3460AA953D7}"/>
              </a:ext>
            </a:extLst>
          </p:cNvPr>
          <p:cNvSpPr>
            <a:spLocks noGrp="1"/>
          </p:cNvSpPr>
          <p:nvPr>
            <p:ph sz="half" idx="2"/>
          </p:nvPr>
        </p:nvSpPr>
        <p:spPr/>
        <p:txBody>
          <a:bodyPr>
            <a:normAutofit/>
          </a:bodyPr>
          <a:lstStyle/>
          <a:p>
            <a:pPr marL="0" indent="0" algn="just">
              <a:buNone/>
            </a:pPr>
            <a:r>
              <a:rPr lang="en-GB" dirty="0"/>
              <a:t>so that all of us, who through this  participation at the altar, receive the most holy Body and Blood of your Son, may be filled with every grace and heavenly blessing.</a:t>
            </a:r>
          </a:p>
          <a:p>
            <a:pPr marL="0" indent="0" algn="just">
              <a:buNone/>
            </a:pPr>
            <a:endParaRPr lang="en-GB" dirty="0"/>
          </a:p>
        </p:txBody>
      </p:sp>
    </p:spTree>
    <p:extLst>
      <p:ext uri="{BB962C8B-B14F-4D97-AF65-F5344CB8AC3E}">
        <p14:creationId xmlns:p14="http://schemas.microsoft.com/office/powerpoint/2010/main" val="37849848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57818B-A640-8650-9A9F-45F4EB81EB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BE11E6-11EB-108A-671C-308D41576EAB}"/>
              </a:ext>
            </a:extLst>
          </p:cNvPr>
          <p:cNvSpPr>
            <a:spLocks noGrp="1"/>
          </p:cNvSpPr>
          <p:nvPr>
            <p:ph type="title"/>
          </p:nvPr>
        </p:nvSpPr>
        <p:spPr/>
        <p:txBody>
          <a:bodyPr>
            <a:normAutofit fontScale="90000"/>
          </a:bodyPr>
          <a:lstStyle/>
          <a:p>
            <a:br>
              <a:rPr lang="en-AU" altLang="zh-TW" dirty="0"/>
            </a:br>
            <a:r>
              <a:rPr lang="zh-TW" altLang="en-US" dirty="0"/>
              <a:t>感恩经（一）　</a:t>
            </a:r>
            <a:r>
              <a:rPr lang="en-AU" dirty="0"/>
              <a:t>Eucharistic Prayer I</a:t>
            </a:r>
            <a:br>
              <a:rPr lang="en-AU" dirty="0"/>
            </a:br>
            <a:endParaRPr lang="en-AU" dirty="0"/>
          </a:p>
        </p:txBody>
      </p:sp>
      <p:sp>
        <p:nvSpPr>
          <p:cNvPr id="3" name="Content Placeholder 2">
            <a:extLst>
              <a:ext uri="{FF2B5EF4-FFF2-40B4-BE49-F238E27FC236}">
                <a16:creationId xmlns:a16="http://schemas.microsoft.com/office/drawing/2014/main" id="{E1E6E6FA-0EFD-66F0-8DC3-0B09C2381B01}"/>
              </a:ext>
            </a:extLst>
          </p:cNvPr>
          <p:cNvSpPr>
            <a:spLocks noGrp="1"/>
          </p:cNvSpPr>
          <p:nvPr>
            <p:ph sz="half" idx="1"/>
          </p:nvPr>
        </p:nvSpPr>
        <p:spPr/>
        <p:txBody>
          <a:bodyPr>
            <a:normAutofit/>
          </a:bodyPr>
          <a:lstStyle/>
          <a:p>
            <a:pPr marL="0" indent="0" algn="just">
              <a:buNone/>
            </a:pPr>
            <a:r>
              <a:rPr lang="zh-CN" altLang="en-US" dirty="0"/>
              <a:t>上主，求祢也垂念我们的祖先和祢的仆婢，他们保持着信德，先我们而去，如今正在安眠休息。</a:t>
            </a:r>
          </a:p>
          <a:p>
            <a:pPr marL="0" indent="0" algn="just">
              <a:buNone/>
            </a:pPr>
            <a:endParaRPr lang="zh-CN" altLang="en-US" dirty="0"/>
          </a:p>
        </p:txBody>
      </p:sp>
      <p:sp>
        <p:nvSpPr>
          <p:cNvPr id="4" name="Content Placeholder 3">
            <a:extLst>
              <a:ext uri="{FF2B5EF4-FFF2-40B4-BE49-F238E27FC236}">
                <a16:creationId xmlns:a16="http://schemas.microsoft.com/office/drawing/2014/main" id="{3771D53F-92AB-7D31-7503-505FF6EB7A15}"/>
              </a:ext>
            </a:extLst>
          </p:cNvPr>
          <p:cNvSpPr>
            <a:spLocks noGrp="1"/>
          </p:cNvSpPr>
          <p:nvPr>
            <p:ph sz="half" idx="2"/>
          </p:nvPr>
        </p:nvSpPr>
        <p:spPr/>
        <p:txBody>
          <a:bodyPr>
            <a:normAutofit/>
          </a:bodyPr>
          <a:lstStyle/>
          <a:p>
            <a:pPr marL="0" indent="0" algn="just">
              <a:buNone/>
            </a:pPr>
            <a:r>
              <a:rPr lang="en-GB" dirty="0"/>
              <a:t>Remember also, Lord, your servants, who have gone before us with the sign of faith and rest in the sleep of peace.</a:t>
            </a:r>
          </a:p>
          <a:p>
            <a:pPr marL="0" indent="0" algn="just">
              <a:buNone/>
            </a:pPr>
            <a:endParaRPr lang="en-GB" dirty="0"/>
          </a:p>
        </p:txBody>
      </p:sp>
    </p:spTree>
    <p:extLst>
      <p:ext uri="{BB962C8B-B14F-4D97-AF65-F5344CB8AC3E}">
        <p14:creationId xmlns:p14="http://schemas.microsoft.com/office/powerpoint/2010/main" val="41685603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B32FC5-E18A-6B5C-7442-81EAE6F932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8BE4CD-B85A-689A-8370-5BD1F6D7A91D}"/>
              </a:ext>
            </a:extLst>
          </p:cNvPr>
          <p:cNvSpPr>
            <a:spLocks noGrp="1"/>
          </p:cNvSpPr>
          <p:nvPr>
            <p:ph type="title"/>
          </p:nvPr>
        </p:nvSpPr>
        <p:spPr/>
        <p:txBody>
          <a:bodyPr>
            <a:normAutofit fontScale="90000"/>
          </a:bodyPr>
          <a:lstStyle/>
          <a:p>
            <a:br>
              <a:rPr lang="en-AU" altLang="zh-TW" dirty="0"/>
            </a:br>
            <a:r>
              <a:rPr lang="zh-TW" altLang="en-US" dirty="0"/>
              <a:t>感恩经（一）　</a:t>
            </a:r>
            <a:r>
              <a:rPr lang="en-AU" dirty="0"/>
              <a:t>Eucharistic Prayer I</a:t>
            </a:r>
            <a:br>
              <a:rPr lang="en-AU" dirty="0"/>
            </a:br>
            <a:endParaRPr lang="en-AU" dirty="0"/>
          </a:p>
        </p:txBody>
      </p:sp>
      <p:sp>
        <p:nvSpPr>
          <p:cNvPr id="3" name="Content Placeholder 2">
            <a:extLst>
              <a:ext uri="{FF2B5EF4-FFF2-40B4-BE49-F238E27FC236}">
                <a16:creationId xmlns:a16="http://schemas.microsoft.com/office/drawing/2014/main" id="{7D0A8B08-3109-AF98-AE44-DDDE577E099D}"/>
              </a:ext>
            </a:extLst>
          </p:cNvPr>
          <p:cNvSpPr>
            <a:spLocks noGrp="1"/>
          </p:cNvSpPr>
          <p:nvPr>
            <p:ph sz="half" idx="1"/>
          </p:nvPr>
        </p:nvSpPr>
        <p:spPr/>
        <p:txBody>
          <a:bodyPr>
            <a:normAutofit/>
          </a:bodyPr>
          <a:lstStyle/>
          <a:p>
            <a:pPr marL="0" indent="0" algn="just" hangingPunct="0">
              <a:buNone/>
            </a:pPr>
            <a:r>
              <a:rPr lang="zh-CN" altLang="en-US" dirty="0"/>
              <a:t>上主，我们求祢赏赐他们及所有安息于基督怀中的人，进入永福、光明和安宁的天乡。</a:t>
            </a:r>
          </a:p>
          <a:p>
            <a:pPr marL="0" indent="0" algn="just" hangingPunct="0">
              <a:buNone/>
            </a:pPr>
            <a:endParaRPr lang="zh-CN" altLang="en-US" dirty="0"/>
          </a:p>
        </p:txBody>
      </p:sp>
      <p:sp>
        <p:nvSpPr>
          <p:cNvPr id="4" name="Content Placeholder 3">
            <a:extLst>
              <a:ext uri="{FF2B5EF4-FFF2-40B4-BE49-F238E27FC236}">
                <a16:creationId xmlns:a16="http://schemas.microsoft.com/office/drawing/2014/main" id="{D3DCEFE7-348C-010C-3EDE-98D194467527}"/>
              </a:ext>
            </a:extLst>
          </p:cNvPr>
          <p:cNvSpPr>
            <a:spLocks noGrp="1"/>
          </p:cNvSpPr>
          <p:nvPr>
            <p:ph sz="half" idx="2"/>
          </p:nvPr>
        </p:nvSpPr>
        <p:spPr/>
        <p:txBody>
          <a:bodyPr>
            <a:normAutofit/>
          </a:bodyPr>
          <a:lstStyle/>
          <a:p>
            <a:pPr marL="0" indent="0" algn="just">
              <a:buNone/>
            </a:pPr>
            <a:r>
              <a:rPr lang="en-GB" dirty="0"/>
              <a:t>Grant them, O Lord, we pray, and all who sleep in Christ, a place of refreshment, light and peace.</a:t>
            </a:r>
          </a:p>
          <a:p>
            <a:pPr marL="0" indent="0" algn="just">
              <a:buNone/>
            </a:pPr>
            <a:endParaRPr lang="en-GB" dirty="0"/>
          </a:p>
        </p:txBody>
      </p:sp>
    </p:spTree>
    <p:extLst>
      <p:ext uri="{BB962C8B-B14F-4D97-AF65-F5344CB8AC3E}">
        <p14:creationId xmlns:p14="http://schemas.microsoft.com/office/powerpoint/2010/main" val="26441265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D6BBFA-E8A0-2B5D-9C83-A85788A1F4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FFB9AD-5CB0-9B42-A793-824300FE3104}"/>
              </a:ext>
            </a:extLst>
          </p:cNvPr>
          <p:cNvSpPr>
            <a:spLocks noGrp="1"/>
          </p:cNvSpPr>
          <p:nvPr>
            <p:ph type="title"/>
          </p:nvPr>
        </p:nvSpPr>
        <p:spPr/>
        <p:txBody>
          <a:bodyPr>
            <a:normAutofit fontScale="90000"/>
          </a:bodyPr>
          <a:lstStyle/>
          <a:p>
            <a:br>
              <a:rPr lang="en-AU" altLang="zh-TW" dirty="0"/>
            </a:br>
            <a:r>
              <a:rPr lang="zh-TW" altLang="en-US" dirty="0"/>
              <a:t>感恩经（一）　</a:t>
            </a:r>
            <a:r>
              <a:rPr lang="en-AU" dirty="0"/>
              <a:t>Eucharistic Prayer I</a:t>
            </a:r>
            <a:br>
              <a:rPr lang="en-AU" dirty="0"/>
            </a:br>
            <a:endParaRPr lang="en-AU" dirty="0"/>
          </a:p>
        </p:txBody>
      </p:sp>
      <p:sp>
        <p:nvSpPr>
          <p:cNvPr id="3" name="Content Placeholder 2">
            <a:extLst>
              <a:ext uri="{FF2B5EF4-FFF2-40B4-BE49-F238E27FC236}">
                <a16:creationId xmlns:a16="http://schemas.microsoft.com/office/drawing/2014/main" id="{CF289B25-73F4-2CD0-7F59-BFB6BD2D6C04}"/>
              </a:ext>
            </a:extLst>
          </p:cNvPr>
          <p:cNvSpPr>
            <a:spLocks noGrp="1"/>
          </p:cNvSpPr>
          <p:nvPr>
            <p:ph sz="half" idx="1"/>
          </p:nvPr>
        </p:nvSpPr>
        <p:spPr/>
        <p:txBody>
          <a:bodyPr>
            <a:noAutofit/>
          </a:bodyPr>
          <a:lstStyle/>
          <a:p>
            <a:pPr marL="0" indent="0" algn="just">
              <a:buNone/>
            </a:pPr>
            <a:r>
              <a:rPr lang="zh-CN" altLang="en-US" dirty="0"/>
              <a:t>至于祢的仆役、我们罪人，依恃祢无限的仁慈，求祢惠赐我们加入祢的圣宗徒及殉道者的团体：就是若翰、斯德望、玛弟亚、</a:t>
            </a:r>
          </a:p>
          <a:p>
            <a:pPr marL="0" indent="0" algn="just">
              <a:buNone/>
            </a:pPr>
            <a:endParaRPr lang="zh-CN" altLang="en-US" dirty="0"/>
          </a:p>
        </p:txBody>
      </p:sp>
      <p:sp>
        <p:nvSpPr>
          <p:cNvPr id="4" name="Content Placeholder 3">
            <a:extLst>
              <a:ext uri="{FF2B5EF4-FFF2-40B4-BE49-F238E27FC236}">
                <a16:creationId xmlns:a16="http://schemas.microsoft.com/office/drawing/2014/main" id="{EB7057C2-0BF3-9CBA-3CC8-F6B909D6DDBD}"/>
              </a:ext>
            </a:extLst>
          </p:cNvPr>
          <p:cNvSpPr>
            <a:spLocks noGrp="1"/>
          </p:cNvSpPr>
          <p:nvPr>
            <p:ph sz="half" idx="2"/>
          </p:nvPr>
        </p:nvSpPr>
        <p:spPr/>
        <p:txBody>
          <a:bodyPr>
            <a:normAutofit/>
          </a:bodyPr>
          <a:lstStyle/>
          <a:p>
            <a:pPr marL="0" indent="0" algn="just">
              <a:buNone/>
            </a:pPr>
            <a:r>
              <a:rPr lang="en-GB" dirty="0"/>
              <a:t>To us, also, your servants, who, though sinners, hope in your abundant mercies, graciously grant some share and fellowship with your holy Apostles and Martyrs: with John the Baptist, Stephen, Matthias, </a:t>
            </a:r>
          </a:p>
          <a:p>
            <a:pPr marL="0" indent="0" algn="just">
              <a:buNone/>
            </a:pPr>
            <a:endParaRPr lang="en-GB" dirty="0"/>
          </a:p>
        </p:txBody>
      </p:sp>
    </p:spTree>
    <p:extLst>
      <p:ext uri="{BB962C8B-B14F-4D97-AF65-F5344CB8AC3E}">
        <p14:creationId xmlns:p14="http://schemas.microsoft.com/office/powerpoint/2010/main" val="13100991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F78F06-BB62-D59A-E60E-33CF49C977B3}"/>
              </a:ext>
            </a:extLst>
          </p:cNvPr>
          <p:cNvSpPr>
            <a:spLocks noGrp="1"/>
          </p:cNvSpPr>
          <p:nvPr>
            <p:ph type="title"/>
          </p:nvPr>
        </p:nvSpPr>
        <p:spPr/>
        <p:txBody>
          <a:bodyPr>
            <a:normAutofit fontScale="90000"/>
          </a:bodyPr>
          <a:lstStyle/>
          <a:p>
            <a:br>
              <a:rPr lang="en-AU" altLang="zh-TW" dirty="0"/>
            </a:br>
            <a:r>
              <a:rPr lang="zh-TW" altLang="en-US" dirty="0"/>
              <a:t>感恩经（一）　</a:t>
            </a:r>
            <a:r>
              <a:rPr lang="en-AU" dirty="0"/>
              <a:t>Eucharistic Prayer I</a:t>
            </a:r>
            <a:br>
              <a:rPr lang="en-AU" dirty="0"/>
            </a:br>
            <a:endParaRPr lang="en-AU" dirty="0"/>
          </a:p>
        </p:txBody>
      </p:sp>
      <p:sp>
        <p:nvSpPr>
          <p:cNvPr id="3" name="Content Placeholder 2">
            <a:extLst>
              <a:ext uri="{FF2B5EF4-FFF2-40B4-BE49-F238E27FC236}">
                <a16:creationId xmlns:a16="http://schemas.microsoft.com/office/drawing/2014/main" id="{73C9E3D6-0487-9044-4D0C-5CBF87F3A3FF}"/>
              </a:ext>
            </a:extLst>
          </p:cNvPr>
          <p:cNvSpPr>
            <a:spLocks noGrp="1"/>
          </p:cNvSpPr>
          <p:nvPr>
            <p:ph sz="half" idx="1"/>
          </p:nvPr>
        </p:nvSpPr>
        <p:spPr/>
        <p:txBody>
          <a:bodyPr>
            <a:normAutofit/>
          </a:bodyPr>
          <a:lstStyle/>
          <a:p>
            <a:pPr marL="0" indent="0" algn="just" hangingPunct="0">
              <a:buNone/>
            </a:pPr>
            <a:r>
              <a:rPr lang="zh-TW" altLang="en-US" dirty="0"/>
              <a:t>巴尔纳伯、 （</a:t>
            </a:r>
            <a:r>
              <a:rPr lang="zh-CN" altLang="en-US" dirty="0"/>
              <a:t>依纳爵、亚历山大、玛策廉、伯多禄、斐理谦、伯尔伯都亚、</a:t>
            </a:r>
            <a:endParaRPr lang="en-AU" dirty="0"/>
          </a:p>
        </p:txBody>
      </p:sp>
      <p:sp>
        <p:nvSpPr>
          <p:cNvPr id="4" name="Content Placeholder 3">
            <a:extLst>
              <a:ext uri="{FF2B5EF4-FFF2-40B4-BE49-F238E27FC236}">
                <a16:creationId xmlns:a16="http://schemas.microsoft.com/office/drawing/2014/main" id="{75F638E1-E87B-5A6C-EE0C-8ECB13221775}"/>
              </a:ext>
            </a:extLst>
          </p:cNvPr>
          <p:cNvSpPr>
            <a:spLocks noGrp="1"/>
          </p:cNvSpPr>
          <p:nvPr>
            <p:ph sz="half" idx="2"/>
          </p:nvPr>
        </p:nvSpPr>
        <p:spPr/>
        <p:txBody>
          <a:bodyPr>
            <a:normAutofit/>
          </a:bodyPr>
          <a:lstStyle/>
          <a:p>
            <a:pPr marL="0" indent="0" algn="just">
              <a:buNone/>
            </a:pPr>
            <a:r>
              <a:rPr lang="en-AU" dirty="0"/>
              <a:t>Barnabas, (Ignatius, Alexander, Marcellinus, Peter, Felicity, Perpetua, </a:t>
            </a:r>
          </a:p>
        </p:txBody>
      </p:sp>
    </p:spTree>
    <p:extLst>
      <p:ext uri="{BB962C8B-B14F-4D97-AF65-F5344CB8AC3E}">
        <p14:creationId xmlns:p14="http://schemas.microsoft.com/office/powerpoint/2010/main" val="4481725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150B1C-2935-A769-4896-9DE77A81C1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CDD7C8-FED9-582E-BD6E-37675089CB7E}"/>
              </a:ext>
            </a:extLst>
          </p:cNvPr>
          <p:cNvSpPr>
            <a:spLocks noGrp="1"/>
          </p:cNvSpPr>
          <p:nvPr>
            <p:ph type="title"/>
          </p:nvPr>
        </p:nvSpPr>
        <p:spPr/>
        <p:txBody>
          <a:bodyPr>
            <a:normAutofit fontScale="90000"/>
          </a:bodyPr>
          <a:lstStyle/>
          <a:p>
            <a:br>
              <a:rPr lang="en-AU" altLang="zh-TW" dirty="0"/>
            </a:br>
            <a:r>
              <a:rPr lang="zh-TW" altLang="en-US" dirty="0"/>
              <a:t>感恩经（一）　</a:t>
            </a:r>
            <a:r>
              <a:rPr lang="en-AU" dirty="0"/>
              <a:t>Eucharistic Prayer I</a:t>
            </a:r>
            <a:br>
              <a:rPr lang="en-AU" dirty="0"/>
            </a:br>
            <a:endParaRPr lang="en-AU" dirty="0"/>
          </a:p>
        </p:txBody>
      </p:sp>
      <p:sp>
        <p:nvSpPr>
          <p:cNvPr id="3" name="Content Placeholder 2">
            <a:extLst>
              <a:ext uri="{FF2B5EF4-FFF2-40B4-BE49-F238E27FC236}">
                <a16:creationId xmlns:a16="http://schemas.microsoft.com/office/drawing/2014/main" id="{C86CD03C-3155-C24F-B97E-B8D87E12557F}"/>
              </a:ext>
            </a:extLst>
          </p:cNvPr>
          <p:cNvSpPr>
            <a:spLocks noGrp="1"/>
          </p:cNvSpPr>
          <p:nvPr>
            <p:ph sz="half" idx="1"/>
          </p:nvPr>
        </p:nvSpPr>
        <p:spPr/>
        <p:txBody>
          <a:bodyPr>
            <a:normAutofit/>
          </a:bodyPr>
          <a:lstStyle/>
          <a:p>
            <a:pPr marL="0" indent="0" algn="just" hangingPunct="0">
              <a:buNone/>
            </a:pPr>
            <a:r>
              <a:rPr lang="zh-CN" altLang="en-US" dirty="0"/>
              <a:t>亚加大、路济亚、依搦斯、则济利亚、亚纳大西亚</a:t>
            </a:r>
            <a:r>
              <a:rPr lang="zh-TW" altLang="en-US" dirty="0"/>
              <a:t>）</a:t>
            </a:r>
            <a:endParaRPr lang="en-AU" dirty="0"/>
          </a:p>
        </p:txBody>
      </p:sp>
      <p:sp>
        <p:nvSpPr>
          <p:cNvPr id="4" name="Content Placeholder 3">
            <a:extLst>
              <a:ext uri="{FF2B5EF4-FFF2-40B4-BE49-F238E27FC236}">
                <a16:creationId xmlns:a16="http://schemas.microsoft.com/office/drawing/2014/main" id="{5F85BC23-2061-63FC-07D5-4BD774B28842}"/>
              </a:ext>
            </a:extLst>
          </p:cNvPr>
          <p:cNvSpPr>
            <a:spLocks noGrp="1"/>
          </p:cNvSpPr>
          <p:nvPr>
            <p:ph sz="half" idx="2"/>
          </p:nvPr>
        </p:nvSpPr>
        <p:spPr/>
        <p:txBody>
          <a:bodyPr>
            <a:normAutofit/>
          </a:bodyPr>
          <a:lstStyle/>
          <a:p>
            <a:pPr marL="0" indent="0" algn="just">
              <a:buNone/>
            </a:pPr>
            <a:r>
              <a:rPr lang="en-AU" dirty="0"/>
              <a:t>Agatha, Lucy, Agnes, Cecilia, Anastasia) </a:t>
            </a:r>
          </a:p>
        </p:txBody>
      </p:sp>
    </p:spTree>
    <p:extLst>
      <p:ext uri="{BB962C8B-B14F-4D97-AF65-F5344CB8AC3E}">
        <p14:creationId xmlns:p14="http://schemas.microsoft.com/office/powerpoint/2010/main" val="3973679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8F0CBD-CD6F-D831-0447-F1AC786E41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31C47A-D73F-EF8A-62FA-5EAFC8C4E189}"/>
              </a:ext>
            </a:extLst>
          </p:cNvPr>
          <p:cNvSpPr>
            <a:spLocks noGrp="1"/>
          </p:cNvSpPr>
          <p:nvPr>
            <p:ph type="title"/>
          </p:nvPr>
        </p:nvSpPr>
        <p:spPr/>
        <p:txBody>
          <a:bodyPr>
            <a:normAutofit fontScale="90000"/>
          </a:bodyPr>
          <a:lstStyle/>
          <a:p>
            <a:br>
              <a:rPr lang="en-AU" altLang="zh-TW" dirty="0"/>
            </a:br>
            <a:r>
              <a:rPr lang="zh-TW" altLang="en-US" dirty="0"/>
              <a:t>感恩经（一）　</a:t>
            </a:r>
            <a:r>
              <a:rPr lang="en-AU" dirty="0"/>
              <a:t>Eucharistic Prayer I</a:t>
            </a:r>
            <a:br>
              <a:rPr lang="en-AU" dirty="0"/>
            </a:br>
            <a:endParaRPr lang="en-AU" dirty="0"/>
          </a:p>
        </p:txBody>
      </p:sp>
      <p:sp>
        <p:nvSpPr>
          <p:cNvPr id="3" name="Content Placeholder 2">
            <a:extLst>
              <a:ext uri="{FF2B5EF4-FFF2-40B4-BE49-F238E27FC236}">
                <a16:creationId xmlns:a16="http://schemas.microsoft.com/office/drawing/2014/main" id="{1FF7C23B-914C-7546-6AA8-3942A46AA39A}"/>
              </a:ext>
            </a:extLst>
          </p:cNvPr>
          <p:cNvSpPr>
            <a:spLocks noGrp="1"/>
          </p:cNvSpPr>
          <p:nvPr>
            <p:ph sz="half" idx="1"/>
          </p:nvPr>
        </p:nvSpPr>
        <p:spPr/>
        <p:txBody>
          <a:bodyPr>
            <a:normAutofit lnSpcReduction="10000"/>
          </a:bodyPr>
          <a:lstStyle/>
          <a:p>
            <a:pPr marL="0" indent="0" algn="just">
              <a:buNone/>
            </a:pPr>
            <a:r>
              <a:rPr lang="zh-CN" altLang="en-US" dirty="0"/>
              <a:t>以及祢的诸圣的团体；求祢不要看我们的功过，但按祢的宽仁好施，恩准我们加入诸圣的行列。以上所求，是靠我们的主基督。</a:t>
            </a:r>
          </a:p>
          <a:p>
            <a:pPr marL="0" indent="0" algn="just">
              <a:buNone/>
            </a:pPr>
            <a:endParaRPr lang="zh-CN" altLang="en-US" dirty="0"/>
          </a:p>
        </p:txBody>
      </p:sp>
      <p:sp>
        <p:nvSpPr>
          <p:cNvPr id="4" name="Content Placeholder 3">
            <a:extLst>
              <a:ext uri="{FF2B5EF4-FFF2-40B4-BE49-F238E27FC236}">
                <a16:creationId xmlns:a16="http://schemas.microsoft.com/office/drawing/2014/main" id="{12B9D1E9-4502-011F-4A27-4FC5AC7C4E7A}"/>
              </a:ext>
            </a:extLst>
          </p:cNvPr>
          <p:cNvSpPr>
            <a:spLocks noGrp="1"/>
          </p:cNvSpPr>
          <p:nvPr>
            <p:ph sz="half" idx="2"/>
          </p:nvPr>
        </p:nvSpPr>
        <p:spPr/>
        <p:txBody>
          <a:bodyPr>
            <a:normAutofit lnSpcReduction="10000"/>
          </a:bodyPr>
          <a:lstStyle/>
          <a:p>
            <a:pPr marL="0" indent="0" algn="just">
              <a:buNone/>
            </a:pPr>
            <a:r>
              <a:rPr lang="en-AU" dirty="0"/>
              <a:t>and all your Saints; </a:t>
            </a:r>
            <a:r>
              <a:rPr lang="en-GB" dirty="0"/>
              <a:t>admit us, we beseech you, into their company, not weighing our merits, but granting us your pardon, through Christ our Lord.</a:t>
            </a:r>
          </a:p>
          <a:p>
            <a:pPr marL="0" indent="0" algn="just">
              <a:buNone/>
            </a:pPr>
            <a:endParaRPr lang="en-AU" dirty="0"/>
          </a:p>
        </p:txBody>
      </p:sp>
    </p:spTree>
    <p:extLst>
      <p:ext uri="{BB962C8B-B14F-4D97-AF65-F5344CB8AC3E}">
        <p14:creationId xmlns:p14="http://schemas.microsoft.com/office/powerpoint/2010/main" val="27365576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E525D1-47A6-F449-1E4F-24111C522AF4}"/>
              </a:ext>
            </a:extLst>
          </p:cNvPr>
          <p:cNvSpPr>
            <a:spLocks noGrp="1"/>
          </p:cNvSpPr>
          <p:nvPr>
            <p:ph type="title"/>
          </p:nvPr>
        </p:nvSpPr>
        <p:spPr/>
        <p:txBody>
          <a:bodyPr>
            <a:normAutofit fontScale="90000"/>
          </a:bodyPr>
          <a:lstStyle/>
          <a:p>
            <a:br>
              <a:rPr lang="en-AU" altLang="zh-TW" dirty="0"/>
            </a:br>
            <a:r>
              <a:rPr lang="zh-TW" altLang="en-US" dirty="0"/>
              <a:t>感恩经（一）　</a:t>
            </a:r>
            <a:r>
              <a:rPr lang="en-AU" dirty="0"/>
              <a:t>Eucharistic Prayer I</a:t>
            </a:r>
            <a:br>
              <a:rPr lang="en-AU" dirty="0"/>
            </a:br>
            <a:endParaRPr lang="en-AU" dirty="0"/>
          </a:p>
        </p:txBody>
      </p:sp>
      <p:sp>
        <p:nvSpPr>
          <p:cNvPr id="3" name="Content Placeholder 2">
            <a:extLst>
              <a:ext uri="{FF2B5EF4-FFF2-40B4-BE49-F238E27FC236}">
                <a16:creationId xmlns:a16="http://schemas.microsoft.com/office/drawing/2014/main" id="{649F1039-6070-2E34-5B9D-78F93F509E1D}"/>
              </a:ext>
            </a:extLst>
          </p:cNvPr>
          <p:cNvSpPr>
            <a:spLocks noGrp="1"/>
          </p:cNvSpPr>
          <p:nvPr>
            <p:ph sz="half" idx="1"/>
          </p:nvPr>
        </p:nvSpPr>
        <p:spPr/>
        <p:txBody>
          <a:bodyPr/>
          <a:lstStyle/>
          <a:p>
            <a:pPr marL="0" indent="0" algn="just" hangingPunct="0">
              <a:buNone/>
            </a:pPr>
            <a:r>
              <a:rPr lang="zh-CN" altLang="en-US" dirty="0"/>
              <a:t>上主，祢藉着祂，不停地创造、圣化、滋生、降福这一切美好之物，而赐给我们。</a:t>
            </a:r>
          </a:p>
          <a:p>
            <a:pPr algn="just" hangingPunct="0"/>
            <a:endParaRPr lang="en-AU" dirty="0"/>
          </a:p>
        </p:txBody>
      </p:sp>
      <p:sp>
        <p:nvSpPr>
          <p:cNvPr id="4" name="Content Placeholder 3">
            <a:extLst>
              <a:ext uri="{FF2B5EF4-FFF2-40B4-BE49-F238E27FC236}">
                <a16:creationId xmlns:a16="http://schemas.microsoft.com/office/drawing/2014/main" id="{206DF175-62ED-1AAF-2E54-A3106310F41D}"/>
              </a:ext>
            </a:extLst>
          </p:cNvPr>
          <p:cNvSpPr>
            <a:spLocks noGrp="1"/>
          </p:cNvSpPr>
          <p:nvPr>
            <p:ph sz="half" idx="2"/>
          </p:nvPr>
        </p:nvSpPr>
        <p:spPr/>
        <p:txBody>
          <a:bodyPr/>
          <a:lstStyle/>
          <a:p>
            <a:pPr marL="0" indent="0" algn="just">
              <a:buNone/>
            </a:pPr>
            <a:r>
              <a:rPr lang="en-GB" dirty="0"/>
              <a:t>Through whom you continue to make all these good things, O Lord; you sanctify them, fill them with life, bless them, and bestow them upon us.</a:t>
            </a:r>
          </a:p>
          <a:p>
            <a:pPr algn="just"/>
            <a:endParaRPr lang="en-AU" dirty="0"/>
          </a:p>
        </p:txBody>
      </p:sp>
      <p:sp>
        <p:nvSpPr>
          <p:cNvPr id="6" name="Arrow: Right 5">
            <a:hlinkClick r:id="rId2" action="ppaction://hlinksldjump"/>
            <a:extLst>
              <a:ext uri="{FF2B5EF4-FFF2-40B4-BE49-F238E27FC236}">
                <a16:creationId xmlns:a16="http://schemas.microsoft.com/office/drawing/2014/main" id="{FDBEAF0F-634E-9429-FFE6-CC4FD3A733FD}"/>
              </a:ext>
            </a:extLst>
          </p:cNvPr>
          <p:cNvSpPr/>
          <p:nvPr/>
        </p:nvSpPr>
        <p:spPr>
          <a:xfrm>
            <a:off x="7239971" y="6070985"/>
            <a:ext cx="1551973" cy="436906"/>
          </a:xfrm>
          <a:prstGeom prst="rightArrow">
            <a:avLst>
              <a:gd name="adj1" fmla="val 100000"/>
              <a:gd name="adj2" fmla="val 50000"/>
            </a:avLst>
          </a:prstGeom>
          <a:solidFill>
            <a:srgbClr val="5572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b="1" dirty="0"/>
              <a:t>圣三颂</a:t>
            </a:r>
            <a:endParaRPr lang="en-HK" b="1" dirty="0"/>
          </a:p>
        </p:txBody>
      </p:sp>
    </p:spTree>
    <p:extLst>
      <p:ext uri="{BB962C8B-B14F-4D97-AF65-F5344CB8AC3E}">
        <p14:creationId xmlns:p14="http://schemas.microsoft.com/office/powerpoint/2010/main" val="26069073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A3C6AF-0E9C-9919-8A39-5EB5458184A6}"/>
              </a:ext>
            </a:extLst>
          </p:cNvPr>
          <p:cNvSpPr>
            <a:spLocks noGrp="1"/>
          </p:cNvSpPr>
          <p:nvPr>
            <p:ph type="title"/>
          </p:nvPr>
        </p:nvSpPr>
        <p:spPr/>
        <p:txBody>
          <a:bodyPr>
            <a:normAutofit fontScale="90000"/>
          </a:bodyPr>
          <a:lstStyle/>
          <a:p>
            <a:br>
              <a:rPr lang="en-AU" altLang="zh-TW" dirty="0"/>
            </a:br>
            <a:r>
              <a:rPr lang="zh-TW" altLang="en-US" dirty="0"/>
              <a:t>颂谢词　</a:t>
            </a:r>
            <a:r>
              <a:rPr lang="en-HK" altLang="zh-TW" dirty="0"/>
              <a:t>Preface</a:t>
            </a:r>
            <a:br>
              <a:rPr lang="zh-TW" altLang="en-US" dirty="0"/>
            </a:br>
            <a:endParaRPr lang="en-AU" dirty="0"/>
          </a:p>
        </p:txBody>
      </p:sp>
      <p:sp>
        <p:nvSpPr>
          <p:cNvPr id="3" name="Content Placeholder 2">
            <a:extLst>
              <a:ext uri="{FF2B5EF4-FFF2-40B4-BE49-F238E27FC236}">
                <a16:creationId xmlns:a16="http://schemas.microsoft.com/office/drawing/2014/main" id="{0CF1D5E2-3AFC-D161-49CA-EA664B946273}"/>
              </a:ext>
            </a:extLst>
          </p:cNvPr>
          <p:cNvSpPr>
            <a:spLocks noGrp="1"/>
          </p:cNvSpPr>
          <p:nvPr>
            <p:ph sz="half" idx="1"/>
          </p:nvPr>
        </p:nvSpPr>
        <p:spPr/>
        <p:txBody>
          <a:bodyPr/>
          <a:lstStyle/>
          <a:p>
            <a:pPr marL="0" indent="0" algn="just">
              <a:buNone/>
            </a:pPr>
            <a:r>
              <a:rPr lang="zh-CN" altLang="en-US" dirty="0"/>
              <a:t>圣父，我们藉着你钟爱之子、耶稣基督，时时处处感谢你，实在是理所当然的，并能使人得救。</a:t>
            </a:r>
          </a:p>
          <a:p>
            <a:pPr algn="just"/>
            <a:endParaRPr lang="en-AU" dirty="0"/>
          </a:p>
        </p:txBody>
      </p:sp>
      <p:sp>
        <p:nvSpPr>
          <p:cNvPr id="4" name="Content Placeholder 3">
            <a:extLst>
              <a:ext uri="{FF2B5EF4-FFF2-40B4-BE49-F238E27FC236}">
                <a16:creationId xmlns:a16="http://schemas.microsoft.com/office/drawing/2014/main" id="{282C447B-B281-C038-AA26-DF62E14AFDBF}"/>
              </a:ext>
            </a:extLst>
          </p:cNvPr>
          <p:cNvSpPr>
            <a:spLocks noGrp="1"/>
          </p:cNvSpPr>
          <p:nvPr>
            <p:ph sz="half" idx="2"/>
          </p:nvPr>
        </p:nvSpPr>
        <p:spPr/>
        <p:txBody>
          <a:bodyPr/>
          <a:lstStyle/>
          <a:p>
            <a:pPr marL="0" indent="0" algn="just">
              <a:buNone/>
            </a:pPr>
            <a:r>
              <a:rPr lang="en-US" dirty="0"/>
              <a:t>It is truly right and just, our duty and our salvation, always and everywhere to give you thanks, Father most holy, through your beloved Son, </a:t>
            </a:r>
            <a:endParaRPr lang="en-US" dirty="0">
              <a:solidFill>
                <a:schemeClr val="bg1"/>
              </a:solidFill>
            </a:endParaRPr>
          </a:p>
          <a:p>
            <a:pPr algn="just"/>
            <a:endParaRPr lang="en-AU" dirty="0"/>
          </a:p>
        </p:txBody>
      </p:sp>
    </p:spTree>
    <p:extLst>
      <p:ext uri="{BB962C8B-B14F-4D97-AF65-F5344CB8AC3E}">
        <p14:creationId xmlns:p14="http://schemas.microsoft.com/office/powerpoint/2010/main" val="41917799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046F3C-5010-E513-D4EA-425DF6BF4C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AA9C69-44EE-574D-B655-404AB367EFAA}"/>
              </a:ext>
            </a:extLst>
          </p:cNvPr>
          <p:cNvSpPr>
            <a:spLocks noGrp="1"/>
          </p:cNvSpPr>
          <p:nvPr>
            <p:ph type="title"/>
          </p:nvPr>
        </p:nvSpPr>
        <p:spPr/>
        <p:txBody>
          <a:bodyPr>
            <a:normAutofit fontScale="90000"/>
          </a:bodyPr>
          <a:lstStyle/>
          <a:p>
            <a:br>
              <a:rPr lang="en-AU" altLang="zh-TW" dirty="0"/>
            </a:br>
            <a:r>
              <a:rPr lang="zh-TW" altLang="en-US" dirty="0"/>
              <a:t>颂谢词　</a:t>
            </a:r>
            <a:r>
              <a:rPr lang="en-HK" altLang="zh-TW" dirty="0"/>
              <a:t>Preface</a:t>
            </a:r>
            <a:br>
              <a:rPr lang="zh-TW" altLang="en-US" dirty="0"/>
            </a:br>
            <a:endParaRPr lang="en-AU" dirty="0"/>
          </a:p>
        </p:txBody>
      </p:sp>
      <p:sp>
        <p:nvSpPr>
          <p:cNvPr id="3" name="Content Placeholder 2">
            <a:extLst>
              <a:ext uri="{FF2B5EF4-FFF2-40B4-BE49-F238E27FC236}">
                <a16:creationId xmlns:a16="http://schemas.microsoft.com/office/drawing/2014/main" id="{4FC2A505-0329-5FFD-EAC4-129EA73401B0}"/>
              </a:ext>
            </a:extLst>
          </p:cNvPr>
          <p:cNvSpPr>
            <a:spLocks noGrp="1"/>
          </p:cNvSpPr>
          <p:nvPr>
            <p:ph sz="half" idx="1"/>
          </p:nvPr>
        </p:nvSpPr>
        <p:spPr/>
        <p:txBody>
          <a:bodyPr/>
          <a:lstStyle/>
          <a:p>
            <a:pPr marL="0" indent="0" algn="just" hangingPunct="0">
              <a:buNone/>
            </a:pPr>
            <a:r>
              <a:rPr lang="zh-CN" altLang="en-US" dirty="0"/>
              <a:t>基督是你的圣言，你藉着他创造了万有，并派遣他救赎了我们，他因圣神降孕，由童贞女诞生。</a:t>
            </a:r>
          </a:p>
          <a:p>
            <a:pPr algn="just" hangingPunct="0"/>
            <a:endParaRPr lang="en-AU" dirty="0"/>
          </a:p>
        </p:txBody>
      </p:sp>
      <p:sp>
        <p:nvSpPr>
          <p:cNvPr id="4" name="Content Placeholder 3">
            <a:extLst>
              <a:ext uri="{FF2B5EF4-FFF2-40B4-BE49-F238E27FC236}">
                <a16:creationId xmlns:a16="http://schemas.microsoft.com/office/drawing/2014/main" id="{44394611-6397-FC0C-810F-FE26D537C889}"/>
              </a:ext>
            </a:extLst>
          </p:cNvPr>
          <p:cNvSpPr>
            <a:spLocks noGrp="1"/>
          </p:cNvSpPr>
          <p:nvPr>
            <p:ph sz="half" idx="2"/>
          </p:nvPr>
        </p:nvSpPr>
        <p:spPr/>
        <p:txBody>
          <a:bodyPr/>
          <a:lstStyle/>
          <a:p>
            <a:pPr marL="0" indent="0" algn="just">
              <a:buNone/>
            </a:pPr>
            <a:r>
              <a:rPr lang="en-GB" dirty="0"/>
              <a:t>Jesus Christ, your Word through whom you made all things, whom you sent as our Saviour and Redeemer, incarnate by the Holy Spirit and born of the Virgin. </a:t>
            </a:r>
          </a:p>
          <a:p>
            <a:pPr algn="just"/>
            <a:endParaRPr lang="en-AU" dirty="0"/>
          </a:p>
        </p:txBody>
      </p:sp>
    </p:spTree>
    <p:extLst>
      <p:ext uri="{BB962C8B-B14F-4D97-AF65-F5344CB8AC3E}">
        <p14:creationId xmlns:p14="http://schemas.microsoft.com/office/powerpoint/2010/main" val="1738344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F38DFC-D34D-08AC-64C4-A27A78D785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2B3955-5290-B86F-2831-AA0804D48F67}"/>
              </a:ext>
            </a:extLst>
          </p:cNvPr>
          <p:cNvSpPr>
            <a:spLocks noGrp="1"/>
          </p:cNvSpPr>
          <p:nvPr>
            <p:ph type="title"/>
          </p:nvPr>
        </p:nvSpPr>
        <p:spPr/>
        <p:txBody>
          <a:bodyPr>
            <a:normAutofit fontScale="90000"/>
          </a:bodyPr>
          <a:lstStyle/>
          <a:p>
            <a:br>
              <a:rPr lang="en-AU" altLang="zh-TW" dirty="0"/>
            </a:br>
            <a:r>
              <a:rPr lang="zh-TW" altLang="en-US" dirty="0"/>
              <a:t>颂谢词　</a:t>
            </a:r>
            <a:r>
              <a:rPr lang="en-HK" altLang="zh-TW" dirty="0"/>
              <a:t>Preface</a:t>
            </a:r>
            <a:br>
              <a:rPr lang="zh-TW" altLang="en-US" dirty="0"/>
            </a:br>
            <a:endParaRPr lang="en-AU" dirty="0"/>
          </a:p>
        </p:txBody>
      </p:sp>
      <p:sp>
        <p:nvSpPr>
          <p:cNvPr id="3" name="Content Placeholder 2">
            <a:extLst>
              <a:ext uri="{FF2B5EF4-FFF2-40B4-BE49-F238E27FC236}">
                <a16:creationId xmlns:a16="http://schemas.microsoft.com/office/drawing/2014/main" id="{68BEE06A-DD78-0242-FE5A-8FA95AA4E7EF}"/>
              </a:ext>
            </a:extLst>
          </p:cNvPr>
          <p:cNvSpPr>
            <a:spLocks noGrp="1"/>
          </p:cNvSpPr>
          <p:nvPr>
            <p:ph sz="half" idx="1"/>
          </p:nvPr>
        </p:nvSpPr>
        <p:spPr/>
        <p:txBody>
          <a:bodyPr/>
          <a:lstStyle/>
          <a:p>
            <a:pPr marL="0" indent="0" algn="just" hangingPunct="0">
              <a:buNone/>
            </a:pPr>
            <a:r>
              <a:rPr lang="zh-CN" altLang="en-US" dirty="0"/>
              <a:t>他奉行你的旨意，为你争取神圣的子民，受难时伸开双手，以战胜死亡，宣示复活。</a:t>
            </a:r>
          </a:p>
          <a:p>
            <a:pPr algn="just" hangingPunct="0"/>
            <a:endParaRPr lang="en-AU" dirty="0"/>
          </a:p>
        </p:txBody>
      </p:sp>
      <p:sp>
        <p:nvSpPr>
          <p:cNvPr id="4" name="Content Placeholder 3">
            <a:extLst>
              <a:ext uri="{FF2B5EF4-FFF2-40B4-BE49-F238E27FC236}">
                <a16:creationId xmlns:a16="http://schemas.microsoft.com/office/drawing/2014/main" id="{D9946749-6734-069B-A74C-E45BD4CA9447}"/>
              </a:ext>
            </a:extLst>
          </p:cNvPr>
          <p:cNvSpPr>
            <a:spLocks noGrp="1"/>
          </p:cNvSpPr>
          <p:nvPr>
            <p:ph sz="half" idx="2"/>
          </p:nvPr>
        </p:nvSpPr>
        <p:spPr/>
        <p:txBody>
          <a:bodyPr/>
          <a:lstStyle/>
          <a:p>
            <a:pPr marL="0" indent="0" algn="just">
              <a:buNone/>
            </a:pPr>
            <a:r>
              <a:rPr lang="en-GB" dirty="0"/>
              <a:t>Fulfilling your will and gaining for you a holy people, he stretched out his hands as he endured his Passion, so as to break the bonds of death and manifest the resurrection. </a:t>
            </a:r>
          </a:p>
          <a:p>
            <a:pPr algn="just"/>
            <a:endParaRPr lang="en-AU" dirty="0"/>
          </a:p>
        </p:txBody>
      </p:sp>
    </p:spTree>
    <p:extLst>
      <p:ext uri="{BB962C8B-B14F-4D97-AF65-F5344CB8AC3E}">
        <p14:creationId xmlns:p14="http://schemas.microsoft.com/office/powerpoint/2010/main" val="41620843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F13D26-EA46-AE68-359A-6067DCAE1C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02C055-E33D-3B17-5EB2-7EE1AF75443C}"/>
              </a:ext>
            </a:extLst>
          </p:cNvPr>
          <p:cNvSpPr>
            <a:spLocks noGrp="1"/>
          </p:cNvSpPr>
          <p:nvPr>
            <p:ph type="title"/>
          </p:nvPr>
        </p:nvSpPr>
        <p:spPr/>
        <p:txBody>
          <a:bodyPr>
            <a:normAutofit fontScale="90000"/>
          </a:bodyPr>
          <a:lstStyle/>
          <a:p>
            <a:br>
              <a:rPr lang="en-AU" altLang="zh-TW" dirty="0"/>
            </a:br>
            <a:r>
              <a:rPr lang="zh-TW" altLang="en-US" dirty="0"/>
              <a:t>颂谢词　</a:t>
            </a:r>
            <a:r>
              <a:rPr lang="en-HK" altLang="zh-TW" dirty="0"/>
              <a:t>Preface</a:t>
            </a:r>
            <a:br>
              <a:rPr lang="zh-TW" altLang="en-US" dirty="0"/>
            </a:br>
            <a:endParaRPr lang="en-AU" dirty="0"/>
          </a:p>
        </p:txBody>
      </p:sp>
      <p:sp>
        <p:nvSpPr>
          <p:cNvPr id="3" name="Content Placeholder 2">
            <a:extLst>
              <a:ext uri="{FF2B5EF4-FFF2-40B4-BE49-F238E27FC236}">
                <a16:creationId xmlns:a16="http://schemas.microsoft.com/office/drawing/2014/main" id="{F9989BBD-4145-C3A0-C41E-D3AA8E6DCEA2}"/>
              </a:ext>
            </a:extLst>
          </p:cNvPr>
          <p:cNvSpPr>
            <a:spLocks noGrp="1"/>
          </p:cNvSpPr>
          <p:nvPr>
            <p:ph sz="half" idx="1"/>
          </p:nvPr>
        </p:nvSpPr>
        <p:spPr/>
        <p:txBody>
          <a:bodyPr/>
          <a:lstStyle/>
          <a:p>
            <a:pPr marL="0" indent="0" algn="just" hangingPunct="0">
              <a:buNone/>
            </a:pPr>
            <a:r>
              <a:rPr lang="zh-CN" altLang="en-US" dirty="0"/>
              <a:t>因此，我们随同天使和诸位圣人，歌颂你的光荣，同声欢呼：</a:t>
            </a:r>
          </a:p>
          <a:p>
            <a:pPr algn="just" hangingPunct="0"/>
            <a:endParaRPr lang="en-AU" dirty="0"/>
          </a:p>
        </p:txBody>
      </p:sp>
      <p:sp>
        <p:nvSpPr>
          <p:cNvPr id="4" name="Content Placeholder 3">
            <a:extLst>
              <a:ext uri="{FF2B5EF4-FFF2-40B4-BE49-F238E27FC236}">
                <a16:creationId xmlns:a16="http://schemas.microsoft.com/office/drawing/2014/main" id="{D3B96BB7-3D5D-547C-589D-AFD9393FDF04}"/>
              </a:ext>
            </a:extLst>
          </p:cNvPr>
          <p:cNvSpPr>
            <a:spLocks noGrp="1"/>
          </p:cNvSpPr>
          <p:nvPr>
            <p:ph sz="half" idx="2"/>
          </p:nvPr>
        </p:nvSpPr>
        <p:spPr/>
        <p:txBody>
          <a:bodyPr/>
          <a:lstStyle/>
          <a:p>
            <a:pPr marL="0" indent="0" algn="just">
              <a:buNone/>
            </a:pPr>
            <a:r>
              <a:rPr lang="en-GB" dirty="0"/>
              <a:t>And so, with the Angels and all the Saints we declare your glory, as with one voice we acclaim:​​​</a:t>
            </a:r>
          </a:p>
          <a:p>
            <a:pPr algn="just"/>
            <a:endParaRPr lang="en-AU" dirty="0"/>
          </a:p>
        </p:txBody>
      </p:sp>
    </p:spTree>
    <p:extLst>
      <p:ext uri="{BB962C8B-B14F-4D97-AF65-F5344CB8AC3E}">
        <p14:creationId xmlns:p14="http://schemas.microsoft.com/office/powerpoint/2010/main" val="1052129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B3E2D3-BDA2-5D13-84BC-878D1DCD387A}"/>
            </a:ext>
          </a:extLst>
        </p:cNvPr>
        <p:cNvGrpSpPr/>
        <p:nvPr/>
      </p:nvGrpSpPr>
      <p:grpSpPr>
        <a:xfrm>
          <a:off x="0" y="0"/>
          <a:ext cx="0" cy="0"/>
          <a:chOff x="0" y="0"/>
          <a:chExt cx="0" cy="0"/>
        </a:xfrm>
      </p:grpSpPr>
      <p:sp>
        <p:nvSpPr>
          <p:cNvPr id="14" name="Title 13">
            <a:extLst>
              <a:ext uri="{FF2B5EF4-FFF2-40B4-BE49-F238E27FC236}">
                <a16:creationId xmlns:a16="http://schemas.microsoft.com/office/drawing/2014/main" id="{6C870856-B84B-B664-5EF9-9AF0D41FB62C}"/>
              </a:ext>
            </a:extLst>
          </p:cNvPr>
          <p:cNvSpPr>
            <a:spLocks noGrp="1"/>
          </p:cNvSpPr>
          <p:nvPr>
            <p:ph type="title"/>
          </p:nvPr>
        </p:nvSpPr>
        <p:spPr/>
        <p:txBody>
          <a:bodyPr/>
          <a:lstStyle/>
          <a:p>
            <a:endParaRPr lang="en-AU"/>
          </a:p>
        </p:txBody>
      </p:sp>
      <p:sp>
        <p:nvSpPr>
          <p:cNvPr id="15" name="Content Placeholder 14">
            <a:extLst>
              <a:ext uri="{FF2B5EF4-FFF2-40B4-BE49-F238E27FC236}">
                <a16:creationId xmlns:a16="http://schemas.microsoft.com/office/drawing/2014/main" id="{3BDCFAB6-A825-5804-81CA-B0D462DDBC7F}"/>
              </a:ext>
            </a:extLst>
          </p:cNvPr>
          <p:cNvSpPr>
            <a:spLocks noGrp="1"/>
          </p:cNvSpPr>
          <p:nvPr>
            <p:ph sz="half" idx="1"/>
          </p:nvPr>
        </p:nvSpPr>
        <p:spPr/>
        <p:txBody>
          <a:bodyPr/>
          <a:lstStyle/>
          <a:p>
            <a:endParaRPr lang="en-AU"/>
          </a:p>
        </p:txBody>
      </p:sp>
      <p:sp>
        <p:nvSpPr>
          <p:cNvPr id="16" name="Content Placeholder 15">
            <a:extLst>
              <a:ext uri="{FF2B5EF4-FFF2-40B4-BE49-F238E27FC236}">
                <a16:creationId xmlns:a16="http://schemas.microsoft.com/office/drawing/2014/main" id="{CB78EF95-5F62-0B3B-3342-F68F1E3E3D37}"/>
              </a:ext>
            </a:extLst>
          </p:cNvPr>
          <p:cNvSpPr>
            <a:spLocks noGrp="1"/>
          </p:cNvSpPr>
          <p:nvPr>
            <p:ph sz="half" idx="2"/>
          </p:nvPr>
        </p:nvSpPr>
        <p:spPr/>
        <p:txBody>
          <a:bodyPr/>
          <a:lstStyle/>
          <a:p>
            <a:endParaRPr lang="en-AU"/>
          </a:p>
        </p:txBody>
      </p:sp>
      <p:pic>
        <p:nvPicPr>
          <p:cNvPr id="7" name="Picture 6">
            <a:extLst>
              <a:ext uri="{FF2B5EF4-FFF2-40B4-BE49-F238E27FC236}">
                <a16:creationId xmlns:a16="http://schemas.microsoft.com/office/drawing/2014/main" id="{E94E3DE4-E7C6-B65D-7979-2DB4691A5F76}"/>
              </a:ext>
            </a:extLst>
          </p:cNvPr>
          <p:cNvPicPr>
            <a:picLocks noChangeAspect="1"/>
          </p:cNvPicPr>
          <p:nvPr/>
        </p:nvPicPr>
        <p:blipFill>
          <a:blip r:embed="rId2">
            <a:extLst>
              <a:ext uri="{28A0092B-C50C-407E-A947-70E740481C1C}">
                <a14:useLocalDpi xmlns:a14="http://schemas.microsoft.com/office/drawing/2010/main" val="0"/>
              </a:ext>
            </a:extLst>
          </a:blip>
          <a:srcRect b="25000"/>
          <a:stretch>
            <a:fillRect/>
          </a:stretch>
        </p:blipFill>
        <p:spPr>
          <a:xfrm>
            <a:off x="-1" y="1"/>
            <a:ext cx="9144001" cy="6858000"/>
          </a:xfrm>
          <a:prstGeom prst="rect">
            <a:avLst/>
          </a:prstGeom>
        </p:spPr>
      </p:pic>
      <p:sp>
        <p:nvSpPr>
          <p:cNvPr id="8" name="Rectangle: Rounded Corners 7">
            <a:extLst>
              <a:ext uri="{FF2B5EF4-FFF2-40B4-BE49-F238E27FC236}">
                <a16:creationId xmlns:a16="http://schemas.microsoft.com/office/drawing/2014/main" id="{5CEE5373-1686-1045-6DDF-738E56584DAF}"/>
              </a:ext>
            </a:extLst>
          </p:cNvPr>
          <p:cNvSpPr/>
          <p:nvPr/>
        </p:nvSpPr>
        <p:spPr>
          <a:xfrm>
            <a:off x="119270" y="1109893"/>
            <a:ext cx="5320747" cy="5524237"/>
          </a:xfrm>
          <a:prstGeom prst="roundRect">
            <a:avLst>
              <a:gd name="adj" fmla="val 2712"/>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just" hangingPunct="0"/>
            <a:r>
              <a:rPr lang="zh-TW" altLang="en-US" sz="4800" b="1" spc="-500" dirty="0">
                <a:solidFill>
                  <a:srgbClr val="282120"/>
                </a:solidFill>
              </a:rPr>
              <a:t>圣、圣、圣、上主，万有的天主，你的光荣充满天地。欢呼之声，响彻云霄。奉主名而来的，当受赞美。欢呼之声，响彻云霄。</a:t>
            </a:r>
            <a:endParaRPr lang="zh-CN" altLang="en-US" sz="4800" b="1" spc="-500" dirty="0">
              <a:solidFill>
                <a:srgbClr val="282120"/>
              </a:solidFill>
            </a:endParaRPr>
          </a:p>
        </p:txBody>
      </p:sp>
      <p:sp>
        <p:nvSpPr>
          <p:cNvPr id="9" name="Rectangle: Rounded Corners 8">
            <a:extLst>
              <a:ext uri="{FF2B5EF4-FFF2-40B4-BE49-F238E27FC236}">
                <a16:creationId xmlns:a16="http://schemas.microsoft.com/office/drawing/2014/main" id="{C158AAF0-6646-0FEA-DAAC-03580F521C8F}"/>
              </a:ext>
            </a:extLst>
          </p:cNvPr>
          <p:cNvSpPr/>
          <p:nvPr/>
        </p:nvSpPr>
        <p:spPr>
          <a:xfrm>
            <a:off x="5605670" y="1109893"/>
            <a:ext cx="3317614" cy="5524236"/>
          </a:xfrm>
          <a:prstGeom prst="roundRect">
            <a:avLst>
              <a:gd name="adj" fmla="val 2712"/>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t"/>
          <a:lstStyle/>
          <a:p>
            <a:pPr algn="just"/>
            <a:r>
              <a:rPr lang="en-HK" sz="2800" b="1" spc="-150" dirty="0">
                <a:solidFill>
                  <a:schemeClr val="tx1"/>
                </a:solidFill>
              </a:rPr>
              <a:t>Holy, Holy, Holy Lord God of hosts. Heaven and earth are full of your glory. Hosanna in the highest. Blessed is he who comes in the name of the Lord. Hosanna in the highest.</a:t>
            </a:r>
          </a:p>
        </p:txBody>
      </p:sp>
      <p:sp>
        <p:nvSpPr>
          <p:cNvPr id="10" name="Rectangle: Rounded Corners 9">
            <a:extLst>
              <a:ext uri="{FF2B5EF4-FFF2-40B4-BE49-F238E27FC236}">
                <a16:creationId xmlns:a16="http://schemas.microsoft.com/office/drawing/2014/main" id="{9AE1B089-D972-9C49-9242-F2F4E73F115A}"/>
              </a:ext>
            </a:extLst>
          </p:cNvPr>
          <p:cNvSpPr/>
          <p:nvPr/>
        </p:nvSpPr>
        <p:spPr>
          <a:xfrm>
            <a:off x="220717" y="168142"/>
            <a:ext cx="8702566" cy="790401"/>
          </a:xfrm>
          <a:prstGeom prst="roundRect">
            <a:avLst>
              <a:gd name="adj" fmla="val 11488"/>
            </a:avLst>
          </a:prstGeom>
          <a:solidFill>
            <a:srgbClr val="5572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3600" b="1">
                <a:solidFill>
                  <a:schemeClr val="bg1"/>
                </a:solidFill>
              </a:rPr>
              <a:t>圣、圣、圣　</a:t>
            </a:r>
            <a:r>
              <a:rPr lang="en-HK" altLang="zh-TW" sz="3600" b="1">
                <a:solidFill>
                  <a:schemeClr val="bg1"/>
                </a:solidFill>
              </a:rPr>
              <a:t>Sanctus</a:t>
            </a:r>
            <a:endParaRPr lang="zh-TW" altLang="en-US" sz="3600" b="1">
              <a:solidFill>
                <a:schemeClr val="bg1"/>
              </a:solidFill>
            </a:endParaRPr>
          </a:p>
        </p:txBody>
      </p:sp>
      <p:sp>
        <p:nvSpPr>
          <p:cNvPr id="2" name="Rectangle: Rounded Corners 1">
            <a:extLst>
              <a:ext uri="{FF2B5EF4-FFF2-40B4-BE49-F238E27FC236}">
                <a16:creationId xmlns:a16="http://schemas.microsoft.com/office/drawing/2014/main" id="{031C44DC-B750-2983-B2B9-E9AAF4609A44}"/>
              </a:ext>
            </a:extLst>
          </p:cNvPr>
          <p:cNvSpPr/>
          <p:nvPr/>
        </p:nvSpPr>
        <p:spPr>
          <a:xfrm>
            <a:off x="111268" y="1081856"/>
            <a:ext cx="5320747" cy="5524237"/>
          </a:xfrm>
          <a:prstGeom prst="roundRect">
            <a:avLst>
              <a:gd name="adj" fmla="val 2712"/>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just" hangingPunct="0"/>
            <a:r>
              <a:rPr lang="zh-TW" altLang="en-US" sz="4800" b="1" spc="-500" dirty="0">
                <a:solidFill>
                  <a:srgbClr val="282120"/>
                </a:solidFill>
              </a:rPr>
              <a:t>圣、圣、圣、上主，万有的天主，你的光荣充满天地。欢呼之声，响彻云霄。奉主名而来的，当受赞美。欢呼之声，响彻云霄。</a:t>
            </a:r>
            <a:endParaRPr lang="zh-CN" altLang="en-US" sz="4800" b="1" spc="-500" dirty="0">
              <a:solidFill>
                <a:srgbClr val="282120"/>
              </a:solidFill>
            </a:endParaRPr>
          </a:p>
        </p:txBody>
      </p:sp>
      <p:grpSp>
        <p:nvGrpSpPr>
          <p:cNvPr id="4" name="Group 3">
            <a:extLst>
              <a:ext uri="{FF2B5EF4-FFF2-40B4-BE49-F238E27FC236}">
                <a16:creationId xmlns:a16="http://schemas.microsoft.com/office/drawing/2014/main" id="{DAE02DDE-020B-8092-AC63-B0799639EEBD}"/>
              </a:ext>
            </a:extLst>
          </p:cNvPr>
          <p:cNvGrpSpPr/>
          <p:nvPr/>
        </p:nvGrpSpPr>
        <p:grpSpPr>
          <a:xfrm>
            <a:off x="7433919" y="5904362"/>
            <a:ext cx="1301539" cy="599878"/>
            <a:chOff x="7433919" y="5004791"/>
            <a:chExt cx="1301539" cy="599878"/>
          </a:xfrm>
          <a:solidFill>
            <a:srgbClr val="55725D"/>
          </a:solidFill>
        </p:grpSpPr>
        <p:sp>
          <p:nvSpPr>
            <p:cNvPr id="5" name="Rectangle: Rounded Corners 4">
              <a:extLst>
                <a:ext uri="{FF2B5EF4-FFF2-40B4-BE49-F238E27FC236}">
                  <a16:creationId xmlns:a16="http://schemas.microsoft.com/office/drawing/2014/main" id="{54489180-02A4-D4DD-CC77-F67551C19CE7}"/>
                </a:ext>
              </a:extLst>
            </p:cNvPr>
            <p:cNvSpPr/>
            <p:nvPr/>
          </p:nvSpPr>
          <p:spPr>
            <a:xfrm>
              <a:off x="7433919" y="5004791"/>
              <a:ext cx="1301539" cy="599878"/>
            </a:xfrm>
            <a:prstGeom prst="roundRect">
              <a:avLst/>
            </a:prstGeom>
            <a:grpFill/>
            <a:ln>
              <a:solidFill>
                <a:srgbClr val="557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zh-TW" altLang="en-US" sz="2400" b="1" dirty="0"/>
                <a:t>下跪</a:t>
              </a:r>
              <a:endParaRPr lang="en-HK" sz="2400" b="1" dirty="0"/>
            </a:p>
          </p:txBody>
        </p:sp>
        <p:pic>
          <p:nvPicPr>
            <p:cNvPr id="6" name="Picture 5" descr="A black silhouette of a person kneeling on his knees&#10;&#10;AI-generated content may be incorrect.">
              <a:extLst>
                <a:ext uri="{FF2B5EF4-FFF2-40B4-BE49-F238E27FC236}">
                  <a16:creationId xmlns:a16="http://schemas.microsoft.com/office/drawing/2014/main" id="{97A53817-244E-E34F-320D-1F68FC1AC72A}"/>
                </a:ext>
              </a:extLst>
            </p:cNvPr>
            <p:cNvPicPr>
              <a:picLocks noChangeAspect="1"/>
            </p:cNvPicPr>
            <p:nvPr/>
          </p:nvPicPr>
          <p:blipFill>
            <a:blip r:embed="rId3">
              <a:lum bright="70000" contrast="-70000"/>
              <a:extLst>
                <a:ext uri="{BEBA8EAE-BF5A-486C-A8C5-ECC9F3942E4B}">
                  <a14:imgProps xmlns:a14="http://schemas.microsoft.com/office/drawing/2010/main">
                    <a14:imgLayer r:embed="rId4">
                      <a14:imgEffect>
                        <a14:backgroundRemoval t="10000" b="90000" l="10000" r="90000"/>
                      </a14:imgEffect>
                    </a14:imgLayer>
                  </a14:imgProps>
                </a:ext>
              </a:extLst>
            </a:blip>
            <a:stretch>
              <a:fillRect/>
            </a:stretch>
          </p:blipFill>
          <p:spPr>
            <a:xfrm>
              <a:off x="7524425" y="5092302"/>
              <a:ext cx="463437" cy="424855"/>
            </a:xfrm>
            <a:prstGeom prst="rect">
              <a:avLst/>
            </a:prstGeom>
            <a:grpFill/>
            <a:ln>
              <a:solidFill>
                <a:srgbClr val="55725D"/>
              </a:solidFill>
            </a:ln>
          </p:spPr>
        </p:pic>
      </p:grpSp>
    </p:spTree>
    <p:extLst>
      <p:ext uri="{BB962C8B-B14F-4D97-AF65-F5344CB8AC3E}">
        <p14:creationId xmlns:p14="http://schemas.microsoft.com/office/powerpoint/2010/main" val="27703012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B02553-104C-CA5D-B117-D3CF16541994}"/>
              </a:ext>
            </a:extLst>
          </p:cNvPr>
          <p:cNvSpPr>
            <a:spLocks noGrp="1"/>
          </p:cNvSpPr>
          <p:nvPr>
            <p:ph type="title"/>
          </p:nvPr>
        </p:nvSpPr>
        <p:spPr/>
        <p:txBody>
          <a:bodyPr>
            <a:normAutofit fontScale="90000"/>
          </a:bodyPr>
          <a:lstStyle/>
          <a:p>
            <a:br>
              <a:rPr lang="en-AU" altLang="zh-TW" dirty="0"/>
            </a:br>
            <a:r>
              <a:rPr lang="zh-TW" altLang="en-US" dirty="0"/>
              <a:t>感恩经（二）　</a:t>
            </a:r>
            <a:r>
              <a:rPr lang="en-AU" dirty="0"/>
              <a:t>Eucharistic Prayer II</a:t>
            </a:r>
            <a:br>
              <a:rPr lang="en-AU" dirty="0"/>
            </a:br>
            <a:endParaRPr lang="en-AU" dirty="0"/>
          </a:p>
        </p:txBody>
      </p:sp>
      <p:sp>
        <p:nvSpPr>
          <p:cNvPr id="3" name="Content Placeholder 2">
            <a:extLst>
              <a:ext uri="{FF2B5EF4-FFF2-40B4-BE49-F238E27FC236}">
                <a16:creationId xmlns:a16="http://schemas.microsoft.com/office/drawing/2014/main" id="{24752EDE-3789-C785-CF9A-681D8C86CF08}"/>
              </a:ext>
            </a:extLst>
          </p:cNvPr>
          <p:cNvSpPr>
            <a:spLocks noGrp="1"/>
          </p:cNvSpPr>
          <p:nvPr>
            <p:ph sz="half" idx="1"/>
          </p:nvPr>
        </p:nvSpPr>
        <p:spPr/>
        <p:txBody>
          <a:bodyPr/>
          <a:lstStyle/>
          <a:p>
            <a:pPr marL="0" indent="0" algn="just">
              <a:buNone/>
            </a:pPr>
            <a:r>
              <a:rPr lang="zh-CN" altLang="en-US" dirty="0"/>
              <a:t>上主，祢实在是神圣的，祢是一切圣德的根源。</a:t>
            </a:r>
          </a:p>
          <a:p>
            <a:pPr algn="just"/>
            <a:endParaRPr lang="en-AU" dirty="0"/>
          </a:p>
        </p:txBody>
      </p:sp>
      <p:sp>
        <p:nvSpPr>
          <p:cNvPr id="4" name="Content Placeholder 3">
            <a:extLst>
              <a:ext uri="{FF2B5EF4-FFF2-40B4-BE49-F238E27FC236}">
                <a16:creationId xmlns:a16="http://schemas.microsoft.com/office/drawing/2014/main" id="{93B96FDB-D44B-F21B-F72F-7F26A357FCA0}"/>
              </a:ext>
            </a:extLst>
          </p:cNvPr>
          <p:cNvSpPr>
            <a:spLocks noGrp="1"/>
          </p:cNvSpPr>
          <p:nvPr>
            <p:ph sz="half" idx="2"/>
          </p:nvPr>
        </p:nvSpPr>
        <p:spPr/>
        <p:txBody>
          <a:bodyPr/>
          <a:lstStyle/>
          <a:p>
            <a:pPr marL="0" indent="0" algn="just">
              <a:buNone/>
            </a:pPr>
            <a:r>
              <a:rPr lang="en-GB" dirty="0"/>
              <a:t>You are indeed Holy, O Lord, the fount of all holiness.</a:t>
            </a:r>
          </a:p>
          <a:p>
            <a:pPr algn="just"/>
            <a:endParaRPr lang="en-AU" dirty="0"/>
          </a:p>
        </p:txBody>
      </p:sp>
    </p:spTree>
    <p:extLst>
      <p:ext uri="{BB962C8B-B14F-4D97-AF65-F5344CB8AC3E}">
        <p14:creationId xmlns:p14="http://schemas.microsoft.com/office/powerpoint/2010/main" val="4248144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212419-A5B5-99CB-D591-39E6CCD9FD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99F70F-0D7C-95AB-7509-74877CDAEEB7}"/>
              </a:ext>
            </a:extLst>
          </p:cNvPr>
          <p:cNvSpPr>
            <a:spLocks noGrp="1"/>
          </p:cNvSpPr>
          <p:nvPr>
            <p:ph type="title"/>
          </p:nvPr>
        </p:nvSpPr>
        <p:spPr/>
        <p:txBody>
          <a:bodyPr>
            <a:normAutofit fontScale="90000"/>
          </a:bodyPr>
          <a:lstStyle/>
          <a:p>
            <a:br>
              <a:rPr lang="en-AU" altLang="zh-TW" dirty="0"/>
            </a:br>
            <a:r>
              <a:rPr lang="zh-TW" altLang="en-US" dirty="0"/>
              <a:t>感恩经（二）　</a:t>
            </a:r>
            <a:r>
              <a:rPr lang="en-AU" dirty="0"/>
              <a:t>Eucharistic Prayer II</a:t>
            </a:r>
            <a:br>
              <a:rPr lang="en-AU" dirty="0"/>
            </a:br>
            <a:endParaRPr lang="en-AU" dirty="0"/>
          </a:p>
        </p:txBody>
      </p:sp>
      <p:sp>
        <p:nvSpPr>
          <p:cNvPr id="3" name="Content Placeholder 2">
            <a:extLst>
              <a:ext uri="{FF2B5EF4-FFF2-40B4-BE49-F238E27FC236}">
                <a16:creationId xmlns:a16="http://schemas.microsoft.com/office/drawing/2014/main" id="{5860F5ED-550F-9656-6009-11656E9F42BE}"/>
              </a:ext>
            </a:extLst>
          </p:cNvPr>
          <p:cNvSpPr>
            <a:spLocks noGrp="1"/>
          </p:cNvSpPr>
          <p:nvPr>
            <p:ph sz="half" idx="1"/>
          </p:nvPr>
        </p:nvSpPr>
        <p:spPr/>
        <p:txBody>
          <a:bodyPr>
            <a:normAutofit lnSpcReduction="10000"/>
          </a:bodyPr>
          <a:lstStyle/>
          <a:p>
            <a:pPr marL="0" indent="0" algn="just">
              <a:buNone/>
            </a:pPr>
            <a:r>
              <a:rPr lang="zh-CN" altLang="en-US" dirty="0"/>
              <a:t>因此我们来到祢台前，与普世教会共同庆祝本週的第一天</a:t>
            </a:r>
            <a:r>
              <a:rPr lang="en-US" altLang="zh-CN" dirty="0"/>
              <a:t>——</a:t>
            </a:r>
            <a:r>
              <a:rPr lang="zh-CN" altLang="en-US" dirty="0"/>
              <a:t>基督从死者中复活的日子，祢已高举祂，使祂坐在祢的右边。</a:t>
            </a:r>
          </a:p>
          <a:p>
            <a:pPr algn="just"/>
            <a:endParaRPr lang="en-AU" dirty="0"/>
          </a:p>
        </p:txBody>
      </p:sp>
      <p:sp>
        <p:nvSpPr>
          <p:cNvPr id="4" name="Content Placeholder 3">
            <a:extLst>
              <a:ext uri="{FF2B5EF4-FFF2-40B4-BE49-F238E27FC236}">
                <a16:creationId xmlns:a16="http://schemas.microsoft.com/office/drawing/2014/main" id="{7D659958-C8B4-03C2-4CDF-7FE8722A7FEC}"/>
              </a:ext>
            </a:extLst>
          </p:cNvPr>
          <p:cNvSpPr>
            <a:spLocks noGrp="1"/>
          </p:cNvSpPr>
          <p:nvPr>
            <p:ph sz="half" idx="2"/>
          </p:nvPr>
        </p:nvSpPr>
        <p:spPr/>
        <p:txBody>
          <a:bodyPr>
            <a:normAutofit lnSpcReduction="10000"/>
          </a:bodyPr>
          <a:lstStyle/>
          <a:p>
            <a:pPr marL="0" indent="0" algn="just">
              <a:buNone/>
            </a:pPr>
            <a:r>
              <a:rPr lang="en-GB" dirty="0"/>
              <a:t>Make holy, therefore, these gifts, we pray, by sending down your Spirit upon them like the dewfall,</a:t>
            </a:r>
          </a:p>
          <a:p>
            <a:pPr algn="just"/>
            <a:endParaRPr lang="en-AU" dirty="0"/>
          </a:p>
        </p:txBody>
      </p:sp>
    </p:spTree>
    <p:extLst>
      <p:ext uri="{BB962C8B-B14F-4D97-AF65-F5344CB8AC3E}">
        <p14:creationId xmlns:p14="http://schemas.microsoft.com/office/powerpoint/2010/main" val="18612531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343E67-BBE3-05C9-372B-C6D1E8FE89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9C3E45-3D37-6108-5E1D-8396E35AF6E5}"/>
              </a:ext>
            </a:extLst>
          </p:cNvPr>
          <p:cNvSpPr>
            <a:spLocks noGrp="1"/>
          </p:cNvSpPr>
          <p:nvPr>
            <p:ph type="title"/>
          </p:nvPr>
        </p:nvSpPr>
        <p:spPr/>
        <p:txBody>
          <a:bodyPr>
            <a:normAutofit fontScale="90000"/>
          </a:bodyPr>
          <a:lstStyle/>
          <a:p>
            <a:br>
              <a:rPr lang="en-AU" altLang="zh-TW" dirty="0"/>
            </a:br>
            <a:r>
              <a:rPr lang="zh-TW" altLang="en-US" dirty="0"/>
              <a:t>感恩经（二）　</a:t>
            </a:r>
            <a:r>
              <a:rPr lang="en-AU" dirty="0"/>
              <a:t>Eucharistic Prayer II</a:t>
            </a:r>
            <a:br>
              <a:rPr lang="en-AU" dirty="0"/>
            </a:br>
            <a:endParaRPr lang="en-AU" dirty="0"/>
          </a:p>
        </p:txBody>
      </p:sp>
      <p:sp>
        <p:nvSpPr>
          <p:cNvPr id="3" name="Content Placeholder 2">
            <a:extLst>
              <a:ext uri="{FF2B5EF4-FFF2-40B4-BE49-F238E27FC236}">
                <a16:creationId xmlns:a16="http://schemas.microsoft.com/office/drawing/2014/main" id="{52A8AB8D-585D-09A3-CD45-538782939E60}"/>
              </a:ext>
            </a:extLst>
          </p:cNvPr>
          <p:cNvSpPr>
            <a:spLocks noGrp="1"/>
          </p:cNvSpPr>
          <p:nvPr>
            <p:ph sz="half" idx="1"/>
          </p:nvPr>
        </p:nvSpPr>
        <p:spPr/>
        <p:txBody>
          <a:bodyPr/>
          <a:lstStyle/>
          <a:p>
            <a:pPr marL="0" indent="0" algn="just">
              <a:buNone/>
            </a:pPr>
            <a:r>
              <a:rPr lang="zh-CN" altLang="en-US" dirty="0"/>
              <a:t>我们靠祂的名恳求祢，派遣圣神圣化这些礼品，使成为我们的主耶稣基督的圣体圣血。</a:t>
            </a:r>
          </a:p>
          <a:p>
            <a:pPr algn="just"/>
            <a:endParaRPr lang="en-AU" dirty="0"/>
          </a:p>
        </p:txBody>
      </p:sp>
      <p:sp>
        <p:nvSpPr>
          <p:cNvPr id="4" name="Content Placeholder 3">
            <a:extLst>
              <a:ext uri="{FF2B5EF4-FFF2-40B4-BE49-F238E27FC236}">
                <a16:creationId xmlns:a16="http://schemas.microsoft.com/office/drawing/2014/main" id="{4EE0064C-B278-347A-55A6-8CC436084980}"/>
              </a:ext>
            </a:extLst>
          </p:cNvPr>
          <p:cNvSpPr>
            <a:spLocks noGrp="1"/>
          </p:cNvSpPr>
          <p:nvPr>
            <p:ph sz="half" idx="2"/>
          </p:nvPr>
        </p:nvSpPr>
        <p:spPr/>
        <p:txBody>
          <a:bodyPr/>
          <a:lstStyle/>
          <a:p>
            <a:pPr marL="0" indent="0" algn="just">
              <a:buNone/>
            </a:pPr>
            <a:r>
              <a:rPr lang="en-GB" dirty="0"/>
              <a:t>so that they may become for us the Body and  Blood of our Lord Jesus Christ.</a:t>
            </a:r>
          </a:p>
          <a:p>
            <a:pPr algn="just"/>
            <a:endParaRPr lang="en-AU" dirty="0"/>
          </a:p>
        </p:txBody>
      </p:sp>
    </p:spTree>
    <p:extLst>
      <p:ext uri="{BB962C8B-B14F-4D97-AF65-F5344CB8AC3E}">
        <p14:creationId xmlns:p14="http://schemas.microsoft.com/office/powerpoint/2010/main" val="39608579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C0AEF9-671E-DD42-2ECF-20C32DB2DD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D625E7-45F8-FD3E-8E68-1CBF44A0AEB0}"/>
              </a:ext>
            </a:extLst>
          </p:cNvPr>
          <p:cNvSpPr>
            <a:spLocks noGrp="1"/>
          </p:cNvSpPr>
          <p:nvPr>
            <p:ph type="title"/>
          </p:nvPr>
        </p:nvSpPr>
        <p:spPr/>
        <p:txBody>
          <a:bodyPr>
            <a:normAutofit fontScale="90000"/>
          </a:bodyPr>
          <a:lstStyle/>
          <a:p>
            <a:br>
              <a:rPr lang="en-AU" altLang="zh-TW" dirty="0"/>
            </a:br>
            <a:r>
              <a:rPr lang="zh-TW" altLang="en-US" dirty="0"/>
              <a:t>感恩经（二）　</a:t>
            </a:r>
            <a:r>
              <a:rPr lang="en-AU" dirty="0"/>
              <a:t>Eucharistic Prayer II</a:t>
            </a:r>
            <a:br>
              <a:rPr lang="en-AU" dirty="0"/>
            </a:br>
            <a:endParaRPr lang="en-AU" dirty="0"/>
          </a:p>
        </p:txBody>
      </p:sp>
      <p:sp>
        <p:nvSpPr>
          <p:cNvPr id="3" name="Content Placeholder 2">
            <a:extLst>
              <a:ext uri="{FF2B5EF4-FFF2-40B4-BE49-F238E27FC236}">
                <a16:creationId xmlns:a16="http://schemas.microsoft.com/office/drawing/2014/main" id="{D2151535-8338-554C-430E-005AB4CE30A7}"/>
              </a:ext>
            </a:extLst>
          </p:cNvPr>
          <p:cNvSpPr>
            <a:spLocks noGrp="1"/>
          </p:cNvSpPr>
          <p:nvPr>
            <p:ph sz="half" idx="1"/>
          </p:nvPr>
        </p:nvSpPr>
        <p:spPr/>
        <p:txBody>
          <a:bodyPr>
            <a:normAutofit fontScale="92500"/>
          </a:bodyPr>
          <a:lstStyle/>
          <a:p>
            <a:pPr marL="0" indent="0" algn="just" hangingPunct="0">
              <a:buNone/>
            </a:pPr>
            <a:r>
              <a:rPr lang="zh-CN" altLang="en-US" dirty="0"/>
              <a:t>祂甘愿舍身受难时，拿起面饼，感谢了，分开，交给祂的门徒说：</a:t>
            </a:r>
          </a:p>
          <a:p>
            <a:pPr marL="0" indent="0" algn="just" hangingPunct="0">
              <a:buNone/>
            </a:pPr>
            <a:r>
              <a:rPr lang="zh-CN" altLang="en-US" b="1" dirty="0"/>
              <a:t>你们大家拿去吃：这就是我的身体，将为你们而牺牲。</a:t>
            </a:r>
          </a:p>
          <a:p>
            <a:pPr algn="just"/>
            <a:endParaRPr lang="en-AU" dirty="0"/>
          </a:p>
        </p:txBody>
      </p:sp>
      <p:sp>
        <p:nvSpPr>
          <p:cNvPr id="4" name="Content Placeholder 3">
            <a:extLst>
              <a:ext uri="{FF2B5EF4-FFF2-40B4-BE49-F238E27FC236}">
                <a16:creationId xmlns:a16="http://schemas.microsoft.com/office/drawing/2014/main" id="{48E193DA-4DE8-C7CE-59E7-BF180FDBB57C}"/>
              </a:ext>
            </a:extLst>
          </p:cNvPr>
          <p:cNvSpPr>
            <a:spLocks noGrp="1"/>
          </p:cNvSpPr>
          <p:nvPr>
            <p:ph sz="half" idx="2"/>
          </p:nvPr>
        </p:nvSpPr>
        <p:spPr/>
        <p:txBody>
          <a:bodyPr>
            <a:normAutofit fontScale="92500"/>
          </a:bodyPr>
          <a:lstStyle/>
          <a:p>
            <a:pPr marL="0" indent="0" algn="just">
              <a:buNone/>
            </a:pPr>
            <a:r>
              <a:rPr lang="en-GB" dirty="0"/>
              <a:t>At the time he was betrayed and entered willingly into his Passion, he took bread and, giving thanks, broke it, and gave it to his disciples, saying: </a:t>
            </a:r>
          </a:p>
          <a:p>
            <a:pPr algn="just"/>
            <a:endParaRPr lang="en-GB" dirty="0"/>
          </a:p>
          <a:p>
            <a:pPr marL="0" indent="0" algn="just">
              <a:buNone/>
            </a:pPr>
            <a:r>
              <a:rPr lang="en-GB" b="1" dirty="0"/>
              <a:t>Take this, all of you, and eat of it, for this is my body, which will be given up for you. </a:t>
            </a:r>
          </a:p>
          <a:p>
            <a:pPr algn="just"/>
            <a:endParaRPr lang="en-AU" dirty="0"/>
          </a:p>
        </p:txBody>
      </p:sp>
    </p:spTree>
    <p:extLst>
      <p:ext uri="{BB962C8B-B14F-4D97-AF65-F5344CB8AC3E}">
        <p14:creationId xmlns:p14="http://schemas.microsoft.com/office/powerpoint/2010/main" val="21819126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F591A0-8C5C-C341-8122-442B1DC515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C5852D-4D47-C1D8-0AF3-239CF1AA4F05}"/>
              </a:ext>
            </a:extLst>
          </p:cNvPr>
          <p:cNvSpPr>
            <a:spLocks noGrp="1"/>
          </p:cNvSpPr>
          <p:nvPr>
            <p:ph type="title"/>
          </p:nvPr>
        </p:nvSpPr>
        <p:spPr/>
        <p:txBody>
          <a:bodyPr>
            <a:normAutofit fontScale="90000"/>
          </a:bodyPr>
          <a:lstStyle/>
          <a:p>
            <a:br>
              <a:rPr lang="en-AU" altLang="zh-TW" dirty="0"/>
            </a:br>
            <a:r>
              <a:rPr lang="zh-TW" altLang="en-US" dirty="0"/>
              <a:t>感恩经（二）　</a:t>
            </a:r>
            <a:r>
              <a:rPr lang="en-AU" dirty="0"/>
              <a:t>Eucharistic Prayer II</a:t>
            </a:r>
            <a:br>
              <a:rPr lang="en-AU" dirty="0"/>
            </a:br>
            <a:endParaRPr lang="en-AU" dirty="0"/>
          </a:p>
        </p:txBody>
      </p:sp>
      <p:sp>
        <p:nvSpPr>
          <p:cNvPr id="3" name="Content Placeholder 2">
            <a:extLst>
              <a:ext uri="{FF2B5EF4-FFF2-40B4-BE49-F238E27FC236}">
                <a16:creationId xmlns:a16="http://schemas.microsoft.com/office/drawing/2014/main" id="{D75C718D-4FEF-6450-F9AF-827D8B6A069A}"/>
              </a:ext>
            </a:extLst>
          </p:cNvPr>
          <p:cNvSpPr>
            <a:spLocks noGrp="1"/>
          </p:cNvSpPr>
          <p:nvPr>
            <p:ph sz="half" idx="1"/>
          </p:nvPr>
        </p:nvSpPr>
        <p:spPr/>
        <p:txBody>
          <a:bodyPr/>
          <a:lstStyle/>
          <a:p>
            <a:pPr marL="0" indent="0" algn="just">
              <a:buNone/>
            </a:pPr>
            <a:r>
              <a:rPr lang="zh-CN" altLang="en-US" dirty="0"/>
              <a:t>晚餐后，祂同样拿起杯来，又感谢了，交给祂的门徒说：</a:t>
            </a:r>
          </a:p>
          <a:p>
            <a:pPr algn="just"/>
            <a:endParaRPr lang="en-AU" dirty="0"/>
          </a:p>
        </p:txBody>
      </p:sp>
      <p:sp>
        <p:nvSpPr>
          <p:cNvPr id="4" name="Content Placeholder 3">
            <a:extLst>
              <a:ext uri="{FF2B5EF4-FFF2-40B4-BE49-F238E27FC236}">
                <a16:creationId xmlns:a16="http://schemas.microsoft.com/office/drawing/2014/main" id="{64F8D73A-87D7-2E24-8A62-7DA6B8A77837}"/>
              </a:ext>
            </a:extLst>
          </p:cNvPr>
          <p:cNvSpPr>
            <a:spLocks noGrp="1"/>
          </p:cNvSpPr>
          <p:nvPr>
            <p:ph sz="half" idx="2"/>
          </p:nvPr>
        </p:nvSpPr>
        <p:spPr/>
        <p:txBody>
          <a:bodyPr/>
          <a:lstStyle/>
          <a:p>
            <a:pPr marL="0" indent="0" algn="just">
              <a:buNone/>
            </a:pPr>
            <a:r>
              <a:rPr lang="en-GB" dirty="0"/>
              <a:t>In a similar way, when supper was ended, he took the chalice and, once more giving thanks, he gave it to his disciples, saying:</a:t>
            </a:r>
          </a:p>
          <a:p>
            <a:pPr algn="just"/>
            <a:endParaRPr lang="en-AU" dirty="0"/>
          </a:p>
        </p:txBody>
      </p:sp>
    </p:spTree>
    <p:extLst>
      <p:ext uri="{BB962C8B-B14F-4D97-AF65-F5344CB8AC3E}">
        <p14:creationId xmlns:p14="http://schemas.microsoft.com/office/powerpoint/2010/main" val="13995220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CFD16B-2DE9-45EC-ED5E-09F9D1B597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64937E-8AD7-9620-F563-8EC1ED4B67B0}"/>
              </a:ext>
            </a:extLst>
          </p:cNvPr>
          <p:cNvSpPr>
            <a:spLocks noGrp="1"/>
          </p:cNvSpPr>
          <p:nvPr>
            <p:ph type="title"/>
          </p:nvPr>
        </p:nvSpPr>
        <p:spPr/>
        <p:txBody>
          <a:bodyPr>
            <a:normAutofit fontScale="90000"/>
          </a:bodyPr>
          <a:lstStyle/>
          <a:p>
            <a:br>
              <a:rPr lang="en-AU" altLang="zh-TW" dirty="0"/>
            </a:br>
            <a:r>
              <a:rPr lang="zh-TW" altLang="en-US" dirty="0"/>
              <a:t>感恩经（二）　</a:t>
            </a:r>
            <a:r>
              <a:rPr lang="en-AU" dirty="0"/>
              <a:t>Eucharistic Prayer II</a:t>
            </a:r>
            <a:br>
              <a:rPr lang="en-AU" dirty="0"/>
            </a:br>
            <a:endParaRPr lang="en-AU" dirty="0"/>
          </a:p>
        </p:txBody>
      </p:sp>
      <p:sp>
        <p:nvSpPr>
          <p:cNvPr id="3" name="Content Placeholder 2">
            <a:extLst>
              <a:ext uri="{FF2B5EF4-FFF2-40B4-BE49-F238E27FC236}">
                <a16:creationId xmlns:a16="http://schemas.microsoft.com/office/drawing/2014/main" id="{1081DD15-8A7C-4966-8F63-5CEC2E25D75F}"/>
              </a:ext>
            </a:extLst>
          </p:cNvPr>
          <p:cNvSpPr>
            <a:spLocks noGrp="1"/>
          </p:cNvSpPr>
          <p:nvPr>
            <p:ph sz="half" idx="1"/>
          </p:nvPr>
        </p:nvSpPr>
        <p:spPr/>
        <p:txBody>
          <a:bodyPr>
            <a:normAutofit lnSpcReduction="10000"/>
          </a:bodyPr>
          <a:lstStyle/>
          <a:p>
            <a:pPr marL="0" indent="0" algn="just" hangingPunct="0">
              <a:buNone/>
            </a:pPr>
            <a:r>
              <a:rPr lang="zh-CN" altLang="en-US" b="1" dirty="0"/>
              <a:t>你们大家拿去喝：这一杯就是我的血，新而永久的盟约之血，将为你们和众人倾流，以赦免罪恶。你们要这样做、来纪念我。</a:t>
            </a:r>
          </a:p>
          <a:p>
            <a:pPr algn="just"/>
            <a:endParaRPr lang="en-AU" dirty="0"/>
          </a:p>
        </p:txBody>
      </p:sp>
      <p:sp>
        <p:nvSpPr>
          <p:cNvPr id="4" name="Content Placeholder 3">
            <a:extLst>
              <a:ext uri="{FF2B5EF4-FFF2-40B4-BE49-F238E27FC236}">
                <a16:creationId xmlns:a16="http://schemas.microsoft.com/office/drawing/2014/main" id="{33BC6EA8-76E6-FDC3-AE6E-A4821AABFB4A}"/>
              </a:ext>
            </a:extLst>
          </p:cNvPr>
          <p:cNvSpPr>
            <a:spLocks noGrp="1"/>
          </p:cNvSpPr>
          <p:nvPr>
            <p:ph sz="half" idx="2"/>
          </p:nvPr>
        </p:nvSpPr>
        <p:spPr/>
        <p:txBody>
          <a:bodyPr>
            <a:normAutofit lnSpcReduction="10000"/>
          </a:bodyPr>
          <a:lstStyle/>
          <a:p>
            <a:pPr marL="0" indent="0" algn="just" hangingPunct="0">
              <a:buNone/>
            </a:pPr>
            <a:r>
              <a:rPr lang="en-GB" b="1" dirty="0"/>
              <a:t>Take this, all of you, and drink from it, for this is the chalice of my blood, the blood of the new and eternal covenant, which will be poured out for you and for many for the forgiveness of sins. Do this in memory of me. </a:t>
            </a:r>
          </a:p>
          <a:p>
            <a:pPr algn="just"/>
            <a:endParaRPr lang="en-AU" dirty="0"/>
          </a:p>
        </p:txBody>
      </p:sp>
    </p:spTree>
    <p:extLst>
      <p:ext uri="{BB962C8B-B14F-4D97-AF65-F5344CB8AC3E}">
        <p14:creationId xmlns:p14="http://schemas.microsoft.com/office/powerpoint/2010/main" val="26267613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D4BFC9-5E69-3E53-AC90-6F7C8914C2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830FEF-A3B0-AB3C-8EF2-C183E2183240}"/>
              </a:ext>
            </a:extLst>
          </p:cNvPr>
          <p:cNvSpPr>
            <a:spLocks noGrp="1"/>
          </p:cNvSpPr>
          <p:nvPr>
            <p:ph type="title"/>
          </p:nvPr>
        </p:nvSpPr>
        <p:spPr/>
        <p:txBody>
          <a:bodyPr>
            <a:normAutofit fontScale="90000"/>
          </a:bodyPr>
          <a:lstStyle/>
          <a:p>
            <a:br>
              <a:rPr lang="en-AU" altLang="zh-TW" dirty="0"/>
            </a:br>
            <a:r>
              <a:rPr lang="en-AU" altLang="zh-TW" dirty="0"/>
              <a:t>Memorial Acclamation</a:t>
            </a:r>
            <a:r>
              <a:rPr lang="zh-TW" altLang="en-AU" dirty="0"/>
              <a:t>　</a:t>
            </a:r>
            <a:r>
              <a:rPr lang="zh-TW" altLang="en-US" dirty="0"/>
              <a:t>祝圣后欢呼</a:t>
            </a:r>
            <a:br>
              <a:rPr lang="zh-TW" altLang="en-US" dirty="0"/>
            </a:br>
            <a:endParaRPr lang="en-AU" dirty="0"/>
          </a:p>
        </p:txBody>
      </p:sp>
      <p:sp>
        <p:nvSpPr>
          <p:cNvPr id="3" name="Content Placeholder 2">
            <a:extLst>
              <a:ext uri="{FF2B5EF4-FFF2-40B4-BE49-F238E27FC236}">
                <a16:creationId xmlns:a16="http://schemas.microsoft.com/office/drawing/2014/main" id="{F249438C-B449-0DFE-583B-5B2CC8099E46}"/>
              </a:ext>
            </a:extLst>
          </p:cNvPr>
          <p:cNvSpPr>
            <a:spLocks noGrp="1"/>
          </p:cNvSpPr>
          <p:nvPr>
            <p:ph sz="half" idx="1"/>
          </p:nvPr>
        </p:nvSpPr>
        <p:spPr/>
        <p:txBody>
          <a:bodyPr/>
          <a:lstStyle/>
          <a:p>
            <a:pPr marL="0" indent="0" algn="just">
              <a:buNone/>
            </a:pPr>
            <a:r>
              <a:rPr lang="zh-CN" altLang="en-US" dirty="0"/>
              <a:t>信德的奥迹：</a:t>
            </a:r>
          </a:p>
          <a:p>
            <a:pPr algn="just"/>
            <a:endParaRPr lang="zh-CN" altLang="en-US" dirty="0"/>
          </a:p>
          <a:p>
            <a:pPr marL="0" indent="0" algn="just">
              <a:buNone/>
            </a:pPr>
            <a:r>
              <a:rPr lang="zh-CN" altLang="en-US" b="1" dirty="0"/>
              <a:t>基督，我们传报祢的圣死，我们歌颂祢的复活，我们期待祢光荣地来临。</a:t>
            </a:r>
          </a:p>
          <a:p>
            <a:pPr algn="just"/>
            <a:endParaRPr lang="en-AU" dirty="0"/>
          </a:p>
        </p:txBody>
      </p:sp>
      <p:sp>
        <p:nvSpPr>
          <p:cNvPr id="4" name="Content Placeholder 3">
            <a:extLst>
              <a:ext uri="{FF2B5EF4-FFF2-40B4-BE49-F238E27FC236}">
                <a16:creationId xmlns:a16="http://schemas.microsoft.com/office/drawing/2014/main" id="{F51E5CD7-E762-D2F2-EB96-4FD506CB78AF}"/>
              </a:ext>
            </a:extLst>
          </p:cNvPr>
          <p:cNvSpPr>
            <a:spLocks noGrp="1"/>
          </p:cNvSpPr>
          <p:nvPr>
            <p:ph sz="half" idx="2"/>
          </p:nvPr>
        </p:nvSpPr>
        <p:spPr/>
        <p:txBody>
          <a:bodyPr/>
          <a:lstStyle/>
          <a:p>
            <a:pPr marL="0" indent="0" algn="just">
              <a:buNone/>
            </a:pPr>
            <a:r>
              <a:rPr lang="en-GB" dirty="0"/>
              <a:t>The mystery of faith.</a:t>
            </a:r>
          </a:p>
          <a:p>
            <a:pPr algn="just"/>
            <a:endParaRPr lang="en-GB" dirty="0"/>
          </a:p>
          <a:p>
            <a:pPr algn="just"/>
            <a:endParaRPr lang="en-GB" dirty="0"/>
          </a:p>
          <a:p>
            <a:pPr marL="0" indent="0" algn="just">
              <a:buNone/>
            </a:pPr>
            <a:r>
              <a:rPr lang="en-GB" b="1" dirty="0"/>
              <a:t>We proclaim your Death, O Lord, and profess your Resurrection until you come again.</a:t>
            </a:r>
          </a:p>
          <a:p>
            <a:pPr algn="just"/>
            <a:endParaRPr lang="en-AU" dirty="0"/>
          </a:p>
        </p:txBody>
      </p:sp>
    </p:spTree>
    <p:extLst>
      <p:ext uri="{BB962C8B-B14F-4D97-AF65-F5344CB8AC3E}">
        <p14:creationId xmlns:p14="http://schemas.microsoft.com/office/powerpoint/2010/main" val="8642781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4693CD-84C2-AAD0-9676-B7EB793013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DF70B4-B46F-E55C-5812-808D16BF8632}"/>
              </a:ext>
            </a:extLst>
          </p:cNvPr>
          <p:cNvSpPr>
            <a:spLocks noGrp="1"/>
          </p:cNvSpPr>
          <p:nvPr>
            <p:ph type="title"/>
          </p:nvPr>
        </p:nvSpPr>
        <p:spPr/>
        <p:txBody>
          <a:bodyPr>
            <a:normAutofit fontScale="90000"/>
          </a:bodyPr>
          <a:lstStyle/>
          <a:p>
            <a:br>
              <a:rPr lang="en-AU" altLang="zh-TW" dirty="0"/>
            </a:br>
            <a:r>
              <a:rPr lang="zh-TW" altLang="en-US" dirty="0"/>
              <a:t>感恩经（二）　</a:t>
            </a:r>
            <a:r>
              <a:rPr lang="en-AU" dirty="0"/>
              <a:t>Eucharistic Prayer II</a:t>
            </a:r>
            <a:br>
              <a:rPr lang="en-AU" dirty="0"/>
            </a:br>
            <a:endParaRPr lang="en-AU" dirty="0"/>
          </a:p>
        </p:txBody>
      </p:sp>
      <p:sp>
        <p:nvSpPr>
          <p:cNvPr id="3" name="Content Placeholder 2">
            <a:extLst>
              <a:ext uri="{FF2B5EF4-FFF2-40B4-BE49-F238E27FC236}">
                <a16:creationId xmlns:a16="http://schemas.microsoft.com/office/drawing/2014/main" id="{1B541D87-0510-C518-7EB3-2D5649E4C863}"/>
              </a:ext>
            </a:extLst>
          </p:cNvPr>
          <p:cNvSpPr>
            <a:spLocks noGrp="1"/>
          </p:cNvSpPr>
          <p:nvPr>
            <p:ph sz="half" idx="1"/>
          </p:nvPr>
        </p:nvSpPr>
        <p:spPr/>
        <p:txBody>
          <a:bodyPr>
            <a:normAutofit/>
          </a:bodyPr>
          <a:lstStyle/>
          <a:p>
            <a:pPr marL="0" indent="0" algn="just">
              <a:buNone/>
            </a:pPr>
            <a:r>
              <a:rPr lang="zh-CN" altLang="en-US" dirty="0"/>
              <a:t>上主，因此我们纪念基督的圣死与复活，向祢奉献生命之粮、救恩之杯，感谢祢使我们得在祢台前，侍奉祢。</a:t>
            </a:r>
          </a:p>
          <a:p>
            <a:pPr algn="just"/>
            <a:endParaRPr lang="en-AU" dirty="0"/>
          </a:p>
        </p:txBody>
      </p:sp>
      <p:sp>
        <p:nvSpPr>
          <p:cNvPr id="4" name="Content Placeholder 3">
            <a:extLst>
              <a:ext uri="{FF2B5EF4-FFF2-40B4-BE49-F238E27FC236}">
                <a16:creationId xmlns:a16="http://schemas.microsoft.com/office/drawing/2014/main" id="{834C5CC1-4D14-3CC6-8514-DE98E444624C}"/>
              </a:ext>
            </a:extLst>
          </p:cNvPr>
          <p:cNvSpPr>
            <a:spLocks noGrp="1"/>
          </p:cNvSpPr>
          <p:nvPr>
            <p:ph sz="half" idx="2"/>
          </p:nvPr>
        </p:nvSpPr>
        <p:spPr/>
        <p:txBody>
          <a:bodyPr>
            <a:normAutofit/>
          </a:bodyPr>
          <a:lstStyle/>
          <a:p>
            <a:pPr marL="0" indent="0" algn="just">
              <a:buNone/>
            </a:pPr>
            <a:r>
              <a:rPr lang="en-GB" dirty="0"/>
              <a:t>Therefore, as we celebrate the memorial of his Death and Resurrection, we offer you, Lord, the Bread of life and the Chalice of salvation, giving thanks that you have held us worthy to be in your presence and minister to you.</a:t>
            </a:r>
          </a:p>
          <a:p>
            <a:pPr algn="just"/>
            <a:endParaRPr lang="en-AU" dirty="0"/>
          </a:p>
        </p:txBody>
      </p:sp>
    </p:spTree>
    <p:extLst>
      <p:ext uri="{BB962C8B-B14F-4D97-AF65-F5344CB8AC3E}">
        <p14:creationId xmlns:p14="http://schemas.microsoft.com/office/powerpoint/2010/main" val="27036188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688286-F771-EC38-E033-62A4E9FC6A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A8A419-231E-6706-0D39-824F3FFFCAE8}"/>
              </a:ext>
            </a:extLst>
          </p:cNvPr>
          <p:cNvSpPr>
            <a:spLocks noGrp="1"/>
          </p:cNvSpPr>
          <p:nvPr>
            <p:ph type="title"/>
          </p:nvPr>
        </p:nvSpPr>
        <p:spPr/>
        <p:txBody>
          <a:bodyPr>
            <a:normAutofit fontScale="90000"/>
          </a:bodyPr>
          <a:lstStyle/>
          <a:p>
            <a:br>
              <a:rPr lang="en-AU" altLang="zh-TW" dirty="0"/>
            </a:br>
            <a:r>
              <a:rPr lang="zh-TW" altLang="en-US" dirty="0"/>
              <a:t>感恩经（二）　</a:t>
            </a:r>
            <a:r>
              <a:rPr lang="en-AU" dirty="0"/>
              <a:t>Eucharistic Prayer II</a:t>
            </a:r>
            <a:br>
              <a:rPr lang="en-AU" dirty="0"/>
            </a:br>
            <a:endParaRPr lang="en-AU" dirty="0"/>
          </a:p>
        </p:txBody>
      </p:sp>
      <p:sp>
        <p:nvSpPr>
          <p:cNvPr id="3" name="Content Placeholder 2">
            <a:extLst>
              <a:ext uri="{FF2B5EF4-FFF2-40B4-BE49-F238E27FC236}">
                <a16:creationId xmlns:a16="http://schemas.microsoft.com/office/drawing/2014/main" id="{A69844A2-E703-ECA1-B04D-52DF4E7C1BCB}"/>
              </a:ext>
            </a:extLst>
          </p:cNvPr>
          <p:cNvSpPr>
            <a:spLocks noGrp="1"/>
          </p:cNvSpPr>
          <p:nvPr>
            <p:ph sz="half" idx="1"/>
          </p:nvPr>
        </p:nvSpPr>
        <p:spPr/>
        <p:txBody>
          <a:bodyPr>
            <a:normAutofit/>
          </a:bodyPr>
          <a:lstStyle/>
          <a:p>
            <a:pPr marL="0" indent="0" algn="just">
              <a:buNone/>
            </a:pPr>
            <a:r>
              <a:rPr lang="zh-CN" altLang="en-US" dirty="0"/>
              <a:t>我们恳求祢，使我们分享基督的圣体圣血，并因圣神合而为一。</a:t>
            </a:r>
          </a:p>
          <a:p>
            <a:pPr algn="just"/>
            <a:endParaRPr lang="en-AU" dirty="0"/>
          </a:p>
        </p:txBody>
      </p:sp>
      <p:sp>
        <p:nvSpPr>
          <p:cNvPr id="4" name="Content Placeholder 3">
            <a:extLst>
              <a:ext uri="{FF2B5EF4-FFF2-40B4-BE49-F238E27FC236}">
                <a16:creationId xmlns:a16="http://schemas.microsoft.com/office/drawing/2014/main" id="{801D10A2-CE94-5E8E-0E04-B190B6F19AD2}"/>
              </a:ext>
            </a:extLst>
          </p:cNvPr>
          <p:cNvSpPr>
            <a:spLocks noGrp="1"/>
          </p:cNvSpPr>
          <p:nvPr>
            <p:ph sz="half" idx="2"/>
          </p:nvPr>
        </p:nvSpPr>
        <p:spPr/>
        <p:txBody>
          <a:bodyPr>
            <a:normAutofit/>
          </a:bodyPr>
          <a:lstStyle/>
          <a:p>
            <a:pPr marL="0" indent="0" algn="just">
              <a:buNone/>
            </a:pPr>
            <a:r>
              <a:rPr lang="en-GB" dirty="0"/>
              <a:t>Humbly we pray that, partaking of the Body and Blood of Christ, we may be gathered into one by the Holy Spirit.</a:t>
            </a:r>
          </a:p>
          <a:p>
            <a:pPr algn="just"/>
            <a:endParaRPr lang="en-AU" dirty="0"/>
          </a:p>
        </p:txBody>
      </p:sp>
    </p:spTree>
    <p:extLst>
      <p:ext uri="{BB962C8B-B14F-4D97-AF65-F5344CB8AC3E}">
        <p14:creationId xmlns:p14="http://schemas.microsoft.com/office/powerpoint/2010/main" val="10836184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E84B8D-B6CB-5ABC-4E11-462349BC95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0A8064-7A79-C0FF-44FB-1B14669FE266}"/>
              </a:ext>
            </a:extLst>
          </p:cNvPr>
          <p:cNvSpPr>
            <a:spLocks noGrp="1"/>
          </p:cNvSpPr>
          <p:nvPr>
            <p:ph type="title"/>
          </p:nvPr>
        </p:nvSpPr>
        <p:spPr/>
        <p:txBody>
          <a:bodyPr>
            <a:normAutofit fontScale="90000"/>
          </a:bodyPr>
          <a:lstStyle/>
          <a:p>
            <a:br>
              <a:rPr lang="en-AU" altLang="zh-TW" dirty="0"/>
            </a:br>
            <a:r>
              <a:rPr lang="zh-TW" altLang="en-US" dirty="0"/>
              <a:t>感恩经（二）　</a:t>
            </a:r>
            <a:r>
              <a:rPr lang="en-AU" dirty="0"/>
              <a:t>Eucharistic Prayer II</a:t>
            </a:r>
            <a:br>
              <a:rPr lang="en-AU" dirty="0"/>
            </a:br>
            <a:endParaRPr lang="en-AU" dirty="0"/>
          </a:p>
        </p:txBody>
      </p:sp>
      <p:sp>
        <p:nvSpPr>
          <p:cNvPr id="3" name="Content Placeholder 2">
            <a:extLst>
              <a:ext uri="{FF2B5EF4-FFF2-40B4-BE49-F238E27FC236}">
                <a16:creationId xmlns:a16="http://schemas.microsoft.com/office/drawing/2014/main" id="{044EBA59-F249-4B85-BF68-5520AA974E51}"/>
              </a:ext>
            </a:extLst>
          </p:cNvPr>
          <p:cNvSpPr>
            <a:spLocks noGrp="1"/>
          </p:cNvSpPr>
          <p:nvPr>
            <p:ph sz="half" idx="1"/>
          </p:nvPr>
        </p:nvSpPr>
        <p:spPr/>
        <p:txBody>
          <a:bodyPr>
            <a:noAutofit/>
          </a:bodyPr>
          <a:lstStyle/>
          <a:p>
            <a:pPr marL="0" indent="0" algn="just">
              <a:buNone/>
            </a:pPr>
            <a:r>
              <a:rPr lang="zh-CN" altLang="en-US" dirty="0"/>
              <a:t>上主，求祢垂念普世的教会，使祢的子民偕同我们的教宗良十四世、我们的主教阮文龙与所有主教，</a:t>
            </a:r>
            <a:endParaRPr lang="en-AU" dirty="0"/>
          </a:p>
        </p:txBody>
      </p:sp>
      <p:sp>
        <p:nvSpPr>
          <p:cNvPr id="4" name="Content Placeholder 3">
            <a:extLst>
              <a:ext uri="{FF2B5EF4-FFF2-40B4-BE49-F238E27FC236}">
                <a16:creationId xmlns:a16="http://schemas.microsoft.com/office/drawing/2014/main" id="{C12B141E-ADCC-5AAC-4C91-1D4E30AECF73}"/>
              </a:ext>
            </a:extLst>
          </p:cNvPr>
          <p:cNvSpPr>
            <a:spLocks noGrp="1"/>
          </p:cNvSpPr>
          <p:nvPr>
            <p:ph sz="half" idx="2"/>
          </p:nvPr>
        </p:nvSpPr>
        <p:spPr/>
        <p:txBody>
          <a:bodyPr>
            <a:normAutofit/>
          </a:bodyPr>
          <a:lstStyle/>
          <a:p>
            <a:pPr marL="0" indent="0" algn="just">
              <a:buNone/>
            </a:pPr>
            <a:r>
              <a:rPr lang="en-GB" dirty="0"/>
              <a:t>Remember, Lord, your Church, spread throughout the world, and bring her to the fullness of charity, </a:t>
            </a:r>
            <a:endParaRPr lang="en-AU" dirty="0"/>
          </a:p>
        </p:txBody>
      </p:sp>
    </p:spTree>
    <p:extLst>
      <p:ext uri="{BB962C8B-B14F-4D97-AF65-F5344CB8AC3E}">
        <p14:creationId xmlns:p14="http://schemas.microsoft.com/office/powerpoint/2010/main" val="16127799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DDBC44-0806-CAED-D77A-F9B6C58109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16E3FE-8675-DBF0-E794-1B39B3D5BD82}"/>
              </a:ext>
            </a:extLst>
          </p:cNvPr>
          <p:cNvSpPr>
            <a:spLocks noGrp="1"/>
          </p:cNvSpPr>
          <p:nvPr>
            <p:ph type="title"/>
          </p:nvPr>
        </p:nvSpPr>
        <p:spPr/>
        <p:txBody>
          <a:bodyPr>
            <a:normAutofit fontScale="90000"/>
          </a:bodyPr>
          <a:lstStyle/>
          <a:p>
            <a:br>
              <a:rPr lang="en-AU" altLang="zh-TW" dirty="0"/>
            </a:br>
            <a:r>
              <a:rPr lang="zh-TW" altLang="en-US" dirty="0"/>
              <a:t>感恩经（二）　</a:t>
            </a:r>
            <a:r>
              <a:rPr lang="en-AU" dirty="0"/>
              <a:t>Eucharistic Prayer II</a:t>
            </a:r>
            <a:br>
              <a:rPr lang="en-AU" dirty="0"/>
            </a:br>
            <a:endParaRPr lang="en-AU" dirty="0"/>
          </a:p>
        </p:txBody>
      </p:sp>
      <p:sp>
        <p:nvSpPr>
          <p:cNvPr id="3" name="Content Placeholder 2">
            <a:extLst>
              <a:ext uri="{FF2B5EF4-FFF2-40B4-BE49-F238E27FC236}">
                <a16:creationId xmlns:a16="http://schemas.microsoft.com/office/drawing/2014/main" id="{4FAA98B3-5BB6-D8F8-2E8D-BCF49017A081}"/>
              </a:ext>
            </a:extLst>
          </p:cNvPr>
          <p:cNvSpPr>
            <a:spLocks noGrp="1"/>
          </p:cNvSpPr>
          <p:nvPr>
            <p:ph sz="half" idx="1"/>
          </p:nvPr>
        </p:nvSpPr>
        <p:spPr/>
        <p:txBody>
          <a:bodyPr>
            <a:normAutofit/>
          </a:bodyPr>
          <a:lstStyle/>
          <a:p>
            <a:pPr marL="0" indent="0" algn="just">
              <a:buNone/>
            </a:pPr>
            <a:r>
              <a:rPr lang="zh-CN" altLang="en-US" dirty="0"/>
              <a:t>以及圣职人员、都在爱德中日趋完善。</a:t>
            </a:r>
          </a:p>
          <a:p>
            <a:pPr algn="just"/>
            <a:endParaRPr lang="en-AU" dirty="0"/>
          </a:p>
        </p:txBody>
      </p:sp>
      <p:sp>
        <p:nvSpPr>
          <p:cNvPr id="4" name="Content Placeholder 3">
            <a:extLst>
              <a:ext uri="{FF2B5EF4-FFF2-40B4-BE49-F238E27FC236}">
                <a16:creationId xmlns:a16="http://schemas.microsoft.com/office/drawing/2014/main" id="{54D3FF86-76BC-ADD9-66A3-E6BDA99769D5}"/>
              </a:ext>
            </a:extLst>
          </p:cNvPr>
          <p:cNvSpPr>
            <a:spLocks noGrp="1"/>
          </p:cNvSpPr>
          <p:nvPr>
            <p:ph sz="half" idx="2"/>
          </p:nvPr>
        </p:nvSpPr>
        <p:spPr/>
        <p:txBody>
          <a:bodyPr>
            <a:normAutofit/>
          </a:bodyPr>
          <a:lstStyle/>
          <a:p>
            <a:pPr marL="0" indent="0" algn="just">
              <a:buNone/>
            </a:pPr>
            <a:r>
              <a:rPr lang="en-GB" dirty="0"/>
              <a:t>together with Leo our Pope and </a:t>
            </a:r>
            <a:r>
              <a:rPr lang="en-AU" altLang="zh-TW" dirty="0"/>
              <a:t>Vincent</a:t>
            </a:r>
            <a:r>
              <a:rPr lang="en-GB" dirty="0"/>
              <a:t> our Bishop and all the clergy.</a:t>
            </a:r>
          </a:p>
          <a:p>
            <a:pPr algn="just"/>
            <a:endParaRPr lang="en-AU" dirty="0"/>
          </a:p>
        </p:txBody>
      </p:sp>
    </p:spTree>
    <p:extLst>
      <p:ext uri="{BB962C8B-B14F-4D97-AF65-F5344CB8AC3E}">
        <p14:creationId xmlns:p14="http://schemas.microsoft.com/office/powerpoint/2010/main" val="11024421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11F7A6-FBBE-871A-C10E-1FB44EC063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6984BA-2FDF-7D24-0B9A-1EE033802FD5}"/>
              </a:ext>
            </a:extLst>
          </p:cNvPr>
          <p:cNvSpPr>
            <a:spLocks noGrp="1"/>
          </p:cNvSpPr>
          <p:nvPr>
            <p:ph type="title"/>
          </p:nvPr>
        </p:nvSpPr>
        <p:spPr/>
        <p:txBody>
          <a:bodyPr>
            <a:normAutofit fontScale="90000"/>
          </a:bodyPr>
          <a:lstStyle/>
          <a:p>
            <a:br>
              <a:rPr lang="en-AU" altLang="zh-TW" dirty="0"/>
            </a:br>
            <a:r>
              <a:rPr lang="zh-TW" altLang="en-US" dirty="0"/>
              <a:t>感恩经（二）　</a:t>
            </a:r>
            <a:r>
              <a:rPr lang="en-AU" dirty="0"/>
              <a:t>Eucharistic Prayer II</a:t>
            </a:r>
            <a:br>
              <a:rPr lang="en-AU" dirty="0"/>
            </a:br>
            <a:endParaRPr lang="en-AU" dirty="0"/>
          </a:p>
        </p:txBody>
      </p:sp>
      <p:sp>
        <p:nvSpPr>
          <p:cNvPr id="3" name="Content Placeholder 2">
            <a:extLst>
              <a:ext uri="{FF2B5EF4-FFF2-40B4-BE49-F238E27FC236}">
                <a16:creationId xmlns:a16="http://schemas.microsoft.com/office/drawing/2014/main" id="{3CD9F74C-B3D4-C849-ADC8-1C89717711C4}"/>
              </a:ext>
            </a:extLst>
          </p:cNvPr>
          <p:cNvSpPr>
            <a:spLocks noGrp="1"/>
          </p:cNvSpPr>
          <p:nvPr>
            <p:ph sz="half" idx="1"/>
          </p:nvPr>
        </p:nvSpPr>
        <p:spPr/>
        <p:txBody>
          <a:bodyPr>
            <a:normAutofit lnSpcReduction="10000"/>
          </a:bodyPr>
          <a:lstStyle/>
          <a:p>
            <a:pPr marL="0" indent="0" algn="just">
              <a:buNone/>
            </a:pPr>
            <a:r>
              <a:rPr lang="zh-CN" altLang="en-US" dirty="0"/>
              <a:t>求祢也垂念怀着复活的希望而安息的兄弟姊妹；并求祢垂念我们的祖先和所有去世的人，使他们享见祢光辉的圣容。</a:t>
            </a:r>
          </a:p>
          <a:p>
            <a:pPr algn="just"/>
            <a:endParaRPr lang="en-AU" dirty="0"/>
          </a:p>
        </p:txBody>
      </p:sp>
      <p:sp>
        <p:nvSpPr>
          <p:cNvPr id="4" name="Content Placeholder 3">
            <a:extLst>
              <a:ext uri="{FF2B5EF4-FFF2-40B4-BE49-F238E27FC236}">
                <a16:creationId xmlns:a16="http://schemas.microsoft.com/office/drawing/2014/main" id="{18361ED7-B6CE-2222-72FA-4EC83E5DF4AD}"/>
              </a:ext>
            </a:extLst>
          </p:cNvPr>
          <p:cNvSpPr>
            <a:spLocks noGrp="1"/>
          </p:cNvSpPr>
          <p:nvPr>
            <p:ph sz="half" idx="2"/>
          </p:nvPr>
        </p:nvSpPr>
        <p:spPr/>
        <p:txBody>
          <a:bodyPr>
            <a:normAutofit lnSpcReduction="10000"/>
          </a:bodyPr>
          <a:lstStyle/>
          <a:p>
            <a:pPr marL="0" indent="0" algn="just">
              <a:buNone/>
            </a:pPr>
            <a:r>
              <a:rPr lang="en-GB" dirty="0"/>
              <a:t>Remember also our brothers and sisters who have fallen asleep in the hope of the resurrection, and all who have died in your mercy: welcome them into the light of your face.</a:t>
            </a:r>
          </a:p>
          <a:p>
            <a:pPr algn="just"/>
            <a:endParaRPr lang="en-AU" dirty="0"/>
          </a:p>
        </p:txBody>
      </p:sp>
    </p:spTree>
    <p:extLst>
      <p:ext uri="{BB962C8B-B14F-4D97-AF65-F5344CB8AC3E}">
        <p14:creationId xmlns:p14="http://schemas.microsoft.com/office/powerpoint/2010/main" val="22030915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84B6C1-B00D-5FE2-4EDC-65E883455D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FBC1C7-4CB0-D4C4-DC38-3387DDAC13EC}"/>
              </a:ext>
            </a:extLst>
          </p:cNvPr>
          <p:cNvSpPr>
            <a:spLocks noGrp="1"/>
          </p:cNvSpPr>
          <p:nvPr>
            <p:ph type="title"/>
          </p:nvPr>
        </p:nvSpPr>
        <p:spPr/>
        <p:txBody>
          <a:bodyPr>
            <a:normAutofit fontScale="90000"/>
          </a:bodyPr>
          <a:lstStyle/>
          <a:p>
            <a:br>
              <a:rPr lang="en-AU" altLang="zh-TW" dirty="0"/>
            </a:br>
            <a:r>
              <a:rPr lang="zh-TW" altLang="en-US" dirty="0"/>
              <a:t>感恩经（二）　</a:t>
            </a:r>
            <a:r>
              <a:rPr lang="en-AU" dirty="0"/>
              <a:t>Eucharistic Prayer II</a:t>
            </a:r>
            <a:br>
              <a:rPr lang="en-AU" dirty="0"/>
            </a:br>
            <a:endParaRPr lang="en-AU" dirty="0"/>
          </a:p>
        </p:txBody>
      </p:sp>
      <p:sp>
        <p:nvSpPr>
          <p:cNvPr id="3" name="Content Placeholder 2">
            <a:extLst>
              <a:ext uri="{FF2B5EF4-FFF2-40B4-BE49-F238E27FC236}">
                <a16:creationId xmlns:a16="http://schemas.microsoft.com/office/drawing/2014/main" id="{77042414-F429-770D-12DB-ABCDCF623FE6}"/>
              </a:ext>
            </a:extLst>
          </p:cNvPr>
          <p:cNvSpPr>
            <a:spLocks noGrp="1"/>
          </p:cNvSpPr>
          <p:nvPr>
            <p:ph sz="half" idx="1"/>
          </p:nvPr>
        </p:nvSpPr>
        <p:spPr/>
        <p:txBody>
          <a:bodyPr>
            <a:noAutofit/>
          </a:bodyPr>
          <a:lstStyle/>
          <a:p>
            <a:pPr marL="0" indent="0" algn="just">
              <a:buNone/>
            </a:pPr>
            <a:r>
              <a:rPr lang="zh-CN" altLang="en-US" dirty="0"/>
              <a:t>求祢垂念我们众人，使我们得与天主之母童贞荣福玛利亚、圣母的净配圣若瑟、诸圣宗徒，</a:t>
            </a:r>
            <a:endParaRPr lang="en-AU" dirty="0"/>
          </a:p>
        </p:txBody>
      </p:sp>
      <p:sp>
        <p:nvSpPr>
          <p:cNvPr id="4" name="Content Placeholder 3">
            <a:extLst>
              <a:ext uri="{FF2B5EF4-FFF2-40B4-BE49-F238E27FC236}">
                <a16:creationId xmlns:a16="http://schemas.microsoft.com/office/drawing/2014/main" id="{E293F2AC-CBE0-B7E4-76DE-59F867CDD84A}"/>
              </a:ext>
            </a:extLst>
          </p:cNvPr>
          <p:cNvSpPr>
            <a:spLocks noGrp="1"/>
          </p:cNvSpPr>
          <p:nvPr>
            <p:ph sz="half" idx="2"/>
          </p:nvPr>
        </p:nvSpPr>
        <p:spPr/>
        <p:txBody>
          <a:bodyPr>
            <a:normAutofit/>
          </a:bodyPr>
          <a:lstStyle/>
          <a:p>
            <a:pPr marL="0" indent="0" algn="just">
              <a:buNone/>
            </a:pPr>
            <a:r>
              <a:rPr lang="en-GB" dirty="0"/>
              <a:t>Have mercy on us all, we pray, that with the Blessed Virgin Mary, Mother of God, with blessed Joseph, her Spouse, with the blessed Apostles, </a:t>
            </a:r>
          </a:p>
          <a:p>
            <a:pPr algn="just"/>
            <a:endParaRPr lang="en-AU" dirty="0"/>
          </a:p>
        </p:txBody>
      </p:sp>
    </p:spTree>
    <p:extLst>
      <p:ext uri="{BB962C8B-B14F-4D97-AF65-F5344CB8AC3E}">
        <p14:creationId xmlns:p14="http://schemas.microsoft.com/office/powerpoint/2010/main" val="24148057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E80F4B-D4C8-3456-ED95-4B6BD8DA43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9244D9-5538-1D24-C4E3-124FB166E03D}"/>
              </a:ext>
            </a:extLst>
          </p:cNvPr>
          <p:cNvSpPr>
            <a:spLocks noGrp="1"/>
          </p:cNvSpPr>
          <p:nvPr>
            <p:ph type="title"/>
          </p:nvPr>
        </p:nvSpPr>
        <p:spPr/>
        <p:txBody>
          <a:bodyPr>
            <a:normAutofit fontScale="90000"/>
          </a:bodyPr>
          <a:lstStyle/>
          <a:p>
            <a:br>
              <a:rPr lang="en-AU" altLang="zh-TW" dirty="0"/>
            </a:br>
            <a:r>
              <a:rPr lang="zh-TW" altLang="en-US" dirty="0"/>
              <a:t>感恩经（二）　</a:t>
            </a:r>
            <a:r>
              <a:rPr lang="en-AU" dirty="0"/>
              <a:t>Eucharistic Prayer II</a:t>
            </a:r>
            <a:br>
              <a:rPr lang="en-AU" dirty="0"/>
            </a:br>
            <a:endParaRPr lang="en-AU" dirty="0"/>
          </a:p>
        </p:txBody>
      </p:sp>
      <p:sp>
        <p:nvSpPr>
          <p:cNvPr id="3" name="Content Placeholder 2">
            <a:extLst>
              <a:ext uri="{FF2B5EF4-FFF2-40B4-BE49-F238E27FC236}">
                <a16:creationId xmlns:a16="http://schemas.microsoft.com/office/drawing/2014/main" id="{11E33198-4E94-8395-7988-5779AF88168B}"/>
              </a:ext>
            </a:extLst>
          </p:cNvPr>
          <p:cNvSpPr>
            <a:spLocks noGrp="1"/>
          </p:cNvSpPr>
          <p:nvPr>
            <p:ph sz="half" idx="1"/>
          </p:nvPr>
        </p:nvSpPr>
        <p:spPr/>
        <p:txBody>
          <a:bodyPr>
            <a:noAutofit/>
          </a:bodyPr>
          <a:lstStyle/>
          <a:p>
            <a:pPr marL="0" indent="0" algn="just" hangingPunct="0">
              <a:buNone/>
            </a:pPr>
            <a:r>
              <a:rPr lang="zh-CN" altLang="en-US" spc="-300" dirty="0"/>
              <a:t>以及祢所喜爱的历代圣人、圣女、共享永生；并使我们藉着祢的圣子耶稣基督赞美祢、显扬祢。</a:t>
            </a:r>
          </a:p>
          <a:p>
            <a:pPr algn="just" hangingPunct="0"/>
            <a:endParaRPr lang="en-AU" spc="-300" dirty="0"/>
          </a:p>
        </p:txBody>
      </p:sp>
      <p:sp>
        <p:nvSpPr>
          <p:cNvPr id="4" name="Content Placeholder 3">
            <a:extLst>
              <a:ext uri="{FF2B5EF4-FFF2-40B4-BE49-F238E27FC236}">
                <a16:creationId xmlns:a16="http://schemas.microsoft.com/office/drawing/2014/main" id="{4AF28ABD-DBCB-C627-31B0-24E0A21E07CB}"/>
              </a:ext>
            </a:extLst>
          </p:cNvPr>
          <p:cNvSpPr>
            <a:spLocks noGrp="1"/>
          </p:cNvSpPr>
          <p:nvPr>
            <p:ph sz="half" idx="2"/>
          </p:nvPr>
        </p:nvSpPr>
        <p:spPr/>
        <p:txBody>
          <a:bodyPr>
            <a:normAutofit/>
          </a:bodyPr>
          <a:lstStyle/>
          <a:p>
            <a:pPr marL="0" indent="0" algn="just">
              <a:buNone/>
            </a:pPr>
            <a:r>
              <a:rPr lang="en-GB" dirty="0"/>
              <a:t>and all the Saints who have pleased you throughout the ages, we may merit to be coheirs to eternal life, and may praise and glorify you through your Son, Jesus Christ.</a:t>
            </a:r>
          </a:p>
          <a:p>
            <a:pPr algn="just"/>
            <a:endParaRPr lang="en-AU" dirty="0"/>
          </a:p>
        </p:txBody>
      </p:sp>
      <p:sp>
        <p:nvSpPr>
          <p:cNvPr id="6" name="Arrow: Right 5">
            <a:hlinkClick r:id="rId2" action="ppaction://hlinksldjump"/>
            <a:extLst>
              <a:ext uri="{FF2B5EF4-FFF2-40B4-BE49-F238E27FC236}">
                <a16:creationId xmlns:a16="http://schemas.microsoft.com/office/drawing/2014/main" id="{CDC89D16-C8C4-F705-DC8D-7F73BBC97E02}"/>
              </a:ext>
            </a:extLst>
          </p:cNvPr>
          <p:cNvSpPr/>
          <p:nvPr/>
        </p:nvSpPr>
        <p:spPr>
          <a:xfrm>
            <a:off x="7239971" y="6070985"/>
            <a:ext cx="1551973" cy="436906"/>
          </a:xfrm>
          <a:prstGeom prst="rightArrow">
            <a:avLst>
              <a:gd name="adj1" fmla="val 100000"/>
              <a:gd name="adj2" fmla="val 50000"/>
            </a:avLst>
          </a:prstGeom>
          <a:solidFill>
            <a:srgbClr val="5572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b="1" dirty="0"/>
              <a:t>圣三颂</a:t>
            </a:r>
            <a:endParaRPr lang="en-HK" b="1" dirty="0"/>
          </a:p>
        </p:txBody>
      </p:sp>
    </p:spTree>
    <p:extLst>
      <p:ext uri="{BB962C8B-B14F-4D97-AF65-F5344CB8AC3E}">
        <p14:creationId xmlns:p14="http://schemas.microsoft.com/office/powerpoint/2010/main" val="32092532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5B7C80-7122-9D7B-BC8D-3395FE8C606E}"/>
              </a:ext>
            </a:extLst>
          </p:cNvPr>
          <p:cNvSpPr>
            <a:spLocks noGrp="1"/>
          </p:cNvSpPr>
          <p:nvPr>
            <p:ph type="title"/>
          </p:nvPr>
        </p:nvSpPr>
        <p:spPr/>
        <p:txBody>
          <a:bodyPr>
            <a:normAutofit fontScale="90000"/>
          </a:bodyPr>
          <a:lstStyle/>
          <a:p>
            <a:br>
              <a:rPr lang="en-AU" altLang="zh-TW" dirty="0"/>
            </a:br>
            <a:r>
              <a:rPr lang="zh-TW" altLang="en-US" dirty="0"/>
              <a:t>感恩经（三）　</a:t>
            </a:r>
            <a:r>
              <a:rPr lang="en-AU" dirty="0"/>
              <a:t>Eucharistic Prayer III</a:t>
            </a:r>
            <a:br>
              <a:rPr lang="en-AU" dirty="0"/>
            </a:br>
            <a:endParaRPr lang="en-AU" dirty="0"/>
          </a:p>
        </p:txBody>
      </p:sp>
      <p:sp>
        <p:nvSpPr>
          <p:cNvPr id="3" name="Content Placeholder 2">
            <a:extLst>
              <a:ext uri="{FF2B5EF4-FFF2-40B4-BE49-F238E27FC236}">
                <a16:creationId xmlns:a16="http://schemas.microsoft.com/office/drawing/2014/main" id="{377F8BB2-F513-ED0A-41BD-05669373ADB1}"/>
              </a:ext>
            </a:extLst>
          </p:cNvPr>
          <p:cNvSpPr>
            <a:spLocks noGrp="1"/>
          </p:cNvSpPr>
          <p:nvPr>
            <p:ph sz="half" idx="1"/>
          </p:nvPr>
        </p:nvSpPr>
        <p:spPr/>
        <p:txBody>
          <a:bodyPr/>
          <a:lstStyle/>
          <a:p>
            <a:pPr marL="0" indent="0" algn="just">
              <a:buNone/>
            </a:pPr>
            <a:r>
              <a:rPr lang="zh-CN" altLang="en-US" dirty="0"/>
              <a:t>上主，祢实在是神圣的，祢所创造的万物、理当赞美祢：因为祢藉着祢的圣子、我们的主耶稣基督，</a:t>
            </a:r>
          </a:p>
          <a:p>
            <a:pPr algn="just"/>
            <a:endParaRPr lang="en-AU" dirty="0"/>
          </a:p>
        </p:txBody>
      </p:sp>
      <p:sp>
        <p:nvSpPr>
          <p:cNvPr id="4" name="Content Placeholder 3">
            <a:extLst>
              <a:ext uri="{FF2B5EF4-FFF2-40B4-BE49-F238E27FC236}">
                <a16:creationId xmlns:a16="http://schemas.microsoft.com/office/drawing/2014/main" id="{D4971996-129B-EAE9-339E-A60EA8E34378}"/>
              </a:ext>
            </a:extLst>
          </p:cNvPr>
          <p:cNvSpPr>
            <a:spLocks noGrp="1"/>
          </p:cNvSpPr>
          <p:nvPr>
            <p:ph sz="half" idx="2"/>
          </p:nvPr>
        </p:nvSpPr>
        <p:spPr/>
        <p:txBody>
          <a:bodyPr/>
          <a:lstStyle/>
          <a:p>
            <a:pPr marL="0" indent="0" algn="just">
              <a:buNone/>
            </a:pPr>
            <a:r>
              <a:rPr lang="en-GB" dirty="0"/>
              <a:t>You are indeed Holy, O Lord, and all you have created rightly gives you praise, for through your Son our Lord Jesus Christ,</a:t>
            </a:r>
          </a:p>
          <a:p>
            <a:pPr algn="just"/>
            <a:endParaRPr lang="en-AU" dirty="0"/>
          </a:p>
        </p:txBody>
      </p:sp>
    </p:spTree>
    <p:extLst>
      <p:ext uri="{BB962C8B-B14F-4D97-AF65-F5344CB8AC3E}">
        <p14:creationId xmlns:p14="http://schemas.microsoft.com/office/powerpoint/2010/main" val="20846564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438F53-D20C-A12F-31BC-CB573E89B4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F49074-C149-A424-92EC-05C28DF83823}"/>
              </a:ext>
            </a:extLst>
          </p:cNvPr>
          <p:cNvSpPr>
            <a:spLocks noGrp="1"/>
          </p:cNvSpPr>
          <p:nvPr>
            <p:ph type="title"/>
          </p:nvPr>
        </p:nvSpPr>
        <p:spPr/>
        <p:txBody>
          <a:bodyPr>
            <a:normAutofit fontScale="90000"/>
          </a:bodyPr>
          <a:lstStyle/>
          <a:p>
            <a:br>
              <a:rPr lang="en-AU" altLang="zh-TW" dirty="0"/>
            </a:br>
            <a:r>
              <a:rPr lang="zh-TW" altLang="en-US" dirty="0"/>
              <a:t>感恩经（三）　</a:t>
            </a:r>
            <a:r>
              <a:rPr lang="en-AU" dirty="0"/>
              <a:t>Eucharistic Prayer III</a:t>
            </a:r>
            <a:br>
              <a:rPr lang="en-AU" dirty="0"/>
            </a:br>
            <a:endParaRPr lang="en-AU" dirty="0"/>
          </a:p>
        </p:txBody>
      </p:sp>
      <p:sp>
        <p:nvSpPr>
          <p:cNvPr id="3" name="Content Placeholder 2">
            <a:extLst>
              <a:ext uri="{FF2B5EF4-FFF2-40B4-BE49-F238E27FC236}">
                <a16:creationId xmlns:a16="http://schemas.microsoft.com/office/drawing/2014/main" id="{5DE59405-3C97-948E-813E-02AC508F099E}"/>
              </a:ext>
            </a:extLst>
          </p:cNvPr>
          <p:cNvSpPr>
            <a:spLocks noGrp="1"/>
          </p:cNvSpPr>
          <p:nvPr>
            <p:ph sz="half" idx="1"/>
          </p:nvPr>
        </p:nvSpPr>
        <p:spPr/>
        <p:txBody>
          <a:bodyPr>
            <a:normAutofit/>
          </a:bodyPr>
          <a:lstStyle/>
          <a:p>
            <a:pPr marL="0" indent="0" algn="just">
              <a:buNone/>
            </a:pPr>
            <a:r>
              <a:rPr lang="zh-CN" altLang="en-US" dirty="0"/>
              <a:t>以圣神的德能，养育圣化万物，又不断为祢召集子民，好能时时处处，向祢呈上纯洁的祭献。</a:t>
            </a:r>
          </a:p>
          <a:p>
            <a:pPr algn="just"/>
            <a:endParaRPr lang="en-AU" dirty="0"/>
          </a:p>
        </p:txBody>
      </p:sp>
      <p:sp>
        <p:nvSpPr>
          <p:cNvPr id="4" name="Content Placeholder 3">
            <a:extLst>
              <a:ext uri="{FF2B5EF4-FFF2-40B4-BE49-F238E27FC236}">
                <a16:creationId xmlns:a16="http://schemas.microsoft.com/office/drawing/2014/main" id="{CD02505F-4996-5DAF-A8B1-0C86C020E0BA}"/>
              </a:ext>
            </a:extLst>
          </p:cNvPr>
          <p:cNvSpPr>
            <a:spLocks noGrp="1"/>
          </p:cNvSpPr>
          <p:nvPr>
            <p:ph sz="half" idx="2"/>
          </p:nvPr>
        </p:nvSpPr>
        <p:spPr/>
        <p:txBody>
          <a:bodyPr>
            <a:normAutofit/>
          </a:bodyPr>
          <a:lstStyle/>
          <a:p>
            <a:pPr marL="0" indent="0" algn="just">
              <a:buNone/>
            </a:pPr>
            <a:r>
              <a:rPr lang="en-GB" dirty="0"/>
              <a:t>by the power and working of the Holy Spirit, you give life to all things and make them holy, and you never cease to gather a people to yourself, so that from the rising of the sun to its setting a pure sacrifice may be offered to your name. </a:t>
            </a:r>
          </a:p>
          <a:p>
            <a:pPr algn="just"/>
            <a:endParaRPr lang="en-AU" dirty="0"/>
          </a:p>
        </p:txBody>
      </p:sp>
    </p:spTree>
    <p:extLst>
      <p:ext uri="{BB962C8B-B14F-4D97-AF65-F5344CB8AC3E}">
        <p14:creationId xmlns:p14="http://schemas.microsoft.com/office/powerpoint/2010/main" val="28620940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9E62E2-4D9E-D862-1C96-135E9D71DA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1C2994-00CF-300E-058B-DA71452FD768}"/>
              </a:ext>
            </a:extLst>
          </p:cNvPr>
          <p:cNvSpPr>
            <a:spLocks noGrp="1"/>
          </p:cNvSpPr>
          <p:nvPr>
            <p:ph type="title"/>
          </p:nvPr>
        </p:nvSpPr>
        <p:spPr/>
        <p:txBody>
          <a:bodyPr>
            <a:normAutofit fontScale="90000"/>
          </a:bodyPr>
          <a:lstStyle/>
          <a:p>
            <a:br>
              <a:rPr lang="en-AU" altLang="zh-TW" dirty="0"/>
            </a:br>
            <a:r>
              <a:rPr lang="zh-TW" altLang="en-US" dirty="0"/>
              <a:t>感恩经（三）　</a:t>
            </a:r>
            <a:r>
              <a:rPr lang="en-AU" dirty="0"/>
              <a:t>Eucharistic Prayer III</a:t>
            </a:r>
            <a:br>
              <a:rPr lang="en-AU" dirty="0"/>
            </a:br>
            <a:endParaRPr lang="en-AU" dirty="0"/>
          </a:p>
        </p:txBody>
      </p:sp>
      <p:sp>
        <p:nvSpPr>
          <p:cNvPr id="3" name="Content Placeholder 2">
            <a:extLst>
              <a:ext uri="{FF2B5EF4-FFF2-40B4-BE49-F238E27FC236}">
                <a16:creationId xmlns:a16="http://schemas.microsoft.com/office/drawing/2014/main" id="{C86B8222-F3AA-1EDC-1493-264D090606C2}"/>
              </a:ext>
            </a:extLst>
          </p:cNvPr>
          <p:cNvSpPr>
            <a:spLocks noGrp="1"/>
          </p:cNvSpPr>
          <p:nvPr>
            <p:ph sz="half" idx="1"/>
          </p:nvPr>
        </p:nvSpPr>
        <p:spPr/>
        <p:txBody>
          <a:bodyPr>
            <a:normAutofit lnSpcReduction="10000"/>
          </a:bodyPr>
          <a:lstStyle/>
          <a:p>
            <a:pPr marL="0" indent="0" algn="just" hangingPunct="0">
              <a:buNone/>
            </a:pPr>
            <a:r>
              <a:rPr lang="zh-CN" altLang="en-US" dirty="0"/>
              <a:t>上主，所以我们恳求祢，藉着圣神，圣化我们献给祢的这些礼品，使成为祢的圣子、我们的主耶稣基督的圣体 圣血，</a:t>
            </a:r>
            <a:endParaRPr lang="en-AU" dirty="0"/>
          </a:p>
        </p:txBody>
      </p:sp>
      <p:sp>
        <p:nvSpPr>
          <p:cNvPr id="4" name="Content Placeholder 3">
            <a:extLst>
              <a:ext uri="{FF2B5EF4-FFF2-40B4-BE49-F238E27FC236}">
                <a16:creationId xmlns:a16="http://schemas.microsoft.com/office/drawing/2014/main" id="{18D40BDB-558F-5065-6F1E-18D44BFD2788}"/>
              </a:ext>
            </a:extLst>
          </p:cNvPr>
          <p:cNvSpPr>
            <a:spLocks noGrp="1"/>
          </p:cNvSpPr>
          <p:nvPr>
            <p:ph sz="half" idx="2"/>
          </p:nvPr>
        </p:nvSpPr>
        <p:spPr/>
        <p:txBody>
          <a:bodyPr>
            <a:normAutofit lnSpcReduction="10000"/>
          </a:bodyPr>
          <a:lstStyle/>
          <a:p>
            <a:pPr marL="0" indent="0" algn="just">
              <a:buNone/>
            </a:pPr>
            <a:r>
              <a:rPr lang="en-GB" dirty="0"/>
              <a:t>Therefore, O Lord, we humbly implore you: by the same Spirit graciously make holy these gifts we have brought to you for consecration, that they may become the Body and Blood of your Son our Lord Jesus Christ, </a:t>
            </a:r>
            <a:endParaRPr lang="en-AU" dirty="0"/>
          </a:p>
        </p:txBody>
      </p:sp>
    </p:spTree>
    <p:extLst>
      <p:ext uri="{BB962C8B-B14F-4D97-AF65-F5344CB8AC3E}">
        <p14:creationId xmlns:p14="http://schemas.microsoft.com/office/powerpoint/2010/main" val="34330302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451956-3D4B-F2BE-4A01-98474CE0F4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C1852B-3BB3-C205-5064-B2217AF9F8A1}"/>
              </a:ext>
            </a:extLst>
          </p:cNvPr>
          <p:cNvSpPr>
            <a:spLocks noGrp="1"/>
          </p:cNvSpPr>
          <p:nvPr>
            <p:ph type="title"/>
          </p:nvPr>
        </p:nvSpPr>
        <p:spPr/>
        <p:txBody>
          <a:bodyPr>
            <a:normAutofit fontScale="90000"/>
          </a:bodyPr>
          <a:lstStyle/>
          <a:p>
            <a:br>
              <a:rPr lang="en-AU" altLang="zh-TW" dirty="0"/>
            </a:br>
            <a:r>
              <a:rPr lang="zh-TW" altLang="en-US" dirty="0"/>
              <a:t>感恩经（三）　</a:t>
            </a:r>
            <a:r>
              <a:rPr lang="en-AU" dirty="0"/>
              <a:t>Eucharistic Prayer III</a:t>
            </a:r>
            <a:br>
              <a:rPr lang="en-AU" dirty="0"/>
            </a:br>
            <a:endParaRPr lang="en-AU" dirty="0"/>
          </a:p>
        </p:txBody>
      </p:sp>
      <p:sp>
        <p:nvSpPr>
          <p:cNvPr id="3" name="Content Placeholder 2">
            <a:extLst>
              <a:ext uri="{FF2B5EF4-FFF2-40B4-BE49-F238E27FC236}">
                <a16:creationId xmlns:a16="http://schemas.microsoft.com/office/drawing/2014/main" id="{FB277AB9-D026-38FC-1B65-030C8B5F091C}"/>
              </a:ext>
            </a:extLst>
          </p:cNvPr>
          <p:cNvSpPr>
            <a:spLocks noGrp="1"/>
          </p:cNvSpPr>
          <p:nvPr>
            <p:ph sz="half" idx="1"/>
          </p:nvPr>
        </p:nvSpPr>
        <p:spPr/>
        <p:txBody>
          <a:bodyPr>
            <a:normAutofit lnSpcReduction="10000"/>
          </a:bodyPr>
          <a:lstStyle/>
          <a:p>
            <a:pPr marL="0" indent="0" algn="just">
              <a:buNone/>
            </a:pPr>
            <a:r>
              <a:rPr lang="zh-CN" altLang="en-US" dirty="0"/>
              <a:t>我们遵照祂的命令，举行这项奥迹。祂在被出卖的那个晚上，拿起面饼，感谢赞颂祢，把面饼分开，交给祂的门徒说：</a:t>
            </a:r>
          </a:p>
          <a:p>
            <a:pPr marL="0" indent="0" algn="just">
              <a:buNone/>
            </a:pPr>
            <a:endParaRPr lang="en-AU" dirty="0"/>
          </a:p>
        </p:txBody>
      </p:sp>
      <p:sp>
        <p:nvSpPr>
          <p:cNvPr id="4" name="Content Placeholder 3">
            <a:extLst>
              <a:ext uri="{FF2B5EF4-FFF2-40B4-BE49-F238E27FC236}">
                <a16:creationId xmlns:a16="http://schemas.microsoft.com/office/drawing/2014/main" id="{B77BEBCE-A1B9-DDAC-2B71-034CF2B7152F}"/>
              </a:ext>
            </a:extLst>
          </p:cNvPr>
          <p:cNvSpPr>
            <a:spLocks noGrp="1"/>
          </p:cNvSpPr>
          <p:nvPr>
            <p:ph sz="half" idx="2"/>
          </p:nvPr>
        </p:nvSpPr>
        <p:spPr/>
        <p:txBody>
          <a:bodyPr>
            <a:normAutofit lnSpcReduction="10000"/>
          </a:bodyPr>
          <a:lstStyle/>
          <a:p>
            <a:pPr marL="0" indent="0" algn="just">
              <a:buNone/>
            </a:pPr>
            <a:r>
              <a:rPr lang="en-GB" dirty="0"/>
              <a:t>at whose command we celebrate these mysteries. For on the night he was betrayed, he himself took bread, and, giving you thanks, he said the blessing, broke the bread and gave it to his disciples, saying:</a:t>
            </a:r>
          </a:p>
          <a:p>
            <a:pPr algn="just"/>
            <a:endParaRPr lang="en-AU" dirty="0"/>
          </a:p>
        </p:txBody>
      </p:sp>
    </p:spTree>
    <p:extLst>
      <p:ext uri="{BB962C8B-B14F-4D97-AF65-F5344CB8AC3E}">
        <p14:creationId xmlns:p14="http://schemas.microsoft.com/office/powerpoint/2010/main" val="39077468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E33E82-7D36-63B0-60F4-F711329707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771A5A-BF54-599A-9992-55A135D6AE17}"/>
              </a:ext>
            </a:extLst>
          </p:cNvPr>
          <p:cNvSpPr>
            <a:spLocks noGrp="1"/>
          </p:cNvSpPr>
          <p:nvPr>
            <p:ph type="title"/>
          </p:nvPr>
        </p:nvSpPr>
        <p:spPr/>
        <p:txBody>
          <a:bodyPr>
            <a:normAutofit fontScale="90000"/>
          </a:bodyPr>
          <a:lstStyle/>
          <a:p>
            <a:br>
              <a:rPr lang="en-AU" altLang="zh-TW" dirty="0"/>
            </a:br>
            <a:r>
              <a:rPr lang="zh-TW" altLang="en-US" dirty="0"/>
              <a:t>感恩经（三）　</a:t>
            </a:r>
            <a:r>
              <a:rPr lang="en-AU" dirty="0"/>
              <a:t>Eucharistic Prayer III</a:t>
            </a:r>
            <a:br>
              <a:rPr lang="en-AU" dirty="0"/>
            </a:br>
            <a:endParaRPr lang="en-AU" dirty="0"/>
          </a:p>
        </p:txBody>
      </p:sp>
      <p:sp>
        <p:nvSpPr>
          <p:cNvPr id="3" name="Content Placeholder 2">
            <a:extLst>
              <a:ext uri="{FF2B5EF4-FFF2-40B4-BE49-F238E27FC236}">
                <a16:creationId xmlns:a16="http://schemas.microsoft.com/office/drawing/2014/main" id="{EE20AC90-68C7-50A9-9C8D-05BC11914F5C}"/>
              </a:ext>
            </a:extLst>
          </p:cNvPr>
          <p:cNvSpPr>
            <a:spLocks noGrp="1"/>
          </p:cNvSpPr>
          <p:nvPr>
            <p:ph sz="half" idx="1"/>
          </p:nvPr>
        </p:nvSpPr>
        <p:spPr/>
        <p:txBody>
          <a:bodyPr>
            <a:normAutofit/>
          </a:bodyPr>
          <a:lstStyle/>
          <a:p>
            <a:pPr marL="0" indent="0" algn="just" hangingPunct="0">
              <a:buNone/>
            </a:pPr>
            <a:r>
              <a:rPr lang="zh-CN" altLang="en-US" b="1" dirty="0"/>
              <a:t>你们大家拿去吃：这就是我的身体，将为你们而牺牲</a:t>
            </a:r>
            <a:r>
              <a:rPr lang="zh-CN" altLang="en-US" dirty="0"/>
              <a:t>。</a:t>
            </a:r>
          </a:p>
          <a:p>
            <a:pPr marL="0" indent="0" algn="just">
              <a:buNone/>
            </a:pPr>
            <a:endParaRPr lang="en-AU" dirty="0"/>
          </a:p>
        </p:txBody>
      </p:sp>
      <p:sp>
        <p:nvSpPr>
          <p:cNvPr id="4" name="Content Placeholder 3">
            <a:extLst>
              <a:ext uri="{FF2B5EF4-FFF2-40B4-BE49-F238E27FC236}">
                <a16:creationId xmlns:a16="http://schemas.microsoft.com/office/drawing/2014/main" id="{3F53C57D-02B4-3732-EAB3-21366EACB24E}"/>
              </a:ext>
            </a:extLst>
          </p:cNvPr>
          <p:cNvSpPr>
            <a:spLocks noGrp="1"/>
          </p:cNvSpPr>
          <p:nvPr>
            <p:ph sz="half" idx="2"/>
          </p:nvPr>
        </p:nvSpPr>
        <p:spPr/>
        <p:txBody>
          <a:bodyPr>
            <a:normAutofit/>
          </a:bodyPr>
          <a:lstStyle/>
          <a:p>
            <a:pPr marL="0" indent="0" algn="just" hangingPunct="0">
              <a:buNone/>
            </a:pPr>
            <a:r>
              <a:rPr lang="en-GB" b="1" dirty="0"/>
              <a:t>Take this, all of you, and eat of it, for this is my body, which will be given up for you.</a:t>
            </a:r>
          </a:p>
          <a:p>
            <a:pPr algn="just"/>
            <a:endParaRPr lang="en-AU" dirty="0"/>
          </a:p>
        </p:txBody>
      </p:sp>
    </p:spTree>
    <p:extLst>
      <p:ext uri="{BB962C8B-B14F-4D97-AF65-F5344CB8AC3E}">
        <p14:creationId xmlns:p14="http://schemas.microsoft.com/office/powerpoint/2010/main" val="39078016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B032D2-032B-A112-9422-3E15552929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6B7395-962C-6698-8379-4E52108DE530}"/>
              </a:ext>
            </a:extLst>
          </p:cNvPr>
          <p:cNvSpPr>
            <a:spLocks noGrp="1"/>
          </p:cNvSpPr>
          <p:nvPr>
            <p:ph type="title"/>
          </p:nvPr>
        </p:nvSpPr>
        <p:spPr/>
        <p:txBody>
          <a:bodyPr>
            <a:normAutofit fontScale="90000"/>
          </a:bodyPr>
          <a:lstStyle/>
          <a:p>
            <a:br>
              <a:rPr lang="en-AU" altLang="zh-TW" dirty="0"/>
            </a:br>
            <a:r>
              <a:rPr lang="zh-TW" altLang="en-US" dirty="0"/>
              <a:t>感恩经（三）　</a:t>
            </a:r>
            <a:r>
              <a:rPr lang="en-AU" dirty="0"/>
              <a:t>Eucharistic Prayer III</a:t>
            </a:r>
            <a:br>
              <a:rPr lang="en-AU" dirty="0"/>
            </a:br>
            <a:endParaRPr lang="en-AU" dirty="0"/>
          </a:p>
        </p:txBody>
      </p:sp>
      <p:sp>
        <p:nvSpPr>
          <p:cNvPr id="3" name="Content Placeholder 2">
            <a:extLst>
              <a:ext uri="{FF2B5EF4-FFF2-40B4-BE49-F238E27FC236}">
                <a16:creationId xmlns:a16="http://schemas.microsoft.com/office/drawing/2014/main" id="{DF88B4D8-D7D9-642B-7642-69EDFA0C9EAF}"/>
              </a:ext>
            </a:extLst>
          </p:cNvPr>
          <p:cNvSpPr>
            <a:spLocks noGrp="1"/>
          </p:cNvSpPr>
          <p:nvPr>
            <p:ph sz="half" idx="1"/>
          </p:nvPr>
        </p:nvSpPr>
        <p:spPr/>
        <p:txBody>
          <a:bodyPr>
            <a:normAutofit/>
          </a:bodyPr>
          <a:lstStyle/>
          <a:p>
            <a:pPr marL="0" indent="0" algn="just" hangingPunct="0">
              <a:buNone/>
            </a:pPr>
            <a:r>
              <a:rPr lang="zh-CN" altLang="en-US" dirty="0"/>
              <a:t>晚餐后，祂同样拿起杯来，感谢赞颂祢，交给祂的门徒说：</a:t>
            </a:r>
          </a:p>
          <a:p>
            <a:pPr marL="0" indent="0" algn="just">
              <a:buNone/>
            </a:pPr>
            <a:endParaRPr lang="en-AU" dirty="0"/>
          </a:p>
        </p:txBody>
      </p:sp>
      <p:sp>
        <p:nvSpPr>
          <p:cNvPr id="4" name="Content Placeholder 3">
            <a:extLst>
              <a:ext uri="{FF2B5EF4-FFF2-40B4-BE49-F238E27FC236}">
                <a16:creationId xmlns:a16="http://schemas.microsoft.com/office/drawing/2014/main" id="{8CA14121-6A7F-F600-9D6E-5AFE037ADC59}"/>
              </a:ext>
            </a:extLst>
          </p:cNvPr>
          <p:cNvSpPr>
            <a:spLocks noGrp="1"/>
          </p:cNvSpPr>
          <p:nvPr>
            <p:ph sz="half" idx="2"/>
          </p:nvPr>
        </p:nvSpPr>
        <p:spPr/>
        <p:txBody>
          <a:bodyPr>
            <a:normAutofit/>
          </a:bodyPr>
          <a:lstStyle/>
          <a:p>
            <a:pPr marL="0" indent="0" algn="just" hangingPunct="0">
              <a:buNone/>
            </a:pPr>
            <a:r>
              <a:rPr lang="en-GB" dirty="0"/>
              <a:t>In a similar way, when supper was ended, he took the chalice, and, giving you thanks, he said the blessing, and gave the chalice to his disciples, saying:</a:t>
            </a:r>
          </a:p>
          <a:p>
            <a:pPr algn="just"/>
            <a:endParaRPr lang="en-AU" dirty="0"/>
          </a:p>
        </p:txBody>
      </p:sp>
    </p:spTree>
    <p:extLst>
      <p:ext uri="{BB962C8B-B14F-4D97-AF65-F5344CB8AC3E}">
        <p14:creationId xmlns:p14="http://schemas.microsoft.com/office/powerpoint/2010/main" val="27553387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F0634E-B1FA-8B0D-D78D-AE2DAAC8A4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15DF4A-6452-4834-223C-E1DDA7D24499}"/>
              </a:ext>
            </a:extLst>
          </p:cNvPr>
          <p:cNvSpPr>
            <a:spLocks noGrp="1"/>
          </p:cNvSpPr>
          <p:nvPr>
            <p:ph type="title"/>
          </p:nvPr>
        </p:nvSpPr>
        <p:spPr/>
        <p:txBody>
          <a:bodyPr>
            <a:normAutofit fontScale="90000"/>
          </a:bodyPr>
          <a:lstStyle/>
          <a:p>
            <a:br>
              <a:rPr lang="en-AU" altLang="zh-TW" dirty="0"/>
            </a:br>
            <a:r>
              <a:rPr lang="zh-TW" altLang="en-US" dirty="0"/>
              <a:t>感恩经（三）　</a:t>
            </a:r>
            <a:r>
              <a:rPr lang="en-AU" dirty="0"/>
              <a:t>Eucharistic Prayer III</a:t>
            </a:r>
            <a:br>
              <a:rPr lang="en-AU" dirty="0"/>
            </a:br>
            <a:endParaRPr lang="en-AU" dirty="0"/>
          </a:p>
        </p:txBody>
      </p:sp>
      <p:sp>
        <p:nvSpPr>
          <p:cNvPr id="3" name="Content Placeholder 2">
            <a:extLst>
              <a:ext uri="{FF2B5EF4-FFF2-40B4-BE49-F238E27FC236}">
                <a16:creationId xmlns:a16="http://schemas.microsoft.com/office/drawing/2014/main" id="{D856C854-AABE-C165-9666-125A792EA031}"/>
              </a:ext>
            </a:extLst>
          </p:cNvPr>
          <p:cNvSpPr>
            <a:spLocks noGrp="1"/>
          </p:cNvSpPr>
          <p:nvPr>
            <p:ph sz="half" idx="1"/>
          </p:nvPr>
        </p:nvSpPr>
        <p:spPr/>
        <p:txBody>
          <a:bodyPr>
            <a:normAutofit lnSpcReduction="10000"/>
          </a:bodyPr>
          <a:lstStyle/>
          <a:p>
            <a:pPr marL="0" indent="0" algn="just" hangingPunct="0">
              <a:buNone/>
            </a:pPr>
            <a:r>
              <a:rPr lang="zh-CN" altLang="en-US" b="1" dirty="0"/>
              <a:t>你们大家拿去喝：这一杯就是我的血，新而永久的盟约之血，将为你们和众人倾流，以赦免罪恶。你们要这样做、来纪念我。</a:t>
            </a:r>
          </a:p>
          <a:p>
            <a:pPr marL="0" indent="0" algn="just">
              <a:buNone/>
            </a:pPr>
            <a:endParaRPr lang="en-AU" dirty="0"/>
          </a:p>
        </p:txBody>
      </p:sp>
      <p:sp>
        <p:nvSpPr>
          <p:cNvPr id="4" name="Content Placeholder 3">
            <a:extLst>
              <a:ext uri="{FF2B5EF4-FFF2-40B4-BE49-F238E27FC236}">
                <a16:creationId xmlns:a16="http://schemas.microsoft.com/office/drawing/2014/main" id="{1D76D712-2519-58A9-1145-7BF190620E44}"/>
              </a:ext>
            </a:extLst>
          </p:cNvPr>
          <p:cNvSpPr>
            <a:spLocks noGrp="1"/>
          </p:cNvSpPr>
          <p:nvPr>
            <p:ph sz="half" idx="2"/>
          </p:nvPr>
        </p:nvSpPr>
        <p:spPr/>
        <p:txBody>
          <a:bodyPr>
            <a:normAutofit lnSpcReduction="10000"/>
          </a:bodyPr>
          <a:lstStyle/>
          <a:p>
            <a:pPr marL="0" indent="0" algn="just" hangingPunct="0">
              <a:buNone/>
            </a:pPr>
            <a:r>
              <a:rPr lang="en-GB" b="1" dirty="0"/>
              <a:t>Take this, all of you, and drink from it, for this is the chalice of my blood, the blood of the new and eternal covenant, which will be poured out for you, and for many for the forgiveness of sins. Do this in memory of me. </a:t>
            </a:r>
            <a:endParaRPr lang="en-AU" b="1" dirty="0"/>
          </a:p>
        </p:txBody>
      </p:sp>
    </p:spTree>
    <p:extLst>
      <p:ext uri="{BB962C8B-B14F-4D97-AF65-F5344CB8AC3E}">
        <p14:creationId xmlns:p14="http://schemas.microsoft.com/office/powerpoint/2010/main" val="20912759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374E20-B68C-B52A-7FDF-63CF5F239581}"/>
              </a:ext>
            </a:extLst>
          </p:cNvPr>
          <p:cNvSpPr>
            <a:spLocks noGrp="1"/>
          </p:cNvSpPr>
          <p:nvPr>
            <p:ph type="title"/>
          </p:nvPr>
        </p:nvSpPr>
        <p:spPr/>
        <p:txBody>
          <a:bodyPr>
            <a:normAutofit fontScale="90000"/>
          </a:bodyPr>
          <a:lstStyle/>
          <a:p>
            <a:br>
              <a:rPr lang="en-AU" dirty="0"/>
            </a:br>
            <a:r>
              <a:rPr lang="en-AU" dirty="0"/>
              <a:t>Memorial Acclamation　</a:t>
            </a:r>
            <a:r>
              <a:rPr lang="zh-TW" altLang="en-US" dirty="0"/>
              <a:t>祝圣后欢呼</a:t>
            </a:r>
            <a:br>
              <a:rPr lang="zh-TW" altLang="en-US" dirty="0"/>
            </a:br>
            <a:endParaRPr lang="en-AU" dirty="0"/>
          </a:p>
        </p:txBody>
      </p:sp>
      <p:sp>
        <p:nvSpPr>
          <p:cNvPr id="3" name="Content Placeholder 2">
            <a:extLst>
              <a:ext uri="{FF2B5EF4-FFF2-40B4-BE49-F238E27FC236}">
                <a16:creationId xmlns:a16="http://schemas.microsoft.com/office/drawing/2014/main" id="{3501429F-FB99-310A-FBAB-C16533B24165}"/>
              </a:ext>
            </a:extLst>
          </p:cNvPr>
          <p:cNvSpPr>
            <a:spLocks noGrp="1"/>
          </p:cNvSpPr>
          <p:nvPr>
            <p:ph sz="half" idx="1"/>
          </p:nvPr>
        </p:nvSpPr>
        <p:spPr/>
        <p:txBody>
          <a:bodyPr/>
          <a:lstStyle/>
          <a:p>
            <a:pPr marL="0" indent="0" algn="just">
              <a:buNone/>
            </a:pPr>
            <a:r>
              <a:rPr lang="zh-CN" altLang="en-US" dirty="0"/>
              <a:t>信德的奥迹：</a:t>
            </a:r>
          </a:p>
          <a:p>
            <a:pPr algn="just"/>
            <a:endParaRPr lang="zh-CN" altLang="en-US" dirty="0"/>
          </a:p>
          <a:p>
            <a:pPr marL="0" indent="0" algn="just">
              <a:buNone/>
            </a:pPr>
            <a:r>
              <a:rPr lang="zh-CN" altLang="en-US" b="1" dirty="0"/>
              <a:t>基督，我们传报祢的圣死，我们歌颂祢的复活，我们期待祢光荣地来临。</a:t>
            </a:r>
          </a:p>
          <a:p>
            <a:pPr algn="just"/>
            <a:endParaRPr lang="en-AU" dirty="0"/>
          </a:p>
        </p:txBody>
      </p:sp>
      <p:sp>
        <p:nvSpPr>
          <p:cNvPr id="4" name="Content Placeholder 3">
            <a:extLst>
              <a:ext uri="{FF2B5EF4-FFF2-40B4-BE49-F238E27FC236}">
                <a16:creationId xmlns:a16="http://schemas.microsoft.com/office/drawing/2014/main" id="{6A49FF08-6D18-7EB8-9D0E-A77F7FB1F19E}"/>
              </a:ext>
            </a:extLst>
          </p:cNvPr>
          <p:cNvSpPr>
            <a:spLocks noGrp="1"/>
          </p:cNvSpPr>
          <p:nvPr>
            <p:ph sz="half" idx="2"/>
          </p:nvPr>
        </p:nvSpPr>
        <p:spPr/>
        <p:txBody>
          <a:bodyPr/>
          <a:lstStyle/>
          <a:p>
            <a:pPr marL="0" indent="0" algn="just">
              <a:buNone/>
            </a:pPr>
            <a:r>
              <a:rPr lang="en-GB" dirty="0"/>
              <a:t>The mystery of faith.</a:t>
            </a:r>
          </a:p>
          <a:p>
            <a:pPr algn="just"/>
            <a:endParaRPr lang="en-GB" dirty="0"/>
          </a:p>
          <a:p>
            <a:pPr algn="just"/>
            <a:endParaRPr lang="en-GB" dirty="0"/>
          </a:p>
          <a:p>
            <a:pPr marL="0" indent="0" algn="just">
              <a:buNone/>
            </a:pPr>
            <a:r>
              <a:rPr lang="en-GB" b="1" dirty="0"/>
              <a:t>We proclaim your Death, O Lord, and profess your Resurrection until you come again.</a:t>
            </a:r>
          </a:p>
          <a:p>
            <a:pPr algn="just"/>
            <a:endParaRPr lang="en-AU" dirty="0"/>
          </a:p>
        </p:txBody>
      </p:sp>
    </p:spTree>
    <p:extLst>
      <p:ext uri="{BB962C8B-B14F-4D97-AF65-F5344CB8AC3E}">
        <p14:creationId xmlns:p14="http://schemas.microsoft.com/office/powerpoint/2010/main" val="39085112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A520F2-1680-0BEF-D020-77CC396564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C6F095-B428-A765-5A6B-4B88FBA50D26}"/>
              </a:ext>
            </a:extLst>
          </p:cNvPr>
          <p:cNvSpPr>
            <a:spLocks noGrp="1"/>
          </p:cNvSpPr>
          <p:nvPr>
            <p:ph type="title"/>
          </p:nvPr>
        </p:nvSpPr>
        <p:spPr/>
        <p:txBody>
          <a:bodyPr>
            <a:normAutofit fontScale="90000"/>
          </a:bodyPr>
          <a:lstStyle/>
          <a:p>
            <a:br>
              <a:rPr lang="en-AU" altLang="zh-TW" dirty="0"/>
            </a:br>
            <a:r>
              <a:rPr lang="zh-TW" altLang="en-US" dirty="0"/>
              <a:t>感恩经（三）　</a:t>
            </a:r>
            <a:r>
              <a:rPr lang="en-AU" dirty="0"/>
              <a:t>Eucharistic Prayer III</a:t>
            </a:r>
            <a:br>
              <a:rPr lang="en-AU" dirty="0"/>
            </a:br>
            <a:endParaRPr lang="en-AU" dirty="0"/>
          </a:p>
        </p:txBody>
      </p:sp>
      <p:sp>
        <p:nvSpPr>
          <p:cNvPr id="3" name="Content Placeholder 2">
            <a:extLst>
              <a:ext uri="{FF2B5EF4-FFF2-40B4-BE49-F238E27FC236}">
                <a16:creationId xmlns:a16="http://schemas.microsoft.com/office/drawing/2014/main" id="{04DFD8E3-F971-02A8-D47E-2EF83D0370F2}"/>
              </a:ext>
            </a:extLst>
          </p:cNvPr>
          <p:cNvSpPr>
            <a:spLocks noGrp="1"/>
          </p:cNvSpPr>
          <p:nvPr>
            <p:ph sz="half" idx="1"/>
          </p:nvPr>
        </p:nvSpPr>
        <p:spPr/>
        <p:txBody>
          <a:bodyPr>
            <a:normAutofit/>
          </a:bodyPr>
          <a:lstStyle/>
          <a:p>
            <a:pPr marL="0" indent="0" algn="just" hangingPunct="0">
              <a:buNone/>
            </a:pPr>
            <a:r>
              <a:rPr lang="zh-CN" altLang="en-US" dirty="0"/>
              <a:t>上主，因此我们纪念祢的圣子为救世人所受的苦难，和祂光荣的复活、升天，并期待祂再度来临，</a:t>
            </a:r>
            <a:endParaRPr lang="en-HK" b="1" dirty="0"/>
          </a:p>
          <a:p>
            <a:pPr marL="0" indent="0" algn="just">
              <a:buNone/>
            </a:pPr>
            <a:endParaRPr lang="en-AU" dirty="0"/>
          </a:p>
        </p:txBody>
      </p:sp>
      <p:sp>
        <p:nvSpPr>
          <p:cNvPr id="4" name="Content Placeholder 3">
            <a:extLst>
              <a:ext uri="{FF2B5EF4-FFF2-40B4-BE49-F238E27FC236}">
                <a16:creationId xmlns:a16="http://schemas.microsoft.com/office/drawing/2014/main" id="{DD4B400C-DDA2-7295-4616-B40A2133CA5F}"/>
              </a:ext>
            </a:extLst>
          </p:cNvPr>
          <p:cNvSpPr>
            <a:spLocks noGrp="1"/>
          </p:cNvSpPr>
          <p:nvPr>
            <p:ph sz="half" idx="2"/>
          </p:nvPr>
        </p:nvSpPr>
        <p:spPr/>
        <p:txBody>
          <a:bodyPr>
            <a:normAutofit/>
          </a:bodyPr>
          <a:lstStyle/>
          <a:p>
            <a:pPr marL="0" indent="0" algn="just" hangingPunct="0">
              <a:buNone/>
            </a:pPr>
            <a:r>
              <a:rPr lang="en-GB" dirty="0"/>
              <a:t>Therefore, O Lord, as we celebrate the memorial of the saving Passion of your Son, his wondrous Resurrection and Ascension into heaven, and as we look forward to his second coming, </a:t>
            </a:r>
          </a:p>
        </p:txBody>
      </p:sp>
    </p:spTree>
    <p:extLst>
      <p:ext uri="{BB962C8B-B14F-4D97-AF65-F5344CB8AC3E}">
        <p14:creationId xmlns:p14="http://schemas.microsoft.com/office/powerpoint/2010/main" val="15725437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EAF725-EE71-C1B1-BC26-39105A415DFD}"/>
              </a:ext>
            </a:extLst>
          </p:cNvPr>
          <p:cNvSpPr>
            <a:spLocks noGrp="1"/>
          </p:cNvSpPr>
          <p:nvPr>
            <p:ph type="title"/>
          </p:nvPr>
        </p:nvSpPr>
        <p:spPr/>
        <p:txBody>
          <a:bodyPr/>
          <a:lstStyle/>
          <a:p>
            <a:r>
              <a:rPr lang="zh-TW" altLang="en-US" dirty="0"/>
              <a:t>感恩经（三）　</a:t>
            </a:r>
            <a:r>
              <a:rPr lang="en-AU" dirty="0"/>
              <a:t>Eucharistic Prayer III</a:t>
            </a:r>
          </a:p>
        </p:txBody>
      </p:sp>
      <p:sp>
        <p:nvSpPr>
          <p:cNvPr id="3" name="Content Placeholder 2">
            <a:extLst>
              <a:ext uri="{FF2B5EF4-FFF2-40B4-BE49-F238E27FC236}">
                <a16:creationId xmlns:a16="http://schemas.microsoft.com/office/drawing/2014/main" id="{A8E70FE6-C292-FFD6-5CC5-321388519C8E}"/>
              </a:ext>
            </a:extLst>
          </p:cNvPr>
          <p:cNvSpPr>
            <a:spLocks noGrp="1"/>
          </p:cNvSpPr>
          <p:nvPr>
            <p:ph sz="half" idx="1"/>
          </p:nvPr>
        </p:nvSpPr>
        <p:spPr/>
        <p:txBody>
          <a:bodyPr>
            <a:normAutofit/>
          </a:bodyPr>
          <a:lstStyle/>
          <a:p>
            <a:pPr marL="0" indent="0" algn="just" hangingPunct="0">
              <a:buNone/>
            </a:pPr>
            <a:r>
              <a:rPr lang="zh-CN" altLang="en-US" dirty="0"/>
              <a:t>以感恩的心情，献上这具有生命的圣祭。请垂顾祢教会的奉献，并接受这赎罪的牺牲，</a:t>
            </a:r>
          </a:p>
          <a:p>
            <a:pPr marL="0" indent="0" algn="just" hangingPunct="0">
              <a:buNone/>
            </a:pPr>
            <a:endParaRPr lang="en-AU" dirty="0"/>
          </a:p>
        </p:txBody>
      </p:sp>
      <p:sp>
        <p:nvSpPr>
          <p:cNvPr id="4" name="Content Placeholder 3">
            <a:extLst>
              <a:ext uri="{FF2B5EF4-FFF2-40B4-BE49-F238E27FC236}">
                <a16:creationId xmlns:a16="http://schemas.microsoft.com/office/drawing/2014/main" id="{80809EE5-677D-09EE-A3D7-35272884F702}"/>
              </a:ext>
            </a:extLst>
          </p:cNvPr>
          <p:cNvSpPr>
            <a:spLocks noGrp="1"/>
          </p:cNvSpPr>
          <p:nvPr>
            <p:ph sz="half" idx="2"/>
          </p:nvPr>
        </p:nvSpPr>
        <p:spPr/>
        <p:txBody>
          <a:bodyPr>
            <a:normAutofit/>
          </a:bodyPr>
          <a:lstStyle/>
          <a:p>
            <a:pPr marL="0" indent="0" algn="just">
              <a:buNone/>
            </a:pPr>
            <a:r>
              <a:rPr lang="en-GB" dirty="0"/>
              <a:t>we offer you in thanksgiving this holy and living sacrifice. Look, we pray, upon the oblation of your Church and, recognizing the sacrificial Victim by whose death you willed to reconcile us to yourself,</a:t>
            </a:r>
            <a:endParaRPr lang="en-AU" dirty="0"/>
          </a:p>
        </p:txBody>
      </p:sp>
    </p:spTree>
    <p:extLst>
      <p:ext uri="{BB962C8B-B14F-4D97-AF65-F5344CB8AC3E}">
        <p14:creationId xmlns:p14="http://schemas.microsoft.com/office/powerpoint/2010/main" val="34573177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C94BF1-F39E-9652-26CF-4C8BAC299CAA}"/>
              </a:ext>
            </a:extLst>
          </p:cNvPr>
          <p:cNvSpPr>
            <a:spLocks noGrp="1"/>
          </p:cNvSpPr>
          <p:nvPr>
            <p:ph type="title"/>
          </p:nvPr>
        </p:nvSpPr>
        <p:spPr/>
        <p:txBody>
          <a:bodyPr/>
          <a:lstStyle/>
          <a:p>
            <a:r>
              <a:rPr lang="zh-TW" altLang="en-US" dirty="0"/>
              <a:t>感恩经（三）　</a:t>
            </a:r>
            <a:r>
              <a:rPr lang="en-AU" dirty="0"/>
              <a:t>Eucharistic Prayer III</a:t>
            </a:r>
          </a:p>
        </p:txBody>
      </p:sp>
      <p:sp>
        <p:nvSpPr>
          <p:cNvPr id="3" name="Content Placeholder 2">
            <a:extLst>
              <a:ext uri="{FF2B5EF4-FFF2-40B4-BE49-F238E27FC236}">
                <a16:creationId xmlns:a16="http://schemas.microsoft.com/office/drawing/2014/main" id="{4191085B-8B1D-04A7-1EBB-F60A2250449D}"/>
              </a:ext>
            </a:extLst>
          </p:cNvPr>
          <p:cNvSpPr>
            <a:spLocks noGrp="1"/>
          </p:cNvSpPr>
          <p:nvPr>
            <p:ph sz="half" idx="1"/>
          </p:nvPr>
        </p:nvSpPr>
        <p:spPr/>
        <p:txBody>
          <a:bodyPr/>
          <a:lstStyle/>
          <a:p>
            <a:pPr marL="0" indent="0" algn="just" hangingPunct="0">
              <a:buNone/>
            </a:pPr>
            <a:r>
              <a:rPr lang="zh-CN" altLang="en-US" dirty="0"/>
              <a:t>求祢使我们藉祢圣子的圣体圣血得到滋养，并充满祂的圣神，在基督内成为一心一体。</a:t>
            </a:r>
          </a:p>
          <a:p>
            <a:pPr algn="just"/>
            <a:endParaRPr lang="en-AU" dirty="0"/>
          </a:p>
        </p:txBody>
      </p:sp>
      <p:sp>
        <p:nvSpPr>
          <p:cNvPr id="4" name="Content Placeholder 3">
            <a:extLst>
              <a:ext uri="{FF2B5EF4-FFF2-40B4-BE49-F238E27FC236}">
                <a16:creationId xmlns:a16="http://schemas.microsoft.com/office/drawing/2014/main" id="{DCFBFBFC-D7FD-BC55-E180-C99DDE3BFE4E}"/>
              </a:ext>
            </a:extLst>
          </p:cNvPr>
          <p:cNvSpPr>
            <a:spLocks noGrp="1"/>
          </p:cNvSpPr>
          <p:nvPr>
            <p:ph sz="half" idx="2"/>
          </p:nvPr>
        </p:nvSpPr>
        <p:spPr/>
        <p:txBody>
          <a:bodyPr/>
          <a:lstStyle/>
          <a:p>
            <a:pPr marL="0" indent="0" algn="just">
              <a:buNone/>
            </a:pPr>
            <a:r>
              <a:rPr lang="en-GB" dirty="0"/>
              <a:t>grant that we, who are nourished by the Body and Blood of your Son and filled with his Holy Spirit, may become one body, one spirit in Christ.</a:t>
            </a:r>
          </a:p>
          <a:p>
            <a:pPr algn="just"/>
            <a:endParaRPr lang="en-AU" dirty="0"/>
          </a:p>
        </p:txBody>
      </p:sp>
    </p:spTree>
    <p:extLst>
      <p:ext uri="{BB962C8B-B14F-4D97-AF65-F5344CB8AC3E}">
        <p14:creationId xmlns:p14="http://schemas.microsoft.com/office/powerpoint/2010/main" val="21974397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C8B786-82C9-4ED4-EB41-B09F5C4C63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60044D-A4B3-A480-9AA3-AA97DE93BC10}"/>
              </a:ext>
            </a:extLst>
          </p:cNvPr>
          <p:cNvSpPr>
            <a:spLocks noGrp="1"/>
          </p:cNvSpPr>
          <p:nvPr>
            <p:ph type="title"/>
          </p:nvPr>
        </p:nvSpPr>
        <p:spPr/>
        <p:txBody>
          <a:bodyPr/>
          <a:lstStyle/>
          <a:p>
            <a:r>
              <a:rPr lang="zh-TW" altLang="en-US" dirty="0"/>
              <a:t>感恩经（三）　</a:t>
            </a:r>
            <a:r>
              <a:rPr lang="en-AU" dirty="0"/>
              <a:t>Eucharistic Prayer III</a:t>
            </a:r>
          </a:p>
        </p:txBody>
      </p:sp>
      <p:sp>
        <p:nvSpPr>
          <p:cNvPr id="3" name="Content Placeholder 2">
            <a:extLst>
              <a:ext uri="{FF2B5EF4-FFF2-40B4-BE49-F238E27FC236}">
                <a16:creationId xmlns:a16="http://schemas.microsoft.com/office/drawing/2014/main" id="{464FF99B-4D7A-40AD-8B3B-99A85E53BEC9}"/>
              </a:ext>
            </a:extLst>
          </p:cNvPr>
          <p:cNvSpPr>
            <a:spLocks noGrp="1"/>
          </p:cNvSpPr>
          <p:nvPr>
            <p:ph sz="half" idx="1"/>
          </p:nvPr>
        </p:nvSpPr>
        <p:spPr/>
        <p:txBody>
          <a:bodyPr>
            <a:normAutofit/>
          </a:bodyPr>
          <a:lstStyle/>
          <a:p>
            <a:pPr marL="0" indent="0" algn="just" hangingPunct="0">
              <a:buNone/>
            </a:pPr>
            <a:r>
              <a:rPr lang="zh-CN" altLang="en-US" dirty="0"/>
              <a:t>愿圣神使我们成为祢永恒的祭品，得与祢拣选的人，首先与天主之母童贞荣福玛利亚、圣母的净配圣若瑟，</a:t>
            </a:r>
          </a:p>
          <a:p>
            <a:pPr algn="just"/>
            <a:endParaRPr lang="en-AU" dirty="0"/>
          </a:p>
        </p:txBody>
      </p:sp>
      <p:sp>
        <p:nvSpPr>
          <p:cNvPr id="4" name="Content Placeholder 3">
            <a:extLst>
              <a:ext uri="{FF2B5EF4-FFF2-40B4-BE49-F238E27FC236}">
                <a16:creationId xmlns:a16="http://schemas.microsoft.com/office/drawing/2014/main" id="{B619542F-BB7F-CC68-C807-69C659691F8B}"/>
              </a:ext>
            </a:extLst>
          </p:cNvPr>
          <p:cNvSpPr>
            <a:spLocks noGrp="1"/>
          </p:cNvSpPr>
          <p:nvPr>
            <p:ph sz="half" idx="2"/>
          </p:nvPr>
        </p:nvSpPr>
        <p:spPr/>
        <p:txBody>
          <a:bodyPr>
            <a:normAutofit/>
          </a:bodyPr>
          <a:lstStyle/>
          <a:p>
            <a:pPr marL="0" indent="0" algn="just">
              <a:buNone/>
            </a:pPr>
            <a:r>
              <a:rPr lang="en-GB" dirty="0"/>
              <a:t>May he make of us an eternal offering to you, so that we may obtain an inheritance with your elect, especially with the most Blessed Virgin Mary, Mother of God, with blessed Joseph, her Spouse, </a:t>
            </a:r>
          </a:p>
          <a:p>
            <a:pPr algn="just"/>
            <a:endParaRPr lang="en-AU" dirty="0"/>
          </a:p>
        </p:txBody>
      </p:sp>
    </p:spTree>
    <p:extLst>
      <p:ext uri="{BB962C8B-B14F-4D97-AF65-F5344CB8AC3E}">
        <p14:creationId xmlns:p14="http://schemas.microsoft.com/office/powerpoint/2010/main" val="1537594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5254E4-1AE4-4686-5524-B6589B8F43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7C8F17-51EE-CCC4-CB12-8E4F56F1E934}"/>
              </a:ext>
            </a:extLst>
          </p:cNvPr>
          <p:cNvSpPr>
            <a:spLocks noGrp="1"/>
          </p:cNvSpPr>
          <p:nvPr>
            <p:ph type="title"/>
          </p:nvPr>
        </p:nvSpPr>
        <p:spPr/>
        <p:txBody>
          <a:bodyPr/>
          <a:lstStyle/>
          <a:p>
            <a:r>
              <a:rPr lang="zh-TW" altLang="en-US" dirty="0"/>
              <a:t>感恩经（三）　</a:t>
            </a:r>
            <a:r>
              <a:rPr lang="en-AU" dirty="0"/>
              <a:t>Eucharistic Prayer III</a:t>
            </a:r>
          </a:p>
        </p:txBody>
      </p:sp>
      <p:sp>
        <p:nvSpPr>
          <p:cNvPr id="3" name="Content Placeholder 2">
            <a:extLst>
              <a:ext uri="{FF2B5EF4-FFF2-40B4-BE49-F238E27FC236}">
                <a16:creationId xmlns:a16="http://schemas.microsoft.com/office/drawing/2014/main" id="{0E495FAA-7D88-F26A-F99E-75B89214EA22}"/>
              </a:ext>
            </a:extLst>
          </p:cNvPr>
          <p:cNvSpPr>
            <a:spLocks noGrp="1"/>
          </p:cNvSpPr>
          <p:nvPr>
            <p:ph sz="half" idx="1"/>
          </p:nvPr>
        </p:nvSpPr>
        <p:spPr/>
        <p:txBody>
          <a:bodyPr/>
          <a:lstStyle/>
          <a:p>
            <a:pPr marL="0" indent="0" algn="just">
              <a:buNone/>
            </a:pPr>
            <a:r>
              <a:rPr lang="zh-CN" altLang="en-US" dirty="0"/>
              <a:t>祢的圣宗徒及光荣的殉道者 ，以及全体圣人，共同继承天国的产业；我们靠他们的转求，不断地获得助祐。</a:t>
            </a:r>
            <a:endParaRPr lang="en-HK" b="1" dirty="0"/>
          </a:p>
          <a:p>
            <a:pPr marL="0" indent="0" algn="just">
              <a:buNone/>
            </a:pPr>
            <a:endParaRPr lang="en-AU" dirty="0"/>
          </a:p>
        </p:txBody>
      </p:sp>
      <p:sp>
        <p:nvSpPr>
          <p:cNvPr id="4" name="Content Placeholder 3">
            <a:extLst>
              <a:ext uri="{FF2B5EF4-FFF2-40B4-BE49-F238E27FC236}">
                <a16:creationId xmlns:a16="http://schemas.microsoft.com/office/drawing/2014/main" id="{DAC97904-509C-E595-8791-94B440635D06}"/>
              </a:ext>
            </a:extLst>
          </p:cNvPr>
          <p:cNvSpPr>
            <a:spLocks noGrp="1"/>
          </p:cNvSpPr>
          <p:nvPr>
            <p:ph sz="half" idx="2"/>
          </p:nvPr>
        </p:nvSpPr>
        <p:spPr/>
        <p:txBody>
          <a:bodyPr/>
          <a:lstStyle/>
          <a:p>
            <a:pPr marL="0" indent="0" algn="just">
              <a:buNone/>
            </a:pPr>
            <a:r>
              <a:rPr lang="en-GB" dirty="0"/>
              <a:t>with your blessed Apostles and glorious Martyrs, and with all the Saints, on whose constant intercession in your presence we rely for unfailing help.</a:t>
            </a:r>
          </a:p>
          <a:p>
            <a:pPr marL="0" indent="0" algn="just">
              <a:buNone/>
            </a:pPr>
            <a:endParaRPr lang="en-AU" dirty="0"/>
          </a:p>
        </p:txBody>
      </p:sp>
    </p:spTree>
    <p:extLst>
      <p:ext uri="{BB962C8B-B14F-4D97-AF65-F5344CB8AC3E}">
        <p14:creationId xmlns:p14="http://schemas.microsoft.com/office/powerpoint/2010/main" val="35252658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996BD1-AE39-31AA-4310-8AB845B438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64C8D9-7574-1157-DCF1-BA23D2B920C2}"/>
              </a:ext>
            </a:extLst>
          </p:cNvPr>
          <p:cNvSpPr>
            <a:spLocks noGrp="1"/>
          </p:cNvSpPr>
          <p:nvPr>
            <p:ph type="title"/>
          </p:nvPr>
        </p:nvSpPr>
        <p:spPr/>
        <p:txBody>
          <a:bodyPr/>
          <a:lstStyle/>
          <a:p>
            <a:r>
              <a:rPr lang="zh-TW" altLang="en-US" dirty="0"/>
              <a:t>感恩经（三）　</a:t>
            </a:r>
            <a:r>
              <a:rPr lang="en-AU" dirty="0"/>
              <a:t>Eucharistic Prayer III</a:t>
            </a:r>
          </a:p>
        </p:txBody>
      </p:sp>
      <p:sp>
        <p:nvSpPr>
          <p:cNvPr id="3" name="Content Placeholder 2">
            <a:extLst>
              <a:ext uri="{FF2B5EF4-FFF2-40B4-BE49-F238E27FC236}">
                <a16:creationId xmlns:a16="http://schemas.microsoft.com/office/drawing/2014/main" id="{70AA0733-3444-1A20-6BCE-8C9995C96712}"/>
              </a:ext>
            </a:extLst>
          </p:cNvPr>
          <p:cNvSpPr>
            <a:spLocks noGrp="1"/>
          </p:cNvSpPr>
          <p:nvPr>
            <p:ph sz="half" idx="1"/>
          </p:nvPr>
        </p:nvSpPr>
        <p:spPr/>
        <p:txBody>
          <a:bodyPr/>
          <a:lstStyle/>
          <a:p>
            <a:pPr marL="0" indent="0" algn="just" hangingPunct="0">
              <a:buNone/>
            </a:pPr>
            <a:r>
              <a:rPr lang="zh-CN" altLang="en-US" dirty="0"/>
              <a:t>上主，但愿这与祢修好之祭，有助于整个世界的和平与得救，并使旅途中的教会：</a:t>
            </a:r>
          </a:p>
          <a:p>
            <a:pPr algn="just"/>
            <a:endParaRPr lang="en-AU" dirty="0"/>
          </a:p>
        </p:txBody>
      </p:sp>
      <p:sp>
        <p:nvSpPr>
          <p:cNvPr id="4" name="Content Placeholder 3">
            <a:extLst>
              <a:ext uri="{FF2B5EF4-FFF2-40B4-BE49-F238E27FC236}">
                <a16:creationId xmlns:a16="http://schemas.microsoft.com/office/drawing/2014/main" id="{7067D630-18D7-EC29-150A-C2602C7AF21C}"/>
              </a:ext>
            </a:extLst>
          </p:cNvPr>
          <p:cNvSpPr>
            <a:spLocks noGrp="1"/>
          </p:cNvSpPr>
          <p:nvPr>
            <p:ph sz="half" idx="2"/>
          </p:nvPr>
        </p:nvSpPr>
        <p:spPr/>
        <p:txBody>
          <a:bodyPr/>
          <a:lstStyle/>
          <a:p>
            <a:pPr marL="0" indent="0" algn="just">
              <a:buNone/>
            </a:pPr>
            <a:r>
              <a:rPr lang="en-GB" dirty="0"/>
              <a:t>May this Sacrifice of our reconciliation, we pray, O Lord, advance the peace and salvation of all the world. Be pleased to confirm in faith and charity, your pilgrim Church on earth, </a:t>
            </a:r>
          </a:p>
          <a:p>
            <a:pPr algn="just"/>
            <a:endParaRPr lang="en-AU" dirty="0"/>
          </a:p>
        </p:txBody>
      </p:sp>
    </p:spTree>
    <p:extLst>
      <p:ext uri="{BB962C8B-B14F-4D97-AF65-F5344CB8AC3E}">
        <p14:creationId xmlns:p14="http://schemas.microsoft.com/office/powerpoint/2010/main" val="2262779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24D9F2-C8B0-5097-E4F4-A38BBCE1A2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E7D9E5-D086-179A-2D30-43844253855E}"/>
              </a:ext>
            </a:extLst>
          </p:cNvPr>
          <p:cNvSpPr>
            <a:spLocks noGrp="1"/>
          </p:cNvSpPr>
          <p:nvPr>
            <p:ph type="title"/>
          </p:nvPr>
        </p:nvSpPr>
        <p:spPr/>
        <p:txBody>
          <a:bodyPr/>
          <a:lstStyle/>
          <a:p>
            <a:r>
              <a:rPr lang="zh-TW" altLang="en-US" dirty="0"/>
              <a:t>感恩经（三）　</a:t>
            </a:r>
            <a:r>
              <a:rPr lang="en-AU" dirty="0"/>
              <a:t>Eucharistic Prayer III</a:t>
            </a:r>
          </a:p>
        </p:txBody>
      </p:sp>
      <p:sp>
        <p:nvSpPr>
          <p:cNvPr id="3" name="Content Placeholder 2">
            <a:extLst>
              <a:ext uri="{FF2B5EF4-FFF2-40B4-BE49-F238E27FC236}">
                <a16:creationId xmlns:a16="http://schemas.microsoft.com/office/drawing/2014/main" id="{9F46F94C-7EDE-1302-E84A-D02087311DC4}"/>
              </a:ext>
            </a:extLst>
          </p:cNvPr>
          <p:cNvSpPr>
            <a:spLocks noGrp="1"/>
          </p:cNvSpPr>
          <p:nvPr>
            <p:ph sz="half" idx="1"/>
          </p:nvPr>
        </p:nvSpPr>
        <p:spPr/>
        <p:txBody>
          <a:bodyPr>
            <a:normAutofit lnSpcReduction="10000"/>
          </a:bodyPr>
          <a:lstStyle/>
          <a:p>
            <a:pPr marL="0" indent="0" algn="just" hangingPunct="0">
              <a:buNone/>
            </a:pPr>
            <a:r>
              <a:rPr lang="zh-CN" altLang="en-US" dirty="0"/>
              <a:t>我们的教宗良十四世、我们的主教阮文龙、所有主教、圣职人员，以及祢所救赎的全体子民，在信德和爱德中坚定不移。</a:t>
            </a:r>
          </a:p>
          <a:p>
            <a:pPr algn="just"/>
            <a:endParaRPr lang="en-AU" dirty="0"/>
          </a:p>
        </p:txBody>
      </p:sp>
      <p:sp>
        <p:nvSpPr>
          <p:cNvPr id="4" name="Content Placeholder 3">
            <a:extLst>
              <a:ext uri="{FF2B5EF4-FFF2-40B4-BE49-F238E27FC236}">
                <a16:creationId xmlns:a16="http://schemas.microsoft.com/office/drawing/2014/main" id="{D175AAC4-FAA5-BCFB-4E60-D1E94CB7B6B2}"/>
              </a:ext>
            </a:extLst>
          </p:cNvPr>
          <p:cNvSpPr>
            <a:spLocks noGrp="1"/>
          </p:cNvSpPr>
          <p:nvPr>
            <p:ph sz="half" idx="2"/>
          </p:nvPr>
        </p:nvSpPr>
        <p:spPr/>
        <p:txBody>
          <a:bodyPr>
            <a:normAutofit lnSpcReduction="10000"/>
          </a:bodyPr>
          <a:lstStyle/>
          <a:p>
            <a:pPr marL="0" indent="0" algn="just">
              <a:buNone/>
            </a:pPr>
            <a:r>
              <a:rPr lang="en-GB" dirty="0"/>
              <a:t>with your servant Leo our Pope and </a:t>
            </a:r>
            <a:r>
              <a:rPr lang="en-AU" altLang="zh-TW" dirty="0"/>
              <a:t>Vincent</a:t>
            </a:r>
            <a:r>
              <a:rPr lang="en-GB" dirty="0"/>
              <a:t> our Bishop, the Order of Bishops, all the clergy, and the entire people you have gained for your own. </a:t>
            </a:r>
          </a:p>
          <a:p>
            <a:pPr algn="just"/>
            <a:endParaRPr lang="en-AU" dirty="0"/>
          </a:p>
        </p:txBody>
      </p:sp>
    </p:spTree>
    <p:extLst>
      <p:ext uri="{BB962C8B-B14F-4D97-AF65-F5344CB8AC3E}">
        <p14:creationId xmlns:p14="http://schemas.microsoft.com/office/powerpoint/2010/main" val="931790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225066-2910-6128-3E84-517DAEF093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F0E56F-93CA-7721-8414-C04D3AE39475}"/>
              </a:ext>
            </a:extLst>
          </p:cNvPr>
          <p:cNvSpPr>
            <a:spLocks noGrp="1"/>
          </p:cNvSpPr>
          <p:nvPr>
            <p:ph type="title"/>
          </p:nvPr>
        </p:nvSpPr>
        <p:spPr/>
        <p:txBody>
          <a:bodyPr/>
          <a:lstStyle/>
          <a:p>
            <a:r>
              <a:rPr lang="zh-TW" altLang="en-US" dirty="0"/>
              <a:t>感恩经（三）　</a:t>
            </a:r>
            <a:r>
              <a:rPr lang="en-AU" dirty="0"/>
              <a:t>Eucharistic Prayer III</a:t>
            </a:r>
          </a:p>
        </p:txBody>
      </p:sp>
      <p:sp>
        <p:nvSpPr>
          <p:cNvPr id="3" name="Content Placeholder 2">
            <a:extLst>
              <a:ext uri="{FF2B5EF4-FFF2-40B4-BE49-F238E27FC236}">
                <a16:creationId xmlns:a16="http://schemas.microsoft.com/office/drawing/2014/main" id="{04B4B9CC-44D3-9BFD-9A0D-D1D3CCEF9E64}"/>
              </a:ext>
            </a:extLst>
          </p:cNvPr>
          <p:cNvSpPr>
            <a:spLocks noGrp="1"/>
          </p:cNvSpPr>
          <p:nvPr>
            <p:ph sz="half" idx="1"/>
          </p:nvPr>
        </p:nvSpPr>
        <p:spPr/>
        <p:txBody>
          <a:bodyPr>
            <a:normAutofit/>
          </a:bodyPr>
          <a:lstStyle/>
          <a:p>
            <a:pPr marL="0" indent="0" algn="just" hangingPunct="0">
              <a:buNone/>
            </a:pPr>
            <a:r>
              <a:rPr lang="zh-CN" altLang="en-US" dirty="0"/>
              <a:t>祢既愿这大家庭侍立在祢台前，求祢也俯允全家的愿望。仁慈的圣父，求祢使散居各处的子女，和祢团聚。</a:t>
            </a:r>
          </a:p>
          <a:p>
            <a:pPr algn="just"/>
            <a:endParaRPr lang="en-AU" dirty="0"/>
          </a:p>
        </p:txBody>
      </p:sp>
      <p:sp>
        <p:nvSpPr>
          <p:cNvPr id="4" name="Content Placeholder 3">
            <a:extLst>
              <a:ext uri="{FF2B5EF4-FFF2-40B4-BE49-F238E27FC236}">
                <a16:creationId xmlns:a16="http://schemas.microsoft.com/office/drawing/2014/main" id="{8A6D83F1-011B-D48D-CE5E-FFD0F5141649}"/>
              </a:ext>
            </a:extLst>
          </p:cNvPr>
          <p:cNvSpPr>
            <a:spLocks noGrp="1"/>
          </p:cNvSpPr>
          <p:nvPr>
            <p:ph sz="half" idx="2"/>
          </p:nvPr>
        </p:nvSpPr>
        <p:spPr/>
        <p:txBody>
          <a:bodyPr>
            <a:normAutofit/>
          </a:bodyPr>
          <a:lstStyle/>
          <a:p>
            <a:pPr marL="0" indent="0" algn="just">
              <a:buNone/>
            </a:pPr>
            <a:r>
              <a:rPr lang="en-GB" dirty="0"/>
              <a:t>Listen graciously to the prayers of this family, whom you have summoned before you: in your compassion, O merciful Father, gather to yourself all your children scattered throughout the world.</a:t>
            </a:r>
          </a:p>
          <a:p>
            <a:pPr algn="just"/>
            <a:endParaRPr lang="en-AU" dirty="0"/>
          </a:p>
        </p:txBody>
      </p:sp>
      <p:sp>
        <p:nvSpPr>
          <p:cNvPr id="5" name="Arrow: Right 4">
            <a:hlinkClick r:id="rId2" action="ppaction://hlinksldjump"/>
            <a:extLst>
              <a:ext uri="{FF2B5EF4-FFF2-40B4-BE49-F238E27FC236}">
                <a16:creationId xmlns:a16="http://schemas.microsoft.com/office/drawing/2014/main" id="{B8FAED30-DBAF-2B71-9F6D-DA926ADBEB2F}"/>
              </a:ext>
            </a:extLst>
          </p:cNvPr>
          <p:cNvSpPr/>
          <p:nvPr/>
        </p:nvSpPr>
        <p:spPr>
          <a:xfrm>
            <a:off x="7239970" y="6051651"/>
            <a:ext cx="1551973" cy="436906"/>
          </a:xfrm>
          <a:prstGeom prst="rightArrow">
            <a:avLst>
              <a:gd name="adj1" fmla="val 100000"/>
              <a:gd name="adj2" fmla="val 50000"/>
            </a:avLst>
          </a:prstGeom>
          <a:solidFill>
            <a:srgbClr val="5572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b="1" dirty="0"/>
              <a:t>悼念亡者</a:t>
            </a:r>
            <a:endParaRPr lang="en-HK" b="1" dirty="0"/>
          </a:p>
        </p:txBody>
      </p:sp>
      <p:sp>
        <p:nvSpPr>
          <p:cNvPr id="7" name="Arrow: Right 6">
            <a:hlinkClick r:id="rId3" action="ppaction://hlinksldjump"/>
            <a:extLst>
              <a:ext uri="{FF2B5EF4-FFF2-40B4-BE49-F238E27FC236}">
                <a16:creationId xmlns:a16="http://schemas.microsoft.com/office/drawing/2014/main" id="{40E9EEAC-C0FF-A5AB-5885-A56EFCCB45B8}"/>
              </a:ext>
            </a:extLst>
          </p:cNvPr>
          <p:cNvSpPr/>
          <p:nvPr/>
        </p:nvSpPr>
        <p:spPr>
          <a:xfrm>
            <a:off x="7239971" y="5595411"/>
            <a:ext cx="1551973" cy="436906"/>
          </a:xfrm>
          <a:prstGeom prst="rightArrow">
            <a:avLst>
              <a:gd name="adj1" fmla="val 100000"/>
              <a:gd name="adj2" fmla="val 50000"/>
            </a:avLst>
          </a:prstGeom>
          <a:solidFill>
            <a:srgbClr val="5572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b="1" dirty="0"/>
              <a:t>继续</a:t>
            </a:r>
            <a:endParaRPr lang="en-HK" b="1" dirty="0"/>
          </a:p>
        </p:txBody>
      </p:sp>
    </p:spTree>
    <p:extLst>
      <p:ext uri="{BB962C8B-B14F-4D97-AF65-F5344CB8AC3E}">
        <p14:creationId xmlns:p14="http://schemas.microsoft.com/office/powerpoint/2010/main" val="18418584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C17FBA-1996-3230-902E-BA0A46AB6D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75B29E-6306-06C0-173B-5CB0E9F10A30}"/>
              </a:ext>
            </a:extLst>
          </p:cNvPr>
          <p:cNvSpPr>
            <a:spLocks noGrp="1"/>
          </p:cNvSpPr>
          <p:nvPr>
            <p:ph type="title"/>
          </p:nvPr>
        </p:nvSpPr>
        <p:spPr/>
        <p:txBody>
          <a:bodyPr/>
          <a:lstStyle/>
          <a:p>
            <a:r>
              <a:rPr lang="zh-TW" altLang="en-US" dirty="0"/>
              <a:t>感恩经（三）　</a:t>
            </a:r>
            <a:r>
              <a:rPr lang="en-AU" dirty="0"/>
              <a:t>Eucharistic Prayer III</a:t>
            </a:r>
          </a:p>
        </p:txBody>
      </p:sp>
      <p:sp>
        <p:nvSpPr>
          <p:cNvPr id="3" name="Content Placeholder 2">
            <a:extLst>
              <a:ext uri="{FF2B5EF4-FFF2-40B4-BE49-F238E27FC236}">
                <a16:creationId xmlns:a16="http://schemas.microsoft.com/office/drawing/2014/main" id="{ECF127A7-FEDD-C387-D6D5-4DD53F09A8DA}"/>
              </a:ext>
            </a:extLst>
          </p:cNvPr>
          <p:cNvSpPr>
            <a:spLocks noGrp="1"/>
          </p:cNvSpPr>
          <p:nvPr>
            <p:ph sz="half" idx="1"/>
          </p:nvPr>
        </p:nvSpPr>
        <p:spPr/>
        <p:txBody>
          <a:bodyPr>
            <a:normAutofit/>
          </a:bodyPr>
          <a:lstStyle/>
          <a:p>
            <a:pPr marL="0" indent="0" algn="just" hangingPunct="0">
              <a:buNone/>
            </a:pPr>
            <a:r>
              <a:rPr lang="zh-CN" altLang="en-US" dirty="0"/>
              <a:t>求祢垂怜我们的祖先、已亡的亲友，和所有在祢宠爱中去世的人，恩准他们进入天国。</a:t>
            </a:r>
          </a:p>
        </p:txBody>
      </p:sp>
      <p:sp>
        <p:nvSpPr>
          <p:cNvPr id="4" name="Content Placeholder 3">
            <a:extLst>
              <a:ext uri="{FF2B5EF4-FFF2-40B4-BE49-F238E27FC236}">
                <a16:creationId xmlns:a16="http://schemas.microsoft.com/office/drawing/2014/main" id="{B05FD99F-19FB-3091-3F51-2DB86E3A9C96}"/>
              </a:ext>
            </a:extLst>
          </p:cNvPr>
          <p:cNvSpPr>
            <a:spLocks noGrp="1"/>
          </p:cNvSpPr>
          <p:nvPr>
            <p:ph sz="half" idx="2"/>
          </p:nvPr>
        </p:nvSpPr>
        <p:spPr/>
        <p:txBody>
          <a:bodyPr>
            <a:normAutofit/>
          </a:bodyPr>
          <a:lstStyle/>
          <a:p>
            <a:pPr marL="0" indent="0" algn="just">
              <a:buNone/>
            </a:pPr>
            <a:r>
              <a:rPr lang="en-GB" dirty="0"/>
              <a:t>To our departed brothers and sisters and to all who were pleasing to you at their passing from this life, give kind admittance to your kingdom.</a:t>
            </a:r>
          </a:p>
          <a:p>
            <a:pPr marL="0" indent="0" algn="just">
              <a:buNone/>
            </a:pPr>
            <a:r>
              <a:rPr lang="en-GB" dirty="0"/>
              <a:t>There we hope to enjoy for ever the fullness of your glory.</a:t>
            </a:r>
          </a:p>
          <a:p>
            <a:pPr algn="just"/>
            <a:endParaRPr lang="en-AU" dirty="0"/>
          </a:p>
        </p:txBody>
      </p:sp>
    </p:spTree>
    <p:extLst>
      <p:ext uri="{BB962C8B-B14F-4D97-AF65-F5344CB8AC3E}">
        <p14:creationId xmlns:p14="http://schemas.microsoft.com/office/powerpoint/2010/main" val="21543753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591879-82E2-4CA6-DAE1-D47C9F921D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04A2DD-1687-5508-8F1E-7068B5112504}"/>
              </a:ext>
            </a:extLst>
          </p:cNvPr>
          <p:cNvSpPr>
            <a:spLocks noGrp="1"/>
          </p:cNvSpPr>
          <p:nvPr>
            <p:ph type="title"/>
          </p:nvPr>
        </p:nvSpPr>
        <p:spPr/>
        <p:txBody>
          <a:bodyPr/>
          <a:lstStyle/>
          <a:p>
            <a:r>
              <a:rPr lang="zh-TW" altLang="en-US" dirty="0"/>
              <a:t>感恩经（三）　</a:t>
            </a:r>
            <a:r>
              <a:rPr lang="en-AU" dirty="0"/>
              <a:t>Eucharistic Prayer III</a:t>
            </a:r>
          </a:p>
        </p:txBody>
      </p:sp>
      <p:sp>
        <p:nvSpPr>
          <p:cNvPr id="3" name="Content Placeholder 2">
            <a:extLst>
              <a:ext uri="{FF2B5EF4-FFF2-40B4-BE49-F238E27FC236}">
                <a16:creationId xmlns:a16="http://schemas.microsoft.com/office/drawing/2014/main" id="{70425930-A68E-4AA9-4128-8D816D8EBBDD}"/>
              </a:ext>
            </a:extLst>
          </p:cNvPr>
          <p:cNvSpPr>
            <a:spLocks noGrp="1"/>
          </p:cNvSpPr>
          <p:nvPr>
            <p:ph sz="half" idx="1"/>
          </p:nvPr>
        </p:nvSpPr>
        <p:spPr/>
        <p:txBody>
          <a:bodyPr>
            <a:normAutofit/>
          </a:bodyPr>
          <a:lstStyle/>
          <a:p>
            <a:pPr marL="0" indent="0" algn="just" hangingPunct="0">
              <a:buNone/>
            </a:pPr>
            <a:r>
              <a:rPr lang="zh-CN" altLang="en-US" dirty="0"/>
              <a:t>我们也希望将来在天国永远同他们共享祢的光荣。</a:t>
            </a:r>
          </a:p>
        </p:txBody>
      </p:sp>
      <p:sp>
        <p:nvSpPr>
          <p:cNvPr id="4" name="Content Placeholder 3">
            <a:extLst>
              <a:ext uri="{FF2B5EF4-FFF2-40B4-BE49-F238E27FC236}">
                <a16:creationId xmlns:a16="http://schemas.microsoft.com/office/drawing/2014/main" id="{A671CA80-F40D-CC9C-5488-621401A614E4}"/>
              </a:ext>
            </a:extLst>
          </p:cNvPr>
          <p:cNvSpPr>
            <a:spLocks noGrp="1"/>
          </p:cNvSpPr>
          <p:nvPr>
            <p:ph sz="half" idx="2"/>
          </p:nvPr>
        </p:nvSpPr>
        <p:spPr/>
        <p:txBody>
          <a:bodyPr>
            <a:normAutofit/>
          </a:bodyPr>
          <a:lstStyle/>
          <a:p>
            <a:pPr marL="0" indent="0" algn="just">
              <a:buNone/>
            </a:pPr>
            <a:r>
              <a:rPr lang="en-GB" dirty="0"/>
              <a:t>There we hope to enjoy for ever the fullness of your glory.</a:t>
            </a:r>
          </a:p>
          <a:p>
            <a:pPr algn="just"/>
            <a:endParaRPr lang="en-AU" dirty="0"/>
          </a:p>
        </p:txBody>
      </p:sp>
    </p:spTree>
    <p:extLst>
      <p:ext uri="{BB962C8B-B14F-4D97-AF65-F5344CB8AC3E}">
        <p14:creationId xmlns:p14="http://schemas.microsoft.com/office/powerpoint/2010/main" val="29579516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60B89-A9B8-866B-8CA4-EE5770F220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C0D782-B535-EFAA-06E9-7E83667EB66A}"/>
              </a:ext>
            </a:extLst>
          </p:cNvPr>
          <p:cNvSpPr>
            <a:spLocks noGrp="1"/>
          </p:cNvSpPr>
          <p:nvPr>
            <p:ph type="title"/>
          </p:nvPr>
        </p:nvSpPr>
        <p:spPr/>
        <p:txBody>
          <a:bodyPr/>
          <a:lstStyle/>
          <a:p>
            <a:r>
              <a:rPr lang="zh-TW" altLang="en-US" dirty="0"/>
              <a:t>感恩经（三）　</a:t>
            </a:r>
            <a:r>
              <a:rPr lang="en-AU" dirty="0"/>
              <a:t>Eucharistic Prayer III</a:t>
            </a:r>
          </a:p>
        </p:txBody>
      </p:sp>
      <p:sp>
        <p:nvSpPr>
          <p:cNvPr id="3" name="Content Placeholder 2">
            <a:extLst>
              <a:ext uri="{FF2B5EF4-FFF2-40B4-BE49-F238E27FC236}">
                <a16:creationId xmlns:a16="http://schemas.microsoft.com/office/drawing/2014/main" id="{A9DC4154-4FC1-843E-7215-D84A83D55A72}"/>
              </a:ext>
            </a:extLst>
          </p:cNvPr>
          <p:cNvSpPr>
            <a:spLocks noGrp="1"/>
          </p:cNvSpPr>
          <p:nvPr>
            <p:ph sz="half" idx="1"/>
          </p:nvPr>
        </p:nvSpPr>
        <p:spPr/>
        <p:txBody>
          <a:bodyPr>
            <a:normAutofit/>
          </a:bodyPr>
          <a:lstStyle/>
          <a:p>
            <a:pPr marL="0" indent="0" algn="just" hangingPunct="0">
              <a:buNone/>
            </a:pPr>
            <a:r>
              <a:rPr lang="zh-CN" altLang="en-US" dirty="0"/>
              <a:t>以上所求，是靠我们的主基督，因为祢藉着祂赐给世界一切美善。</a:t>
            </a:r>
          </a:p>
        </p:txBody>
      </p:sp>
      <p:sp>
        <p:nvSpPr>
          <p:cNvPr id="4" name="Content Placeholder 3">
            <a:extLst>
              <a:ext uri="{FF2B5EF4-FFF2-40B4-BE49-F238E27FC236}">
                <a16:creationId xmlns:a16="http://schemas.microsoft.com/office/drawing/2014/main" id="{346B1607-C2F5-469F-32AC-F7622EAC9186}"/>
              </a:ext>
            </a:extLst>
          </p:cNvPr>
          <p:cNvSpPr>
            <a:spLocks noGrp="1"/>
          </p:cNvSpPr>
          <p:nvPr>
            <p:ph sz="half" idx="2"/>
          </p:nvPr>
        </p:nvSpPr>
        <p:spPr/>
        <p:txBody>
          <a:bodyPr>
            <a:normAutofit/>
          </a:bodyPr>
          <a:lstStyle/>
          <a:p>
            <a:pPr marL="0" indent="0" algn="just">
              <a:buNone/>
            </a:pPr>
            <a:r>
              <a:rPr lang="en-GB" dirty="0"/>
              <a:t>through Christ our Lord, through whom you bestow on the world all that is good.</a:t>
            </a:r>
          </a:p>
          <a:p>
            <a:pPr algn="just"/>
            <a:endParaRPr lang="en-AU" dirty="0"/>
          </a:p>
        </p:txBody>
      </p:sp>
      <p:sp>
        <p:nvSpPr>
          <p:cNvPr id="6" name="Arrow: Right 5">
            <a:hlinkClick r:id="rId2" action="ppaction://hlinksldjump"/>
            <a:extLst>
              <a:ext uri="{FF2B5EF4-FFF2-40B4-BE49-F238E27FC236}">
                <a16:creationId xmlns:a16="http://schemas.microsoft.com/office/drawing/2014/main" id="{7A0373D8-FEF2-3DA7-0F1C-4BA561B132C4}"/>
              </a:ext>
            </a:extLst>
          </p:cNvPr>
          <p:cNvSpPr/>
          <p:nvPr/>
        </p:nvSpPr>
        <p:spPr>
          <a:xfrm>
            <a:off x="7239971" y="6070985"/>
            <a:ext cx="1551973" cy="436906"/>
          </a:xfrm>
          <a:prstGeom prst="rightArrow">
            <a:avLst>
              <a:gd name="adj1" fmla="val 100000"/>
              <a:gd name="adj2" fmla="val 50000"/>
            </a:avLst>
          </a:prstGeom>
          <a:solidFill>
            <a:srgbClr val="5572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b="1" dirty="0"/>
              <a:t>圣三颂</a:t>
            </a:r>
            <a:endParaRPr lang="en-HK" b="1" dirty="0"/>
          </a:p>
        </p:txBody>
      </p:sp>
    </p:spTree>
    <p:extLst>
      <p:ext uri="{BB962C8B-B14F-4D97-AF65-F5344CB8AC3E}">
        <p14:creationId xmlns:p14="http://schemas.microsoft.com/office/powerpoint/2010/main" val="26864540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EA12E7-7C63-C903-FC2A-32291D75C5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CDF7A8-3B4F-529F-DF91-641A2F4A9FAC}"/>
              </a:ext>
            </a:extLst>
          </p:cNvPr>
          <p:cNvSpPr>
            <a:spLocks noGrp="1"/>
          </p:cNvSpPr>
          <p:nvPr>
            <p:ph type="title"/>
          </p:nvPr>
        </p:nvSpPr>
        <p:spPr/>
        <p:txBody>
          <a:bodyPr/>
          <a:lstStyle/>
          <a:p>
            <a:r>
              <a:rPr lang="zh-TW" altLang="en-US" dirty="0"/>
              <a:t>感恩经（三）　</a:t>
            </a:r>
            <a:r>
              <a:rPr lang="en-AU" dirty="0"/>
              <a:t>Eucharistic Prayer III</a:t>
            </a:r>
          </a:p>
        </p:txBody>
      </p:sp>
      <p:sp>
        <p:nvSpPr>
          <p:cNvPr id="3" name="Content Placeholder 2">
            <a:extLst>
              <a:ext uri="{FF2B5EF4-FFF2-40B4-BE49-F238E27FC236}">
                <a16:creationId xmlns:a16="http://schemas.microsoft.com/office/drawing/2014/main" id="{EAA2F92A-6AEC-CD84-E712-1DA1161948EE}"/>
              </a:ext>
            </a:extLst>
          </p:cNvPr>
          <p:cNvSpPr>
            <a:spLocks noGrp="1"/>
          </p:cNvSpPr>
          <p:nvPr>
            <p:ph sz="half" idx="1"/>
          </p:nvPr>
        </p:nvSpPr>
        <p:spPr/>
        <p:txBody>
          <a:bodyPr>
            <a:normAutofit lnSpcReduction="10000"/>
          </a:bodyPr>
          <a:lstStyle/>
          <a:p>
            <a:pPr marL="0" indent="0" algn="just" hangingPunct="0">
              <a:buNone/>
            </a:pPr>
            <a:r>
              <a:rPr lang="zh-CN" altLang="en-US" dirty="0"/>
              <a:t>求祢垂念祢的仆人，祢从人世将他召回。他既因圣洗和祢的圣子一样的死亡，求祢也使他 和祢的圣子一样的复活；</a:t>
            </a:r>
          </a:p>
        </p:txBody>
      </p:sp>
      <p:sp>
        <p:nvSpPr>
          <p:cNvPr id="4" name="Content Placeholder 3">
            <a:extLst>
              <a:ext uri="{FF2B5EF4-FFF2-40B4-BE49-F238E27FC236}">
                <a16:creationId xmlns:a16="http://schemas.microsoft.com/office/drawing/2014/main" id="{9A03B4CC-56A3-A9F5-1981-0FC16F8F0CE7}"/>
              </a:ext>
            </a:extLst>
          </p:cNvPr>
          <p:cNvSpPr>
            <a:spLocks noGrp="1"/>
          </p:cNvSpPr>
          <p:nvPr>
            <p:ph sz="half" idx="2"/>
          </p:nvPr>
        </p:nvSpPr>
        <p:spPr/>
        <p:txBody>
          <a:bodyPr>
            <a:normAutofit lnSpcReduction="10000"/>
          </a:bodyPr>
          <a:lstStyle/>
          <a:p>
            <a:pPr marL="0" indent="0" algn="just">
              <a:buNone/>
            </a:pPr>
            <a:r>
              <a:rPr lang="en-GB" dirty="0"/>
              <a:t>Remember your servant whom you have called from this world to yourself. Grant that he who was united with your Son in a death like his, may also be one with him in his Resurrection,</a:t>
            </a:r>
          </a:p>
          <a:p>
            <a:pPr algn="just"/>
            <a:endParaRPr lang="en-AU" dirty="0"/>
          </a:p>
        </p:txBody>
      </p:sp>
    </p:spTree>
    <p:extLst>
      <p:ext uri="{BB962C8B-B14F-4D97-AF65-F5344CB8AC3E}">
        <p14:creationId xmlns:p14="http://schemas.microsoft.com/office/powerpoint/2010/main" val="31049554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B22922-D542-10DD-138C-C17A33FCD2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E2457A-ABAD-63C4-E0C1-EE2BF543BEAF}"/>
              </a:ext>
            </a:extLst>
          </p:cNvPr>
          <p:cNvSpPr>
            <a:spLocks noGrp="1"/>
          </p:cNvSpPr>
          <p:nvPr>
            <p:ph type="title"/>
          </p:nvPr>
        </p:nvSpPr>
        <p:spPr/>
        <p:txBody>
          <a:bodyPr/>
          <a:lstStyle/>
          <a:p>
            <a:r>
              <a:rPr lang="zh-TW" altLang="en-US" dirty="0"/>
              <a:t>感恩经（三）　</a:t>
            </a:r>
            <a:r>
              <a:rPr lang="en-AU" dirty="0"/>
              <a:t>Eucharistic Prayer III</a:t>
            </a:r>
          </a:p>
        </p:txBody>
      </p:sp>
      <p:sp>
        <p:nvSpPr>
          <p:cNvPr id="3" name="Content Placeholder 2">
            <a:extLst>
              <a:ext uri="{FF2B5EF4-FFF2-40B4-BE49-F238E27FC236}">
                <a16:creationId xmlns:a16="http://schemas.microsoft.com/office/drawing/2014/main" id="{1124DFAA-0D50-6DBA-7557-AE86CECCFF4B}"/>
              </a:ext>
            </a:extLst>
          </p:cNvPr>
          <p:cNvSpPr>
            <a:spLocks noGrp="1"/>
          </p:cNvSpPr>
          <p:nvPr>
            <p:ph sz="half" idx="1"/>
          </p:nvPr>
        </p:nvSpPr>
        <p:spPr/>
        <p:txBody>
          <a:bodyPr>
            <a:normAutofit/>
          </a:bodyPr>
          <a:lstStyle/>
          <a:p>
            <a:pPr marL="0" indent="0" algn="just" hangingPunct="0">
              <a:buNone/>
            </a:pPr>
            <a:r>
              <a:rPr lang="zh-CN" altLang="en-US" dirty="0"/>
              <a:t>将来基督使肉身复活的时候，我们卑微的身躯，也能相似祂光荣的身体。</a:t>
            </a:r>
          </a:p>
        </p:txBody>
      </p:sp>
      <p:sp>
        <p:nvSpPr>
          <p:cNvPr id="4" name="Content Placeholder 3">
            <a:extLst>
              <a:ext uri="{FF2B5EF4-FFF2-40B4-BE49-F238E27FC236}">
                <a16:creationId xmlns:a16="http://schemas.microsoft.com/office/drawing/2014/main" id="{D885398D-CC47-175A-E356-1A3E4D5E82B9}"/>
              </a:ext>
            </a:extLst>
          </p:cNvPr>
          <p:cNvSpPr>
            <a:spLocks noGrp="1"/>
          </p:cNvSpPr>
          <p:nvPr>
            <p:ph sz="half" idx="2"/>
          </p:nvPr>
        </p:nvSpPr>
        <p:spPr/>
        <p:txBody>
          <a:bodyPr>
            <a:normAutofit/>
          </a:bodyPr>
          <a:lstStyle/>
          <a:p>
            <a:pPr marL="0" indent="0" algn="just">
              <a:buNone/>
            </a:pPr>
            <a:r>
              <a:rPr lang="en-GB" dirty="0"/>
              <a:t>when from the earth he will raise up in the flesh those who have died, and transform our lowly body after the pattern of his own glorious body. </a:t>
            </a:r>
          </a:p>
          <a:p>
            <a:pPr algn="just"/>
            <a:endParaRPr lang="en-AU" dirty="0"/>
          </a:p>
        </p:txBody>
      </p:sp>
    </p:spTree>
    <p:extLst>
      <p:ext uri="{BB962C8B-B14F-4D97-AF65-F5344CB8AC3E}">
        <p14:creationId xmlns:p14="http://schemas.microsoft.com/office/powerpoint/2010/main" val="33480047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21D9D3-CB0C-4929-12C4-DD0A7704CE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1F50EC-1A2C-0922-B7F4-C3C0C0E3EBFC}"/>
              </a:ext>
            </a:extLst>
          </p:cNvPr>
          <p:cNvSpPr>
            <a:spLocks noGrp="1"/>
          </p:cNvSpPr>
          <p:nvPr>
            <p:ph type="title"/>
          </p:nvPr>
        </p:nvSpPr>
        <p:spPr/>
        <p:txBody>
          <a:bodyPr/>
          <a:lstStyle/>
          <a:p>
            <a:r>
              <a:rPr lang="zh-TW" altLang="en-US" dirty="0"/>
              <a:t>感恩经（三）　</a:t>
            </a:r>
            <a:r>
              <a:rPr lang="en-AU" dirty="0"/>
              <a:t>Eucharistic Prayer III</a:t>
            </a:r>
          </a:p>
        </p:txBody>
      </p:sp>
      <p:sp>
        <p:nvSpPr>
          <p:cNvPr id="3" name="Content Placeholder 2">
            <a:extLst>
              <a:ext uri="{FF2B5EF4-FFF2-40B4-BE49-F238E27FC236}">
                <a16:creationId xmlns:a16="http://schemas.microsoft.com/office/drawing/2014/main" id="{3622386A-10FA-A7BC-22E2-DF08B2A28E56}"/>
              </a:ext>
            </a:extLst>
          </p:cNvPr>
          <p:cNvSpPr>
            <a:spLocks noGrp="1"/>
          </p:cNvSpPr>
          <p:nvPr>
            <p:ph sz="half" idx="1"/>
          </p:nvPr>
        </p:nvSpPr>
        <p:spPr/>
        <p:txBody>
          <a:bodyPr>
            <a:normAutofit/>
          </a:bodyPr>
          <a:lstStyle/>
          <a:p>
            <a:pPr marL="0" indent="0" algn="just" hangingPunct="0">
              <a:buNone/>
            </a:pPr>
            <a:r>
              <a:rPr lang="zh-CN" altLang="en-US" dirty="0"/>
              <a:t>求祢也垂怜我们的祖先、已亡的亲友，和所有在祢宠爱中去世的人，恩准他们进入天国，</a:t>
            </a:r>
          </a:p>
        </p:txBody>
      </p:sp>
      <p:sp>
        <p:nvSpPr>
          <p:cNvPr id="4" name="Content Placeholder 3">
            <a:extLst>
              <a:ext uri="{FF2B5EF4-FFF2-40B4-BE49-F238E27FC236}">
                <a16:creationId xmlns:a16="http://schemas.microsoft.com/office/drawing/2014/main" id="{B248E746-307B-F35E-7E7C-2F1B46E89F28}"/>
              </a:ext>
            </a:extLst>
          </p:cNvPr>
          <p:cNvSpPr>
            <a:spLocks noGrp="1"/>
          </p:cNvSpPr>
          <p:nvPr>
            <p:ph sz="half" idx="2"/>
          </p:nvPr>
        </p:nvSpPr>
        <p:spPr/>
        <p:txBody>
          <a:bodyPr>
            <a:normAutofit/>
          </a:bodyPr>
          <a:lstStyle/>
          <a:p>
            <a:pPr marL="0" indent="0" algn="just">
              <a:buNone/>
            </a:pPr>
            <a:r>
              <a:rPr lang="en-GB" dirty="0"/>
              <a:t>To our departed brothers and sisters, too, and to all who were pleasing to you at their passing from this life, give kind admittance to your kingdom.</a:t>
            </a:r>
          </a:p>
          <a:p>
            <a:pPr algn="just"/>
            <a:endParaRPr lang="en-AU" dirty="0"/>
          </a:p>
        </p:txBody>
      </p:sp>
    </p:spTree>
    <p:extLst>
      <p:ext uri="{BB962C8B-B14F-4D97-AF65-F5344CB8AC3E}">
        <p14:creationId xmlns:p14="http://schemas.microsoft.com/office/powerpoint/2010/main" val="7144163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439C58-F474-71D5-24B1-F26D1417B6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FE6EC2-F016-A577-5CA6-F5718292C35C}"/>
              </a:ext>
            </a:extLst>
          </p:cNvPr>
          <p:cNvSpPr>
            <a:spLocks noGrp="1"/>
          </p:cNvSpPr>
          <p:nvPr>
            <p:ph type="title"/>
          </p:nvPr>
        </p:nvSpPr>
        <p:spPr/>
        <p:txBody>
          <a:bodyPr/>
          <a:lstStyle/>
          <a:p>
            <a:r>
              <a:rPr lang="zh-TW" altLang="en-US" dirty="0"/>
              <a:t>感恩经（三）　</a:t>
            </a:r>
            <a:r>
              <a:rPr lang="en-AU" dirty="0"/>
              <a:t>Eucharistic Prayer III</a:t>
            </a:r>
          </a:p>
        </p:txBody>
      </p:sp>
      <p:sp>
        <p:nvSpPr>
          <p:cNvPr id="3" name="Content Placeholder 2">
            <a:extLst>
              <a:ext uri="{FF2B5EF4-FFF2-40B4-BE49-F238E27FC236}">
                <a16:creationId xmlns:a16="http://schemas.microsoft.com/office/drawing/2014/main" id="{A7043327-03E3-F151-EE3D-12AE8E491281}"/>
              </a:ext>
            </a:extLst>
          </p:cNvPr>
          <p:cNvSpPr>
            <a:spLocks noGrp="1"/>
          </p:cNvSpPr>
          <p:nvPr>
            <p:ph sz="half" idx="1"/>
          </p:nvPr>
        </p:nvSpPr>
        <p:spPr/>
        <p:txBody>
          <a:bodyPr>
            <a:normAutofit/>
          </a:bodyPr>
          <a:lstStyle/>
          <a:p>
            <a:pPr marL="0" indent="0" algn="just" hangingPunct="0">
              <a:buNone/>
            </a:pPr>
            <a:r>
              <a:rPr lang="zh-CN" altLang="en-US" dirty="0"/>
              <a:t>我们也希望将来在天国，永远同他们共享祢的光荣：那时祢将擦干我们的眼泪，因为我们要亲眼看见祢，</a:t>
            </a:r>
          </a:p>
        </p:txBody>
      </p:sp>
      <p:sp>
        <p:nvSpPr>
          <p:cNvPr id="4" name="Content Placeholder 3">
            <a:extLst>
              <a:ext uri="{FF2B5EF4-FFF2-40B4-BE49-F238E27FC236}">
                <a16:creationId xmlns:a16="http://schemas.microsoft.com/office/drawing/2014/main" id="{434AC067-501C-2976-D300-4A0C05722BE0}"/>
              </a:ext>
            </a:extLst>
          </p:cNvPr>
          <p:cNvSpPr>
            <a:spLocks noGrp="1"/>
          </p:cNvSpPr>
          <p:nvPr>
            <p:ph sz="half" idx="2"/>
          </p:nvPr>
        </p:nvSpPr>
        <p:spPr/>
        <p:txBody>
          <a:bodyPr>
            <a:normAutofit/>
          </a:bodyPr>
          <a:lstStyle/>
          <a:p>
            <a:pPr marL="0" indent="0" algn="just">
              <a:buNone/>
            </a:pPr>
            <a:r>
              <a:rPr lang="en-GB" dirty="0"/>
              <a:t>There we hope to enjoy for ever the fullness of your glory, when you will wipe away every tear from our eyes.</a:t>
            </a:r>
          </a:p>
          <a:p>
            <a:pPr algn="just"/>
            <a:endParaRPr lang="en-AU" dirty="0"/>
          </a:p>
        </p:txBody>
      </p:sp>
    </p:spTree>
    <p:extLst>
      <p:ext uri="{BB962C8B-B14F-4D97-AF65-F5344CB8AC3E}">
        <p14:creationId xmlns:p14="http://schemas.microsoft.com/office/powerpoint/2010/main" val="17636381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3018F9-4824-0033-5A1A-081111504E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17E0CE-AEE8-AD73-5DDB-5879D2AA92DD}"/>
              </a:ext>
            </a:extLst>
          </p:cNvPr>
          <p:cNvSpPr>
            <a:spLocks noGrp="1"/>
          </p:cNvSpPr>
          <p:nvPr>
            <p:ph type="title"/>
          </p:nvPr>
        </p:nvSpPr>
        <p:spPr/>
        <p:txBody>
          <a:bodyPr/>
          <a:lstStyle/>
          <a:p>
            <a:r>
              <a:rPr lang="zh-TW" altLang="en-US" dirty="0"/>
              <a:t>感恩经（三）　</a:t>
            </a:r>
            <a:r>
              <a:rPr lang="en-AU" dirty="0"/>
              <a:t>Eucharistic Prayer III</a:t>
            </a:r>
          </a:p>
        </p:txBody>
      </p:sp>
      <p:sp>
        <p:nvSpPr>
          <p:cNvPr id="3" name="Content Placeholder 2">
            <a:extLst>
              <a:ext uri="{FF2B5EF4-FFF2-40B4-BE49-F238E27FC236}">
                <a16:creationId xmlns:a16="http://schemas.microsoft.com/office/drawing/2014/main" id="{4B35AB59-25A6-6CD7-35F2-61EAD3F49CFF}"/>
              </a:ext>
            </a:extLst>
          </p:cNvPr>
          <p:cNvSpPr>
            <a:spLocks noGrp="1"/>
          </p:cNvSpPr>
          <p:nvPr>
            <p:ph sz="half" idx="1"/>
          </p:nvPr>
        </p:nvSpPr>
        <p:spPr/>
        <p:txBody>
          <a:bodyPr>
            <a:normAutofit/>
          </a:bodyPr>
          <a:lstStyle/>
          <a:p>
            <a:pPr marL="0" indent="0" algn="just" hangingPunct="0">
              <a:buNone/>
            </a:pPr>
            <a:r>
              <a:rPr lang="zh-CN" altLang="en-US" dirty="0"/>
              <a:t>我们的天主，永远相似祢，不停地赞美祢。以上所求，是靠我们的主基督，因为祢藉着祂赐给世界一切美善。</a:t>
            </a:r>
          </a:p>
        </p:txBody>
      </p:sp>
      <p:sp>
        <p:nvSpPr>
          <p:cNvPr id="4" name="Content Placeholder 3">
            <a:extLst>
              <a:ext uri="{FF2B5EF4-FFF2-40B4-BE49-F238E27FC236}">
                <a16:creationId xmlns:a16="http://schemas.microsoft.com/office/drawing/2014/main" id="{F264B188-850A-EA29-B65B-4ADCDBFEFC46}"/>
              </a:ext>
            </a:extLst>
          </p:cNvPr>
          <p:cNvSpPr>
            <a:spLocks noGrp="1"/>
          </p:cNvSpPr>
          <p:nvPr>
            <p:ph sz="half" idx="2"/>
          </p:nvPr>
        </p:nvSpPr>
        <p:spPr/>
        <p:txBody>
          <a:bodyPr>
            <a:normAutofit/>
          </a:bodyPr>
          <a:lstStyle/>
          <a:p>
            <a:pPr marL="0" indent="0" algn="just">
              <a:buNone/>
            </a:pPr>
            <a:r>
              <a:rPr lang="en-GB" dirty="0"/>
              <a:t>For seeing you, our God, as you are, we shall be like you for all the ages and praise you without end, through Christ our Lord, through whom you bestow on the world all that is good.</a:t>
            </a:r>
          </a:p>
          <a:p>
            <a:pPr algn="just"/>
            <a:endParaRPr lang="en-AU" dirty="0"/>
          </a:p>
        </p:txBody>
      </p:sp>
      <p:sp>
        <p:nvSpPr>
          <p:cNvPr id="6" name="Arrow: Right 5">
            <a:hlinkClick r:id="rId2" action="ppaction://hlinksldjump"/>
            <a:extLst>
              <a:ext uri="{FF2B5EF4-FFF2-40B4-BE49-F238E27FC236}">
                <a16:creationId xmlns:a16="http://schemas.microsoft.com/office/drawing/2014/main" id="{2105C75A-5F4C-247F-1C37-9AECA609CD04}"/>
              </a:ext>
            </a:extLst>
          </p:cNvPr>
          <p:cNvSpPr/>
          <p:nvPr/>
        </p:nvSpPr>
        <p:spPr>
          <a:xfrm>
            <a:off x="7239971" y="6070985"/>
            <a:ext cx="1551973" cy="436906"/>
          </a:xfrm>
          <a:prstGeom prst="rightArrow">
            <a:avLst>
              <a:gd name="adj1" fmla="val 100000"/>
              <a:gd name="adj2" fmla="val 50000"/>
            </a:avLst>
          </a:prstGeom>
          <a:solidFill>
            <a:srgbClr val="5572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b="1" dirty="0"/>
              <a:t>圣三颂</a:t>
            </a:r>
            <a:endParaRPr lang="en-HK" b="1" dirty="0"/>
          </a:p>
        </p:txBody>
      </p:sp>
    </p:spTree>
    <p:extLst>
      <p:ext uri="{BB962C8B-B14F-4D97-AF65-F5344CB8AC3E}">
        <p14:creationId xmlns:p14="http://schemas.microsoft.com/office/powerpoint/2010/main" val="13140077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D3B8AF-C35C-C5D2-5F66-EF0D6FBF023C}"/>
              </a:ext>
            </a:extLst>
          </p:cNvPr>
          <p:cNvSpPr>
            <a:spLocks noGrp="1"/>
          </p:cNvSpPr>
          <p:nvPr>
            <p:ph type="title"/>
          </p:nvPr>
        </p:nvSpPr>
        <p:spPr/>
        <p:txBody>
          <a:bodyPr>
            <a:normAutofit fontScale="90000"/>
          </a:bodyPr>
          <a:lstStyle/>
          <a:p>
            <a:br>
              <a:rPr lang="en-AU" altLang="zh-TW" dirty="0"/>
            </a:br>
            <a:r>
              <a:rPr lang="zh-TW" altLang="en-US" dirty="0"/>
              <a:t>感恩经（四）　</a:t>
            </a:r>
            <a:r>
              <a:rPr lang="en-HK" altLang="zh-TW" dirty="0"/>
              <a:t>Eucharistic Prayer </a:t>
            </a:r>
            <a:r>
              <a:rPr lang="en-US" altLang="zh-TW" dirty="0"/>
              <a:t>IV</a:t>
            </a:r>
            <a:br>
              <a:rPr lang="en-HK" altLang="zh-TW" dirty="0"/>
            </a:br>
            <a:endParaRPr lang="en-AU" dirty="0"/>
          </a:p>
        </p:txBody>
      </p:sp>
      <p:sp>
        <p:nvSpPr>
          <p:cNvPr id="3" name="Content Placeholder 2">
            <a:extLst>
              <a:ext uri="{FF2B5EF4-FFF2-40B4-BE49-F238E27FC236}">
                <a16:creationId xmlns:a16="http://schemas.microsoft.com/office/drawing/2014/main" id="{88BD5036-4AA6-643D-F690-5283EBA4669A}"/>
              </a:ext>
            </a:extLst>
          </p:cNvPr>
          <p:cNvSpPr>
            <a:spLocks noGrp="1"/>
          </p:cNvSpPr>
          <p:nvPr>
            <p:ph sz="half" idx="1"/>
          </p:nvPr>
        </p:nvSpPr>
        <p:spPr/>
        <p:txBody>
          <a:bodyPr>
            <a:normAutofit lnSpcReduction="10000"/>
          </a:bodyPr>
          <a:lstStyle/>
          <a:p>
            <a:pPr marL="0" indent="0" algn="just" hangingPunct="0">
              <a:buNone/>
            </a:pPr>
            <a:r>
              <a:rPr lang="zh-CN" altLang="en-US" dirty="0"/>
              <a:t>圣父，感谢祢、显扬祢，实在是理所当然的：因为祢是唯一、生活、真实的天主，万世以前祢已存在，而且永远常存，</a:t>
            </a:r>
            <a:endParaRPr lang="en-AU" dirty="0"/>
          </a:p>
        </p:txBody>
      </p:sp>
      <p:sp>
        <p:nvSpPr>
          <p:cNvPr id="4" name="Content Placeholder 3">
            <a:extLst>
              <a:ext uri="{FF2B5EF4-FFF2-40B4-BE49-F238E27FC236}">
                <a16:creationId xmlns:a16="http://schemas.microsoft.com/office/drawing/2014/main" id="{FF974F15-245B-2C80-BBBE-E7ACD0217FF5}"/>
              </a:ext>
            </a:extLst>
          </p:cNvPr>
          <p:cNvSpPr>
            <a:spLocks noGrp="1"/>
          </p:cNvSpPr>
          <p:nvPr>
            <p:ph sz="half" idx="2"/>
          </p:nvPr>
        </p:nvSpPr>
        <p:spPr/>
        <p:txBody>
          <a:bodyPr>
            <a:normAutofit lnSpcReduction="10000"/>
          </a:bodyPr>
          <a:lstStyle/>
          <a:p>
            <a:pPr marL="0" indent="0" algn="just">
              <a:buNone/>
            </a:pPr>
            <a:r>
              <a:rPr lang="en-GB" dirty="0"/>
              <a:t>It is truly right to give you thanks, truly just to give you glory, Father most holy, for you are the one God living and true, existing before all ages and abiding for all eternity, </a:t>
            </a:r>
            <a:endParaRPr lang="en-AU" dirty="0"/>
          </a:p>
        </p:txBody>
      </p:sp>
    </p:spTree>
    <p:extLst>
      <p:ext uri="{BB962C8B-B14F-4D97-AF65-F5344CB8AC3E}">
        <p14:creationId xmlns:p14="http://schemas.microsoft.com/office/powerpoint/2010/main" val="37299773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6FC898-29E9-B508-5AE4-71823CCAE6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B53B49-3607-F34C-16B0-15E626B4E766}"/>
              </a:ext>
            </a:extLst>
          </p:cNvPr>
          <p:cNvSpPr>
            <a:spLocks noGrp="1"/>
          </p:cNvSpPr>
          <p:nvPr>
            <p:ph type="title"/>
          </p:nvPr>
        </p:nvSpPr>
        <p:spPr/>
        <p:txBody>
          <a:bodyPr>
            <a:normAutofit fontScale="90000"/>
          </a:bodyPr>
          <a:lstStyle/>
          <a:p>
            <a:br>
              <a:rPr lang="en-AU" altLang="zh-TW" dirty="0"/>
            </a:br>
            <a:r>
              <a:rPr lang="zh-TW" altLang="en-US" dirty="0"/>
              <a:t>感恩经（四）　</a:t>
            </a:r>
            <a:r>
              <a:rPr lang="en-HK" altLang="zh-TW" dirty="0"/>
              <a:t>Eucharistic Prayer </a:t>
            </a:r>
            <a:r>
              <a:rPr lang="en-US" altLang="zh-TW" dirty="0"/>
              <a:t>IV</a:t>
            </a:r>
            <a:br>
              <a:rPr lang="en-HK" altLang="zh-TW" dirty="0"/>
            </a:br>
            <a:endParaRPr lang="en-AU" dirty="0"/>
          </a:p>
        </p:txBody>
      </p:sp>
      <p:sp>
        <p:nvSpPr>
          <p:cNvPr id="3" name="Content Placeholder 2">
            <a:extLst>
              <a:ext uri="{FF2B5EF4-FFF2-40B4-BE49-F238E27FC236}">
                <a16:creationId xmlns:a16="http://schemas.microsoft.com/office/drawing/2014/main" id="{EAADF8DC-1A20-9326-26ED-FAECE6B7512D}"/>
              </a:ext>
            </a:extLst>
          </p:cNvPr>
          <p:cNvSpPr>
            <a:spLocks noGrp="1"/>
          </p:cNvSpPr>
          <p:nvPr>
            <p:ph sz="half" idx="1"/>
          </p:nvPr>
        </p:nvSpPr>
        <p:spPr/>
        <p:txBody>
          <a:bodyPr>
            <a:normAutofit lnSpcReduction="10000"/>
          </a:bodyPr>
          <a:lstStyle/>
          <a:p>
            <a:pPr marL="0" indent="0" algn="just">
              <a:buNone/>
            </a:pPr>
            <a:r>
              <a:rPr lang="zh-CN" altLang="en-US" dirty="0"/>
              <a:t>祢居住在无法接近的光明中；祢也是唯一慈善的天主，又是生命之源：祢创造了一切，使万物满渥祢的恩泽，分享祢的光辉。</a:t>
            </a:r>
          </a:p>
          <a:p>
            <a:pPr algn="just"/>
            <a:endParaRPr lang="en-AU" dirty="0"/>
          </a:p>
        </p:txBody>
      </p:sp>
      <p:sp>
        <p:nvSpPr>
          <p:cNvPr id="4" name="Content Placeholder 3">
            <a:extLst>
              <a:ext uri="{FF2B5EF4-FFF2-40B4-BE49-F238E27FC236}">
                <a16:creationId xmlns:a16="http://schemas.microsoft.com/office/drawing/2014/main" id="{6FE71967-B2CB-DFFB-FDD1-726A7970B489}"/>
              </a:ext>
            </a:extLst>
          </p:cNvPr>
          <p:cNvSpPr>
            <a:spLocks noGrp="1"/>
          </p:cNvSpPr>
          <p:nvPr>
            <p:ph sz="half" idx="2"/>
          </p:nvPr>
        </p:nvSpPr>
        <p:spPr/>
        <p:txBody>
          <a:bodyPr>
            <a:normAutofit lnSpcReduction="10000"/>
          </a:bodyPr>
          <a:lstStyle/>
          <a:p>
            <a:pPr marL="0" indent="0" algn="just">
              <a:buNone/>
            </a:pPr>
            <a:r>
              <a:rPr lang="en-AU" dirty="0"/>
              <a:t>dwelling in unapproachable light; </a:t>
            </a:r>
            <a:r>
              <a:rPr lang="en-GB" dirty="0"/>
              <a:t>yet you, who alone are good, the source of life, have made all that is, so that you might fill your creatures with blessings and bring joy to many of them by the glory of your light.</a:t>
            </a:r>
          </a:p>
          <a:p>
            <a:pPr marL="0" indent="0" algn="just">
              <a:buNone/>
            </a:pPr>
            <a:endParaRPr lang="en-AU" dirty="0"/>
          </a:p>
          <a:p>
            <a:pPr algn="just"/>
            <a:endParaRPr lang="en-AU" dirty="0"/>
          </a:p>
        </p:txBody>
      </p:sp>
    </p:spTree>
    <p:extLst>
      <p:ext uri="{BB962C8B-B14F-4D97-AF65-F5344CB8AC3E}">
        <p14:creationId xmlns:p14="http://schemas.microsoft.com/office/powerpoint/2010/main" val="14484488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A4EED5-DB33-E00B-1F8A-2404369DF4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31FC55-19F6-7479-A155-07037435E8CB}"/>
              </a:ext>
            </a:extLst>
          </p:cNvPr>
          <p:cNvSpPr>
            <a:spLocks noGrp="1"/>
          </p:cNvSpPr>
          <p:nvPr>
            <p:ph type="title"/>
          </p:nvPr>
        </p:nvSpPr>
        <p:spPr/>
        <p:txBody>
          <a:bodyPr>
            <a:normAutofit fontScale="90000"/>
          </a:bodyPr>
          <a:lstStyle/>
          <a:p>
            <a:br>
              <a:rPr lang="en-AU" altLang="zh-TW" dirty="0"/>
            </a:br>
            <a:r>
              <a:rPr lang="zh-TW" altLang="en-US" dirty="0"/>
              <a:t>感恩经（四）　</a:t>
            </a:r>
            <a:r>
              <a:rPr lang="en-HK" altLang="zh-TW" dirty="0"/>
              <a:t>Eucharistic Prayer </a:t>
            </a:r>
            <a:r>
              <a:rPr lang="en-US" altLang="zh-TW" dirty="0"/>
              <a:t>IV</a:t>
            </a:r>
            <a:br>
              <a:rPr lang="en-HK" altLang="zh-TW" dirty="0"/>
            </a:br>
            <a:endParaRPr lang="en-AU" dirty="0"/>
          </a:p>
        </p:txBody>
      </p:sp>
      <p:sp>
        <p:nvSpPr>
          <p:cNvPr id="3" name="Content Placeholder 2">
            <a:extLst>
              <a:ext uri="{FF2B5EF4-FFF2-40B4-BE49-F238E27FC236}">
                <a16:creationId xmlns:a16="http://schemas.microsoft.com/office/drawing/2014/main" id="{66CA5D44-5BDC-33CC-6464-DD7F70C9EE94}"/>
              </a:ext>
            </a:extLst>
          </p:cNvPr>
          <p:cNvSpPr>
            <a:spLocks noGrp="1"/>
          </p:cNvSpPr>
          <p:nvPr>
            <p:ph sz="half" idx="1"/>
          </p:nvPr>
        </p:nvSpPr>
        <p:spPr/>
        <p:txBody>
          <a:bodyPr>
            <a:normAutofit/>
          </a:bodyPr>
          <a:lstStyle/>
          <a:p>
            <a:pPr marL="0" indent="0" algn="just" hangingPunct="0">
              <a:buNone/>
            </a:pPr>
            <a:r>
              <a:rPr lang="zh-CN" altLang="en-US" dirty="0"/>
              <a:t>因此，无数的天使侍立在祢座前，瞻仰祢的容光，日夜侍奉祢，不停地颂扬祢。</a:t>
            </a:r>
            <a:endParaRPr lang="en-AU" dirty="0"/>
          </a:p>
        </p:txBody>
      </p:sp>
      <p:sp>
        <p:nvSpPr>
          <p:cNvPr id="4" name="Content Placeholder 3">
            <a:extLst>
              <a:ext uri="{FF2B5EF4-FFF2-40B4-BE49-F238E27FC236}">
                <a16:creationId xmlns:a16="http://schemas.microsoft.com/office/drawing/2014/main" id="{1E2098B1-84FE-387F-FACB-A46DF4A09D40}"/>
              </a:ext>
            </a:extLst>
          </p:cNvPr>
          <p:cNvSpPr>
            <a:spLocks noGrp="1"/>
          </p:cNvSpPr>
          <p:nvPr>
            <p:ph sz="half" idx="2"/>
          </p:nvPr>
        </p:nvSpPr>
        <p:spPr/>
        <p:txBody>
          <a:bodyPr>
            <a:normAutofit/>
          </a:bodyPr>
          <a:lstStyle/>
          <a:p>
            <a:pPr marL="0" indent="0" algn="just">
              <a:buNone/>
            </a:pPr>
            <a:r>
              <a:rPr lang="en-GB" dirty="0"/>
              <a:t>And so, in your presence are countless hosts of Angels, who serve you day and night and, gazing upon the glory of your face, glorify you without ceasing. </a:t>
            </a:r>
            <a:endParaRPr lang="en-AU" dirty="0"/>
          </a:p>
        </p:txBody>
      </p:sp>
    </p:spTree>
    <p:extLst>
      <p:ext uri="{BB962C8B-B14F-4D97-AF65-F5344CB8AC3E}">
        <p14:creationId xmlns:p14="http://schemas.microsoft.com/office/powerpoint/2010/main" val="12680979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E790DB-4977-1C9A-25DD-33BD764918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CBEE54-ADD3-24FC-BD58-CADECA5C163B}"/>
              </a:ext>
            </a:extLst>
          </p:cNvPr>
          <p:cNvSpPr>
            <a:spLocks noGrp="1"/>
          </p:cNvSpPr>
          <p:nvPr>
            <p:ph type="title"/>
          </p:nvPr>
        </p:nvSpPr>
        <p:spPr/>
        <p:txBody>
          <a:bodyPr>
            <a:normAutofit fontScale="90000"/>
          </a:bodyPr>
          <a:lstStyle/>
          <a:p>
            <a:br>
              <a:rPr lang="en-AU" altLang="zh-TW" dirty="0"/>
            </a:br>
            <a:r>
              <a:rPr lang="zh-TW" altLang="en-US" dirty="0"/>
              <a:t>感恩经（四）　</a:t>
            </a:r>
            <a:r>
              <a:rPr lang="en-HK" altLang="zh-TW" dirty="0"/>
              <a:t>Eucharistic Prayer </a:t>
            </a:r>
            <a:r>
              <a:rPr lang="en-US" altLang="zh-TW" dirty="0"/>
              <a:t>IV</a:t>
            </a:r>
            <a:br>
              <a:rPr lang="en-HK" altLang="zh-TW" dirty="0"/>
            </a:br>
            <a:endParaRPr lang="en-AU" dirty="0"/>
          </a:p>
        </p:txBody>
      </p:sp>
      <p:sp>
        <p:nvSpPr>
          <p:cNvPr id="3" name="Content Placeholder 2">
            <a:extLst>
              <a:ext uri="{FF2B5EF4-FFF2-40B4-BE49-F238E27FC236}">
                <a16:creationId xmlns:a16="http://schemas.microsoft.com/office/drawing/2014/main" id="{138E1164-3520-9409-FB58-2DE123685577}"/>
              </a:ext>
            </a:extLst>
          </p:cNvPr>
          <p:cNvSpPr>
            <a:spLocks noGrp="1"/>
          </p:cNvSpPr>
          <p:nvPr>
            <p:ph sz="half" idx="1"/>
          </p:nvPr>
        </p:nvSpPr>
        <p:spPr/>
        <p:txBody>
          <a:bodyPr/>
          <a:lstStyle/>
          <a:p>
            <a:pPr marL="0" indent="0" algn="just" hangingPunct="0">
              <a:buNone/>
            </a:pPr>
            <a:r>
              <a:rPr lang="zh-CN" altLang="en-US" dirty="0"/>
              <a:t>我们随同天使，并代表天下万物，藉着我们的歌声，欢跃称扬祢的圣名，同声歌颂：</a:t>
            </a:r>
          </a:p>
          <a:p>
            <a:pPr algn="just" hangingPunct="0"/>
            <a:endParaRPr lang="en-AU" dirty="0"/>
          </a:p>
        </p:txBody>
      </p:sp>
      <p:sp>
        <p:nvSpPr>
          <p:cNvPr id="4" name="Content Placeholder 3">
            <a:extLst>
              <a:ext uri="{FF2B5EF4-FFF2-40B4-BE49-F238E27FC236}">
                <a16:creationId xmlns:a16="http://schemas.microsoft.com/office/drawing/2014/main" id="{7CD436EC-664D-F2FD-F0D1-22B460FD40A2}"/>
              </a:ext>
            </a:extLst>
          </p:cNvPr>
          <p:cNvSpPr>
            <a:spLocks noGrp="1"/>
          </p:cNvSpPr>
          <p:nvPr>
            <p:ph sz="half" idx="2"/>
          </p:nvPr>
        </p:nvSpPr>
        <p:spPr/>
        <p:txBody>
          <a:bodyPr/>
          <a:lstStyle/>
          <a:p>
            <a:pPr marL="0" indent="0" algn="just">
              <a:buNone/>
            </a:pPr>
            <a:r>
              <a:rPr lang="en-GB" dirty="0"/>
              <a:t>With them we, too, confess your name in exultation, giving voice to every creature under heaven, as we acclaim:</a:t>
            </a:r>
          </a:p>
          <a:p>
            <a:pPr algn="just"/>
            <a:endParaRPr lang="en-AU" dirty="0"/>
          </a:p>
        </p:txBody>
      </p:sp>
    </p:spTree>
    <p:extLst>
      <p:ext uri="{BB962C8B-B14F-4D97-AF65-F5344CB8AC3E}">
        <p14:creationId xmlns:p14="http://schemas.microsoft.com/office/powerpoint/2010/main" val="7555032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B3E2D3-BDA2-5D13-84BC-878D1DCD387A}"/>
            </a:ext>
          </a:extLst>
        </p:cNvPr>
        <p:cNvGrpSpPr/>
        <p:nvPr/>
      </p:nvGrpSpPr>
      <p:grpSpPr>
        <a:xfrm>
          <a:off x="0" y="0"/>
          <a:ext cx="0" cy="0"/>
          <a:chOff x="0" y="0"/>
          <a:chExt cx="0" cy="0"/>
        </a:xfrm>
      </p:grpSpPr>
      <p:sp>
        <p:nvSpPr>
          <p:cNvPr id="14" name="Title 13">
            <a:extLst>
              <a:ext uri="{FF2B5EF4-FFF2-40B4-BE49-F238E27FC236}">
                <a16:creationId xmlns:a16="http://schemas.microsoft.com/office/drawing/2014/main" id="{6C870856-B84B-B664-5EF9-9AF0D41FB62C}"/>
              </a:ext>
            </a:extLst>
          </p:cNvPr>
          <p:cNvSpPr>
            <a:spLocks noGrp="1"/>
          </p:cNvSpPr>
          <p:nvPr>
            <p:ph type="title"/>
          </p:nvPr>
        </p:nvSpPr>
        <p:spPr/>
        <p:txBody>
          <a:bodyPr/>
          <a:lstStyle/>
          <a:p>
            <a:endParaRPr lang="en-AU"/>
          </a:p>
        </p:txBody>
      </p:sp>
      <p:sp>
        <p:nvSpPr>
          <p:cNvPr id="15" name="Content Placeholder 14">
            <a:extLst>
              <a:ext uri="{FF2B5EF4-FFF2-40B4-BE49-F238E27FC236}">
                <a16:creationId xmlns:a16="http://schemas.microsoft.com/office/drawing/2014/main" id="{3BDCFAB6-A825-5804-81CA-B0D462DDBC7F}"/>
              </a:ext>
            </a:extLst>
          </p:cNvPr>
          <p:cNvSpPr>
            <a:spLocks noGrp="1"/>
          </p:cNvSpPr>
          <p:nvPr>
            <p:ph sz="half" idx="1"/>
          </p:nvPr>
        </p:nvSpPr>
        <p:spPr/>
        <p:txBody>
          <a:bodyPr/>
          <a:lstStyle/>
          <a:p>
            <a:endParaRPr lang="en-AU"/>
          </a:p>
        </p:txBody>
      </p:sp>
      <p:sp>
        <p:nvSpPr>
          <p:cNvPr id="16" name="Content Placeholder 15">
            <a:extLst>
              <a:ext uri="{FF2B5EF4-FFF2-40B4-BE49-F238E27FC236}">
                <a16:creationId xmlns:a16="http://schemas.microsoft.com/office/drawing/2014/main" id="{CB78EF95-5F62-0B3B-3342-F68F1E3E3D37}"/>
              </a:ext>
            </a:extLst>
          </p:cNvPr>
          <p:cNvSpPr>
            <a:spLocks noGrp="1"/>
          </p:cNvSpPr>
          <p:nvPr>
            <p:ph sz="half" idx="2"/>
          </p:nvPr>
        </p:nvSpPr>
        <p:spPr/>
        <p:txBody>
          <a:bodyPr/>
          <a:lstStyle/>
          <a:p>
            <a:endParaRPr lang="en-AU"/>
          </a:p>
        </p:txBody>
      </p:sp>
      <p:pic>
        <p:nvPicPr>
          <p:cNvPr id="7" name="Picture 6">
            <a:extLst>
              <a:ext uri="{FF2B5EF4-FFF2-40B4-BE49-F238E27FC236}">
                <a16:creationId xmlns:a16="http://schemas.microsoft.com/office/drawing/2014/main" id="{E94E3DE4-E7C6-B65D-7979-2DB4691A5F76}"/>
              </a:ext>
            </a:extLst>
          </p:cNvPr>
          <p:cNvPicPr>
            <a:picLocks noChangeAspect="1"/>
          </p:cNvPicPr>
          <p:nvPr/>
        </p:nvPicPr>
        <p:blipFill>
          <a:blip r:embed="rId2">
            <a:extLst>
              <a:ext uri="{28A0092B-C50C-407E-A947-70E740481C1C}">
                <a14:useLocalDpi xmlns:a14="http://schemas.microsoft.com/office/drawing/2010/main" val="0"/>
              </a:ext>
            </a:extLst>
          </a:blip>
          <a:srcRect b="25000"/>
          <a:stretch>
            <a:fillRect/>
          </a:stretch>
        </p:blipFill>
        <p:spPr>
          <a:xfrm>
            <a:off x="-1" y="1"/>
            <a:ext cx="9144001" cy="6858000"/>
          </a:xfrm>
          <a:prstGeom prst="rect">
            <a:avLst/>
          </a:prstGeom>
        </p:spPr>
      </p:pic>
      <p:sp>
        <p:nvSpPr>
          <p:cNvPr id="8" name="Rectangle: Rounded Corners 7">
            <a:extLst>
              <a:ext uri="{FF2B5EF4-FFF2-40B4-BE49-F238E27FC236}">
                <a16:creationId xmlns:a16="http://schemas.microsoft.com/office/drawing/2014/main" id="{5CEE5373-1686-1045-6DDF-738E56584DAF}"/>
              </a:ext>
            </a:extLst>
          </p:cNvPr>
          <p:cNvSpPr/>
          <p:nvPr/>
        </p:nvSpPr>
        <p:spPr>
          <a:xfrm>
            <a:off x="119270" y="1109893"/>
            <a:ext cx="5320747" cy="5524237"/>
          </a:xfrm>
          <a:prstGeom prst="roundRect">
            <a:avLst>
              <a:gd name="adj" fmla="val 2712"/>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just" hangingPunct="0"/>
            <a:r>
              <a:rPr lang="zh-TW" altLang="en-US" sz="4800" b="1" spc="-500" dirty="0">
                <a:solidFill>
                  <a:srgbClr val="282120"/>
                </a:solidFill>
              </a:rPr>
              <a:t>圣、圣、圣、上主，万有的天主，你的光荣充满天地。欢呼之声，响彻云霄。奉主名而来的，当受赞美。欢呼之声，响彻云霄。</a:t>
            </a:r>
            <a:endParaRPr lang="zh-CN" altLang="en-US" sz="4800" b="1" spc="-500" dirty="0">
              <a:solidFill>
                <a:srgbClr val="282120"/>
              </a:solidFill>
            </a:endParaRPr>
          </a:p>
        </p:txBody>
      </p:sp>
      <p:sp>
        <p:nvSpPr>
          <p:cNvPr id="9" name="Rectangle: Rounded Corners 8">
            <a:extLst>
              <a:ext uri="{FF2B5EF4-FFF2-40B4-BE49-F238E27FC236}">
                <a16:creationId xmlns:a16="http://schemas.microsoft.com/office/drawing/2014/main" id="{C158AAF0-6646-0FEA-DAAC-03580F521C8F}"/>
              </a:ext>
            </a:extLst>
          </p:cNvPr>
          <p:cNvSpPr/>
          <p:nvPr/>
        </p:nvSpPr>
        <p:spPr>
          <a:xfrm>
            <a:off x="5605670" y="1109893"/>
            <a:ext cx="3317614" cy="5524236"/>
          </a:xfrm>
          <a:prstGeom prst="roundRect">
            <a:avLst>
              <a:gd name="adj" fmla="val 2712"/>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t"/>
          <a:lstStyle/>
          <a:p>
            <a:pPr algn="just"/>
            <a:r>
              <a:rPr lang="en-HK" sz="2800" b="1" spc="-150" dirty="0">
                <a:solidFill>
                  <a:schemeClr val="tx1"/>
                </a:solidFill>
              </a:rPr>
              <a:t>Holy, Holy, Holy Lord God of hosts. Heaven and earth are full of your glory. Hosanna in the highest. Blessed is he who comes in the name of the Lord. Hosanna in the highest.</a:t>
            </a:r>
          </a:p>
        </p:txBody>
      </p:sp>
      <p:sp>
        <p:nvSpPr>
          <p:cNvPr id="10" name="Rectangle: Rounded Corners 9">
            <a:extLst>
              <a:ext uri="{FF2B5EF4-FFF2-40B4-BE49-F238E27FC236}">
                <a16:creationId xmlns:a16="http://schemas.microsoft.com/office/drawing/2014/main" id="{9AE1B089-D972-9C49-9242-F2F4E73F115A}"/>
              </a:ext>
            </a:extLst>
          </p:cNvPr>
          <p:cNvSpPr/>
          <p:nvPr/>
        </p:nvSpPr>
        <p:spPr>
          <a:xfrm>
            <a:off x="220717" y="168142"/>
            <a:ext cx="8702566" cy="790401"/>
          </a:xfrm>
          <a:prstGeom prst="roundRect">
            <a:avLst>
              <a:gd name="adj" fmla="val 11488"/>
            </a:avLst>
          </a:prstGeom>
          <a:solidFill>
            <a:srgbClr val="5572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3600" b="1">
                <a:solidFill>
                  <a:schemeClr val="bg1"/>
                </a:solidFill>
              </a:rPr>
              <a:t>圣、圣、圣　</a:t>
            </a:r>
            <a:r>
              <a:rPr lang="en-HK" altLang="zh-TW" sz="3600" b="1">
                <a:solidFill>
                  <a:schemeClr val="bg1"/>
                </a:solidFill>
              </a:rPr>
              <a:t>Sanctus</a:t>
            </a:r>
            <a:endParaRPr lang="zh-TW" altLang="en-US" sz="3600" b="1">
              <a:solidFill>
                <a:schemeClr val="bg1"/>
              </a:solidFill>
            </a:endParaRPr>
          </a:p>
        </p:txBody>
      </p:sp>
      <p:sp>
        <p:nvSpPr>
          <p:cNvPr id="2" name="Rectangle: Rounded Corners 1">
            <a:extLst>
              <a:ext uri="{FF2B5EF4-FFF2-40B4-BE49-F238E27FC236}">
                <a16:creationId xmlns:a16="http://schemas.microsoft.com/office/drawing/2014/main" id="{031C44DC-B750-2983-B2B9-E9AAF4609A44}"/>
              </a:ext>
            </a:extLst>
          </p:cNvPr>
          <p:cNvSpPr/>
          <p:nvPr/>
        </p:nvSpPr>
        <p:spPr>
          <a:xfrm>
            <a:off x="111268" y="1081856"/>
            <a:ext cx="5320747" cy="5524237"/>
          </a:xfrm>
          <a:prstGeom prst="roundRect">
            <a:avLst>
              <a:gd name="adj" fmla="val 2712"/>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just" hangingPunct="0"/>
            <a:r>
              <a:rPr lang="zh-TW" altLang="en-US" sz="4800" b="1" spc="-500" dirty="0">
                <a:solidFill>
                  <a:srgbClr val="282120"/>
                </a:solidFill>
              </a:rPr>
              <a:t>圣、圣、圣、上主，万有的天主，你的光荣充满天地。欢呼之声，响彻云霄。奉主名而来的，当受赞美。欢呼之声，响彻云霄。</a:t>
            </a:r>
            <a:endParaRPr lang="zh-CN" altLang="en-US" sz="4800" b="1" spc="-500" dirty="0">
              <a:solidFill>
                <a:srgbClr val="282120"/>
              </a:solidFill>
            </a:endParaRPr>
          </a:p>
        </p:txBody>
      </p:sp>
      <p:grpSp>
        <p:nvGrpSpPr>
          <p:cNvPr id="11" name="Group 10">
            <a:extLst>
              <a:ext uri="{FF2B5EF4-FFF2-40B4-BE49-F238E27FC236}">
                <a16:creationId xmlns:a16="http://schemas.microsoft.com/office/drawing/2014/main" id="{23F071E1-5037-2F4E-BC8C-113E9DA0C61B}"/>
              </a:ext>
            </a:extLst>
          </p:cNvPr>
          <p:cNvGrpSpPr/>
          <p:nvPr/>
        </p:nvGrpSpPr>
        <p:grpSpPr>
          <a:xfrm>
            <a:off x="7433919" y="5904362"/>
            <a:ext cx="1301539" cy="599878"/>
            <a:chOff x="7433919" y="5004791"/>
            <a:chExt cx="1301539" cy="599878"/>
          </a:xfrm>
          <a:solidFill>
            <a:srgbClr val="55725D"/>
          </a:solidFill>
        </p:grpSpPr>
        <p:sp>
          <p:nvSpPr>
            <p:cNvPr id="12" name="Rectangle: Rounded Corners 11">
              <a:extLst>
                <a:ext uri="{FF2B5EF4-FFF2-40B4-BE49-F238E27FC236}">
                  <a16:creationId xmlns:a16="http://schemas.microsoft.com/office/drawing/2014/main" id="{8ECD1DF6-B574-F14F-86FF-1F92F2F85551}"/>
                </a:ext>
              </a:extLst>
            </p:cNvPr>
            <p:cNvSpPr/>
            <p:nvPr/>
          </p:nvSpPr>
          <p:spPr>
            <a:xfrm>
              <a:off x="7433919" y="5004791"/>
              <a:ext cx="1301539" cy="599878"/>
            </a:xfrm>
            <a:prstGeom prst="roundRect">
              <a:avLst/>
            </a:prstGeom>
            <a:grpFill/>
            <a:ln>
              <a:solidFill>
                <a:srgbClr val="557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zh-TW" altLang="en-US" sz="2400" b="1" dirty="0"/>
                <a:t>下跪</a:t>
              </a:r>
              <a:endParaRPr lang="en-HK" sz="2400" b="1" dirty="0"/>
            </a:p>
          </p:txBody>
        </p:sp>
        <p:pic>
          <p:nvPicPr>
            <p:cNvPr id="13" name="Picture 12" descr="A black silhouette of a person kneeling on his knees&#10;&#10;AI-generated content may be incorrect.">
              <a:extLst>
                <a:ext uri="{FF2B5EF4-FFF2-40B4-BE49-F238E27FC236}">
                  <a16:creationId xmlns:a16="http://schemas.microsoft.com/office/drawing/2014/main" id="{7EA0B8D6-1BF4-9395-3FB5-D7BB55CE0870}"/>
                </a:ext>
              </a:extLst>
            </p:cNvPr>
            <p:cNvPicPr>
              <a:picLocks noChangeAspect="1"/>
            </p:cNvPicPr>
            <p:nvPr/>
          </p:nvPicPr>
          <p:blipFill>
            <a:blip r:embed="rId3">
              <a:lum bright="70000" contrast="-70000"/>
              <a:extLst>
                <a:ext uri="{BEBA8EAE-BF5A-486C-A8C5-ECC9F3942E4B}">
                  <a14:imgProps xmlns:a14="http://schemas.microsoft.com/office/drawing/2010/main">
                    <a14:imgLayer r:embed="rId4">
                      <a14:imgEffect>
                        <a14:backgroundRemoval t="10000" b="90000" l="10000" r="90000"/>
                      </a14:imgEffect>
                    </a14:imgLayer>
                  </a14:imgProps>
                </a:ext>
              </a:extLst>
            </a:blip>
            <a:stretch>
              <a:fillRect/>
            </a:stretch>
          </p:blipFill>
          <p:spPr>
            <a:xfrm>
              <a:off x="7524425" y="5092302"/>
              <a:ext cx="463437" cy="424855"/>
            </a:xfrm>
            <a:prstGeom prst="rect">
              <a:avLst/>
            </a:prstGeom>
            <a:grpFill/>
            <a:ln>
              <a:solidFill>
                <a:srgbClr val="55725D"/>
              </a:solidFill>
            </a:ln>
          </p:spPr>
        </p:pic>
      </p:grpSp>
    </p:spTree>
    <p:extLst>
      <p:ext uri="{BB962C8B-B14F-4D97-AF65-F5344CB8AC3E}">
        <p14:creationId xmlns:p14="http://schemas.microsoft.com/office/powerpoint/2010/main" val="36099942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90B4BA-30C5-6F85-2BAF-E0BA369300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22AA51-39FA-C46F-96D7-F226A4DDFF7D}"/>
              </a:ext>
            </a:extLst>
          </p:cNvPr>
          <p:cNvSpPr>
            <a:spLocks noGrp="1"/>
          </p:cNvSpPr>
          <p:nvPr>
            <p:ph type="title"/>
          </p:nvPr>
        </p:nvSpPr>
        <p:spPr/>
        <p:txBody>
          <a:bodyPr>
            <a:normAutofit fontScale="90000"/>
          </a:bodyPr>
          <a:lstStyle/>
          <a:p>
            <a:br>
              <a:rPr lang="en-AU" altLang="zh-TW" dirty="0"/>
            </a:br>
            <a:r>
              <a:rPr lang="zh-TW" altLang="en-US" dirty="0"/>
              <a:t>感恩经（四）　</a:t>
            </a:r>
            <a:r>
              <a:rPr lang="en-HK" altLang="zh-TW" dirty="0"/>
              <a:t>Eucharistic Prayer </a:t>
            </a:r>
            <a:r>
              <a:rPr lang="en-US" altLang="zh-TW" dirty="0"/>
              <a:t>IV</a:t>
            </a:r>
            <a:br>
              <a:rPr lang="en-HK" altLang="zh-TW" dirty="0"/>
            </a:br>
            <a:endParaRPr lang="en-AU" dirty="0"/>
          </a:p>
        </p:txBody>
      </p:sp>
      <p:sp>
        <p:nvSpPr>
          <p:cNvPr id="3" name="Content Placeholder 2">
            <a:extLst>
              <a:ext uri="{FF2B5EF4-FFF2-40B4-BE49-F238E27FC236}">
                <a16:creationId xmlns:a16="http://schemas.microsoft.com/office/drawing/2014/main" id="{4B8DCFB4-FC87-9214-A7C1-078FC4660422}"/>
              </a:ext>
            </a:extLst>
          </p:cNvPr>
          <p:cNvSpPr>
            <a:spLocks noGrp="1"/>
          </p:cNvSpPr>
          <p:nvPr>
            <p:ph sz="half" idx="1"/>
          </p:nvPr>
        </p:nvSpPr>
        <p:spPr/>
        <p:txBody>
          <a:bodyPr>
            <a:normAutofit/>
          </a:bodyPr>
          <a:lstStyle/>
          <a:p>
            <a:pPr marL="0" indent="0" algn="just">
              <a:buNone/>
            </a:pPr>
            <a:r>
              <a:rPr lang="zh-CN" altLang="en-US" dirty="0"/>
              <a:t>圣父，我们颂扬祢，因为祢是伟大的，以大智大仁创造了万物，按照祢的肖像造生了人类，</a:t>
            </a:r>
            <a:endParaRPr lang="en-AU" dirty="0"/>
          </a:p>
        </p:txBody>
      </p:sp>
      <p:sp>
        <p:nvSpPr>
          <p:cNvPr id="4" name="Content Placeholder 3">
            <a:extLst>
              <a:ext uri="{FF2B5EF4-FFF2-40B4-BE49-F238E27FC236}">
                <a16:creationId xmlns:a16="http://schemas.microsoft.com/office/drawing/2014/main" id="{B56BFEEC-FB28-23CE-90E5-C0AC584F6E35}"/>
              </a:ext>
            </a:extLst>
          </p:cNvPr>
          <p:cNvSpPr>
            <a:spLocks noGrp="1"/>
          </p:cNvSpPr>
          <p:nvPr>
            <p:ph sz="half" idx="2"/>
          </p:nvPr>
        </p:nvSpPr>
        <p:spPr/>
        <p:txBody>
          <a:bodyPr>
            <a:normAutofit/>
          </a:bodyPr>
          <a:lstStyle/>
          <a:p>
            <a:pPr marL="0" indent="0" algn="just">
              <a:buNone/>
            </a:pPr>
            <a:r>
              <a:rPr lang="en-GB" dirty="0"/>
              <a:t>We give you praise, Father most holy, for you are great and you have fashioned all your works in wisdom and in love. You formed man in your own image</a:t>
            </a:r>
          </a:p>
          <a:p>
            <a:pPr algn="just"/>
            <a:endParaRPr lang="en-AU" dirty="0"/>
          </a:p>
        </p:txBody>
      </p:sp>
    </p:spTree>
    <p:extLst>
      <p:ext uri="{BB962C8B-B14F-4D97-AF65-F5344CB8AC3E}">
        <p14:creationId xmlns:p14="http://schemas.microsoft.com/office/powerpoint/2010/main" val="27764748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C4F01B-661A-2DBB-9124-20B2599AB3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2856EE-472E-6203-F132-32DDA2963497}"/>
              </a:ext>
            </a:extLst>
          </p:cNvPr>
          <p:cNvSpPr>
            <a:spLocks noGrp="1"/>
          </p:cNvSpPr>
          <p:nvPr>
            <p:ph type="title"/>
          </p:nvPr>
        </p:nvSpPr>
        <p:spPr/>
        <p:txBody>
          <a:bodyPr>
            <a:normAutofit fontScale="90000"/>
          </a:bodyPr>
          <a:lstStyle/>
          <a:p>
            <a:br>
              <a:rPr lang="en-AU" altLang="zh-TW" dirty="0"/>
            </a:br>
            <a:r>
              <a:rPr lang="zh-TW" altLang="en-US" dirty="0"/>
              <a:t>感恩经（四）　</a:t>
            </a:r>
            <a:r>
              <a:rPr lang="en-HK" altLang="zh-TW" dirty="0"/>
              <a:t>Eucharistic Prayer </a:t>
            </a:r>
            <a:r>
              <a:rPr lang="en-US" altLang="zh-TW" dirty="0"/>
              <a:t>IV</a:t>
            </a:r>
            <a:br>
              <a:rPr lang="en-HK" altLang="zh-TW" dirty="0"/>
            </a:br>
            <a:endParaRPr lang="en-AU" dirty="0"/>
          </a:p>
        </p:txBody>
      </p:sp>
      <p:sp>
        <p:nvSpPr>
          <p:cNvPr id="3" name="Content Placeholder 2">
            <a:extLst>
              <a:ext uri="{FF2B5EF4-FFF2-40B4-BE49-F238E27FC236}">
                <a16:creationId xmlns:a16="http://schemas.microsoft.com/office/drawing/2014/main" id="{155AED12-DFC6-26AC-12DE-78B77D734070}"/>
              </a:ext>
            </a:extLst>
          </p:cNvPr>
          <p:cNvSpPr>
            <a:spLocks noGrp="1"/>
          </p:cNvSpPr>
          <p:nvPr>
            <p:ph sz="half" idx="1"/>
          </p:nvPr>
        </p:nvSpPr>
        <p:spPr/>
        <p:txBody>
          <a:bodyPr/>
          <a:lstStyle/>
          <a:p>
            <a:pPr marL="0" indent="0" algn="just">
              <a:buNone/>
            </a:pPr>
            <a:r>
              <a:rPr lang="zh-CN" altLang="en-US" dirty="0"/>
              <a:t>使人管理世界，统驭万物，只事奉祢，万有的创造者。</a:t>
            </a:r>
          </a:p>
          <a:p>
            <a:pPr algn="just"/>
            <a:endParaRPr lang="en-AU" dirty="0"/>
          </a:p>
        </p:txBody>
      </p:sp>
      <p:sp>
        <p:nvSpPr>
          <p:cNvPr id="4" name="Content Placeholder 3">
            <a:extLst>
              <a:ext uri="{FF2B5EF4-FFF2-40B4-BE49-F238E27FC236}">
                <a16:creationId xmlns:a16="http://schemas.microsoft.com/office/drawing/2014/main" id="{FA1601AC-1DA8-BAEB-4EE1-C816862635C2}"/>
              </a:ext>
            </a:extLst>
          </p:cNvPr>
          <p:cNvSpPr>
            <a:spLocks noGrp="1"/>
          </p:cNvSpPr>
          <p:nvPr>
            <p:ph sz="half" idx="2"/>
          </p:nvPr>
        </p:nvSpPr>
        <p:spPr/>
        <p:txBody>
          <a:bodyPr/>
          <a:lstStyle/>
          <a:p>
            <a:pPr marL="0" indent="0" algn="just">
              <a:buNone/>
            </a:pPr>
            <a:r>
              <a:rPr lang="en-GB" dirty="0"/>
              <a:t>and entrusted the whole world to his care, so that in serving you alone, the Creator, he might have dominion over all creatures. </a:t>
            </a:r>
          </a:p>
          <a:p>
            <a:pPr algn="just"/>
            <a:endParaRPr lang="en-AU" dirty="0"/>
          </a:p>
        </p:txBody>
      </p:sp>
    </p:spTree>
    <p:extLst>
      <p:ext uri="{BB962C8B-B14F-4D97-AF65-F5344CB8AC3E}">
        <p14:creationId xmlns:p14="http://schemas.microsoft.com/office/powerpoint/2010/main" val="20790658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72DF6E-49C0-783F-C59F-28ED1A5472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402C7D-769B-4DC1-F488-3981A7F98382}"/>
              </a:ext>
            </a:extLst>
          </p:cNvPr>
          <p:cNvSpPr>
            <a:spLocks noGrp="1"/>
          </p:cNvSpPr>
          <p:nvPr>
            <p:ph type="title"/>
          </p:nvPr>
        </p:nvSpPr>
        <p:spPr/>
        <p:txBody>
          <a:bodyPr>
            <a:normAutofit fontScale="90000"/>
          </a:bodyPr>
          <a:lstStyle/>
          <a:p>
            <a:br>
              <a:rPr lang="en-AU" altLang="zh-TW" dirty="0"/>
            </a:br>
            <a:r>
              <a:rPr lang="zh-TW" altLang="en-US" dirty="0"/>
              <a:t>感恩经（四）　</a:t>
            </a:r>
            <a:r>
              <a:rPr lang="en-HK" altLang="zh-TW" dirty="0"/>
              <a:t>Eucharistic Prayer </a:t>
            </a:r>
            <a:r>
              <a:rPr lang="en-US" altLang="zh-TW" dirty="0"/>
              <a:t>IV</a:t>
            </a:r>
            <a:br>
              <a:rPr lang="en-HK" altLang="zh-TW" dirty="0"/>
            </a:br>
            <a:endParaRPr lang="en-AU" dirty="0"/>
          </a:p>
        </p:txBody>
      </p:sp>
      <p:sp>
        <p:nvSpPr>
          <p:cNvPr id="3" name="Content Placeholder 2">
            <a:extLst>
              <a:ext uri="{FF2B5EF4-FFF2-40B4-BE49-F238E27FC236}">
                <a16:creationId xmlns:a16="http://schemas.microsoft.com/office/drawing/2014/main" id="{B72BAF72-E321-03E2-DB23-04CA5A7ACA44}"/>
              </a:ext>
            </a:extLst>
          </p:cNvPr>
          <p:cNvSpPr>
            <a:spLocks noGrp="1"/>
          </p:cNvSpPr>
          <p:nvPr>
            <p:ph sz="half" idx="1"/>
          </p:nvPr>
        </p:nvSpPr>
        <p:spPr/>
        <p:txBody>
          <a:bodyPr>
            <a:normAutofit/>
          </a:bodyPr>
          <a:lstStyle/>
          <a:p>
            <a:pPr marL="0" indent="0" algn="just">
              <a:buNone/>
            </a:pPr>
            <a:r>
              <a:rPr lang="zh-CN" altLang="en-US" dirty="0"/>
              <a:t>人虽然违背了祢的命令，失去了祢的恩宠，祢并没有弃置不顾，任其丧亡，</a:t>
            </a:r>
            <a:endParaRPr lang="en-AU" dirty="0"/>
          </a:p>
        </p:txBody>
      </p:sp>
      <p:sp>
        <p:nvSpPr>
          <p:cNvPr id="4" name="Content Placeholder 3">
            <a:extLst>
              <a:ext uri="{FF2B5EF4-FFF2-40B4-BE49-F238E27FC236}">
                <a16:creationId xmlns:a16="http://schemas.microsoft.com/office/drawing/2014/main" id="{A3A3A023-CFEC-01C2-0C45-BB03EF36B380}"/>
              </a:ext>
            </a:extLst>
          </p:cNvPr>
          <p:cNvSpPr>
            <a:spLocks noGrp="1"/>
          </p:cNvSpPr>
          <p:nvPr>
            <p:ph sz="half" idx="2"/>
          </p:nvPr>
        </p:nvSpPr>
        <p:spPr/>
        <p:txBody>
          <a:bodyPr>
            <a:normAutofit/>
          </a:bodyPr>
          <a:lstStyle/>
          <a:p>
            <a:pPr marL="0" indent="0" algn="just">
              <a:buNone/>
            </a:pPr>
            <a:r>
              <a:rPr lang="en-GB" dirty="0"/>
              <a:t>And when through disobedience he had lost your friendship, you did not abandon him to the domain of death. </a:t>
            </a:r>
            <a:endParaRPr lang="en-AU" dirty="0"/>
          </a:p>
        </p:txBody>
      </p:sp>
    </p:spTree>
    <p:extLst>
      <p:ext uri="{BB962C8B-B14F-4D97-AF65-F5344CB8AC3E}">
        <p14:creationId xmlns:p14="http://schemas.microsoft.com/office/powerpoint/2010/main" val="9760933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6E081B-A383-8861-B1AA-50CACB84BF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990E53-C7E3-09B0-986D-6B0179665FDB}"/>
              </a:ext>
            </a:extLst>
          </p:cNvPr>
          <p:cNvSpPr>
            <a:spLocks noGrp="1"/>
          </p:cNvSpPr>
          <p:nvPr>
            <p:ph type="title"/>
          </p:nvPr>
        </p:nvSpPr>
        <p:spPr/>
        <p:txBody>
          <a:bodyPr>
            <a:normAutofit fontScale="90000"/>
          </a:bodyPr>
          <a:lstStyle/>
          <a:p>
            <a:br>
              <a:rPr lang="en-AU" altLang="zh-TW" dirty="0"/>
            </a:br>
            <a:r>
              <a:rPr lang="zh-TW" altLang="en-US" dirty="0"/>
              <a:t>感恩经（四）　</a:t>
            </a:r>
            <a:r>
              <a:rPr lang="en-HK" altLang="zh-TW" dirty="0"/>
              <a:t>Eucharistic Prayer </a:t>
            </a:r>
            <a:r>
              <a:rPr lang="en-US" altLang="zh-TW" dirty="0"/>
              <a:t>IV</a:t>
            </a:r>
            <a:br>
              <a:rPr lang="en-HK" altLang="zh-TW" dirty="0"/>
            </a:br>
            <a:endParaRPr lang="en-AU" dirty="0"/>
          </a:p>
        </p:txBody>
      </p:sp>
      <p:sp>
        <p:nvSpPr>
          <p:cNvPr id="3" name="Content Placeholder 2">
            <a:extLst>
              <a:ext uri="{FF2B5EF4-FFF2-40B4-BE49-F238E27FC236}">
                <a16:creationId xmlns:a16="http://schemas.microsoft.com/office/drawing/2014/main" id="{9F2EB8A4-3635-10D0-B00A-96CB2479BE14}"/>
              </a:ext>
            </a:extLst>
          </p:cNvPr>
          <p:cNvSpPr>
            <a:spLocks noGrp="1"/>
          </p:cNvSpPr>
          <p:nvPr>
            <p:ph sz="half" idx="1"/>
          </p:nvPr>
        </p:nvSpPr>
        <p:spPr/>
        <p:txBody>
          <a:bodyPr/>
          <a:lstStyle/>
          <a:p>
            <a:pPr marL="0" indent="0" algn="just">
              <a:buNone/>
            </a:pPr>
            <a:r>
              <a:rPr lang="zh-CN" altLang="en-US" dirty="0"/>
              <a:t>反而大发慈悲，向所有的人伸出援助的手，使寻求祢的人都能找到祢。</a:t>
            </a:r>
          </a:p>
          <a:p>
            <a:pPr algn="just"/>
            <a:endParaRPr lang="en-AU" dirty="0"/>
          </a:p>
        </p:txBody>
      </p:sp>
      <p:sp>
        <p:nvSpPr>
          <p:cNvPr id="4" name="Content Placeholder 3">
            <a:extLst>
              <a:ext uri="{FF2B5EF4-FFF2-40B4-BE49-F238E27FC236}">
                <a16:creationId xmlns:a16="http://schemas.microsoft.com/office/drawing/2014/main" id="{66E996BC-9B0E-CDB7-BDDD-F8F174E98B33}"/>
              </a:ext>
            </a:extLst>
          </p:cNvPr>
          <p:cNvSpPr>
            <a:spLocks noGrp="1"/>
          </p:cNvSpPr>
          <p:nvPr>
            <p:ph sz="half" idx="2"/>
          </p:nvPr>
        </p:nvSpPr>
        <p:spPr/>
        <p:txBody>
          <a:bodyPr/>
          <a:lstStyle/>
          <a:p>
            <a:pPr marL="0" indent="0" algn="just">
              <a:buNone/>
            </a:pPr>
            <a:r>
              <a:rPr lang="en-GB" dirty="0"/>
              <a:t>For you came in mercy to the aid of all, so that those who seek might find you.</a:t>
            </a:r>
          </a:p>
          <a:p>
            <a:pPr algn="just"/>
            <a:endParaRPr lang="en-AU" dirty="0"/>
          </a:p>
        </p:txBody>
      </p:sp>
    </p:spTree>
    <p:extLst>
      <p:ext uri="{BB962C8B-B14F-4D97-AF65-F5344CB8AC3E}">
        <p14:creationId xmlns:p14="http://schemas.microsoft.com/office/powerpoint/2010/main" val="12482084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EDE14E-6EDE-BD8B-E299-373A77ED12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1896B8-C43C-4E13-E937-ADFFFB5E2733}"/>
              </a:ext>
            </a:extLst>
          </p:cNvPr>
          <p:cNvSpPr>
            <a:spLocks noGrp="1"/>
          </p:cNvSpPr>
          <p:nvPr>
            <p:ph type="title"/>
          </p:nvPr>
        </p:nvSpPr>
        <p:spPr/>
        <p:txBody>
          <a:bodyPr>
            <a:normAutofit fontScale="90000"/>
          </a:bodyPr>
          <a:lstStyle/>
          <a:p>
            <a:br>
              <a:rPr lang="en-AU" altLang="zh-TW" dirty="0"/>
            </a:br>
            <a:r>
              <a:rPr lang="zh-TW" altLang="en-US" dirty="0"/>
              <a:t>感恩经（四）　</a:t>
            </a:r>
            <a:r>
              <a:rPr lang="en-HK" altLang="zh-TW" dirty="0"/>
              <a:t>Eucharistic Prayer </a:t>
            </a:r>
            <a:r>
              <a:rPr lang="en-US" altLang="zh-TW" dirty="0"/>
              <a:t>IV</a:t>
            </a:r>
            <a:br>
              <a:rPr lang="en-HK" altLang="zh-TW" dirty="0"/>
            </a:br>
            <a:endParaRPr lang="en-AU" dirty="0"/>
          </a:p>
        </p:txBody>
      </p:sp>
      <p:sp>
        <p:nvSpPr>
          <p:cNvPr id="3" name="Content Placeholder 2">
            <a:extLst>
              <a:ext uri="{FF2B5EF4-FFF2-40B4-BE49-F238E27FC236}">
                <a16:creationId xmlns:a16="http://schemas.microsoft.com/office/drawing/2014/main" id="{72E01F9A-30BC-6180-7F68-722AA925A6E4}"/>
              </a:ext>
            </a:extLst>
          </p:cNvPr>
          <p:cNvSpPr>
            <a:spLocks noGrp="1"/>
          </p:cNvSpPr>
          <p:nvPr>
            <p:ph sz="half" idx="1"/>
          </p:nvPr>
        </p:nvSpPr>
        <p:spPr/>
        <p:txBody>
          <a:bodyPr>
            <a:normAutofit/>
          </a:bodyPr>
          <a:lstStyle/>
          <a:p>
            <a:pPr marL="0" indent="0" algn="just">
              <a:buNone/>
            </a:pPr>
            <a:r>
              <a:rPr lang="zh-CN" altLang="en-US" dirty="0"/>
              <a:t>祢多次与人订立盟约，并藉先知教导人类，期待着救恩。</a:t>
            </a:r>
            <a:endParaRPr lang="en-AU" dirty="0"/>
          </a:p>
        </p:txBody>
      </p:sp>
      <p:sp>
        <p:nvSpPr>
          <p:cNvPr id="4" name="Content Placeholder 3">
            <a:extLst>
              <a:ext uri="{FF2B5EF4-FFF2-40B4-BE49-F238E27FC236}">
                <a16:creationId xmlns:a16="http://schemas.microsoft.com/office/drawing/2014/main" id="{3567C620-B898-677A-5667-DE812FB792AC}"/>
              </a:ext>
            </a:extLst>
          </p:cNvPr>
          <p:cNvSpPr>
            <a:spLocks noGrp="1"/>
          </p:cNvSpPr>
          <p:nvPr>
            <p:ph sz="half" idx="2"/>
          </p:nvPr>
        </p:nvSpPr>
        <p:spPr/>
        <p:txBody>
          <a:bodyPr>
            <a:normAutofit/>
          </a:bodyPr>
          <a:lstStyle/>
          <a:p>
            <a:pPr marL="0" indent="0" algn="just">
              <a:buNone/>
            </a:pPr>
            <a:r>
              <a:rPr lang="en-GB" dirty="0"/>
              <a:t>Time and again you offered them covenants and through the prophets taught them to look forward to salvation. </a:t>
            </a:r>
            <a:endParaRPr lang="en-AU" dirty="0"/>
          </a:p>
        </p:txBody>
      </p:sp>
    </p:spTree>
    <p:extLst>
      <p:ext uri="{BB962C8B-B14F-4D97-AF65-F5344CB8AC3E}">
        <p14:creationId xmlns:p14="http://schemas.microsoft.com/office/powerpoint/2010/main" val="16223754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0064DC-4BCE-C365-3C2C-4CE6419CFB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37F22A-972E-7B56-FE4E-F7E599D39675}"/>
              </a:ext>
            </a:extLst>
          </p:cNvPr>
          <p:cNvSpPr>
            <a:spLocks noGrp="1"/>
          </p:cNvSpPr>
          <p:nvPr>
            <p:ph type="title"/>
          </p:nvPr>
        </p:nvSpPr>
        <p:spPr/>
        <p:txBody>
          <a:bodyPr>
            <a:normAutofit fontScale="90000"/>
          </a:bodyPr>
          <a:lstStyle/>
          <a:p>
            <a:br>
              <a:rPr lang="en-AU" altLang="zh-TW" dirty="0"/>
            </a:br>
            <a:r>
              <a:rPr lang="zh-TW" altLang="en-US" dirty="0"/>
              <a:t>感恩经（四）　</a:t>
            </a:r>
            <a:r>
              <a:rPr lang="en-HK" altLang="zh-TW" dirty="0"/>
              <a:t>Eucharistic Prayer </a:t>
            </a:r>
            <a:r>
              <a:rPr lang="en-US" altLang="zh-TW" dirty="0"/>
              <a:t>IV</a:t>
            </a:r>
            <a:br>
              <a:rPr lang="en-HK" altLang="zh-TW" dirty="0"/>
            </a:br>
            <a:endParaRPr lang="en-AU" dirty="0"/>
          </a:p>
        </p:txBody>
      </p:sp>
      <p:sp>
        <p:nvSpPr>
          <p:cNvPr id="3" name="Content Placeholder 2">
            <a:extLst>
              <a:ext uri="{FF2B5EF4-FFF2-40B4-BE49-F238E27FC236}">
                <a16:creationId xmlns:a16="http://schemas.microsoft.com/office/drawing/2014/main" id="{BC49BA7F-E9B4-EA2A-684D-E5042B7A6FC7}"/>
              </a:ext>
            </a:extLst>
          </p:cNvPr>
          <p:cNvSpPr>
            <a:spLocks noGrp="1"/>
          </p:cNvSpPr>
          <p:nvPr>
            <p:ph sz="half" idx="1"/>
          </p:nvPr>
        </p:nvSpPr>
        <p:spPr/>
        <p:txBody>
          <a:bodyPr/>
          <a:lstStyle/>
          <a:p>
            <a:pPr marL="0" indent="0" algn="just">
              <a:buNone/>
            </a:pPr>
            <a:r>
              <a:rPr lang="zh-CN" altLang="en-US" dirty="0"/>
              <a:t>圣父，祢爱世人如此之深，时期一满，祢就派遣祢的唯一圣子，作我们的救主：</a:t>
            </a:r>
          </a:p>
          <a:p>
            <a:pPr algn="just"/>
            <a:endParaRPr lang="en-AU" dirty="0"/>
          </a:p>
        </p:txBody>
      </p:sp>
      <p:sp>
        <p:nvSpPr>
          <p:cNvPr id="4" name="Content Placeholder 3">
            <a:extLst>
              <a:ext uri="{FF2B5EF4-FFF2-40B4-BE49-F238E27FC236}">
                <a16:creationId xmlns:a16="http://schemas.microsoft.com/office/drawing/2014/main" id="{B5ED2689-62EA-E1AC-157D-60A389A8A230}"/>
              </a:ext>
            </a:extLst>
          </p:cNvPr>
          <p:cNvSpPr>
            <a:spLocks noGrp="1"/>
          </p:cNvSpPr>
          <p:nvPr>
            <p:ph sz="half" idx="2"/>
          </p:nvPr>
        </p:nvSpPr>
        <p:spPr/>
        <p:txBody>
          <a:bodyPr/>
          <a:lstStyle/>
          <a:p>
            <a:pPr marL="0" indent="0" algn="just">
              <a:buNone/>
            </a:pPr>
            <a:r>
              <a:rPr lang="en-GB" dirty="0"/>
              <a:t>And you so loved the world, Father most holy, that in the fullness of time you sent your Only Begotten Son to be our Saviour. </a:t>
            </a:r>
          </a:p>
          <a:p>
            <a:pPr algn="just"/>
            <a:endParaRPr lang="en-AU" dirty="0"/>
          </a:p>
        </p:txBody>
      </p:sp>
    </p:spTree>
    <p:extLst>
      <p:ext uri="{BB962C8B-B14F-4D97-AF65-F5344CB8AC3E}">
        <p14:creationId xmlns:p14="http://schemas.microsoft.com/office/powerpoint/2010/main" val="9958774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DF8733-572E-FAC8-C724-070BE8C422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F90BB9-50AE-25B8-3135-E680A9B7F421}"/>
              </a:ext>
            </a:extLst>
          </p:cNvPr>
          <p:cNvSpPr>
            <a:spLocks noGrp="1"/>
          </p:cNvSpPr>
          <p:nvPr>
            <p:ph type="title"/>
          </p:nvPr>
        </p:nvSpPr>
        <p:spPr/>
        <p:txBody>
          <a:bodyPr>
            <a:normAutofit fontScale="90000"/>
          </a:bodyPr>
          <a:lstStyle/>
          <a:p>
            <a:br>
              <a:rPr lang="en-AU" altLang="zh-TW" dirty="0"/>
            </a:br>
            <a:r>
              <a:rPr lang="zh-TW" altLang="en-US" dirty="0"/>
              <a:t>感恩经（四）　</a:t>
            </a:r>
            <a:r>
              <a:rPr lang="en-HK" altLang="zh-TW" dirty="0"/>
              <a:t>Eucharistic Prayer </a:t>
            </a:r>
            <a:r>
              <a:rPr lang="en-US" altLang="zh-TW" dirty="0"/>
              <a:t>IV</a:t>
            </a:r>
            <a:br>
              <a:rPr lang="en-HK" altLang="zh-TW" dirty="0"/>
            </a:br>
            <a:endParaRPr lang="en-AU" dirty="0"/>
          </a:p>
        </p:txBody>
      </p:sp>
      <p:sp>
        <p:nvSpPr>
          <p:cNvPr id="3" name="Content Placeholder 2">
            <a:extLst>
              <a:ext uri="{FF2B5EF4-FFF2-40B4-BE49-F238E27FC236}">
                <a16:creationId xmlns:a16="http://schemas.microsoft.com/office/drawing/2014/main" id="{37D1E00F-B801-4E2F-67F9-7935BE6FE64B}"/>
              </a:ext>
            </a:extLst>
          </p:cNvPr>
          <p:cNvSpPr>
            <a:spLocks noGrp="1"/>
          </p:cNvSpPr>
          <p:nvPr>
            <p:ph sz="half" idx="1"/>
          </p:nvPr>
        </p:nvSpPr>
        <p:spPr/>
        <p:txBody>
          <a:bodyPr>
            <a:normAutofit/>
          </a:bodyPr>
          <a:lstStyle/>
          <a:p>
            <a:pPr marL="0" indent="0" algn="just">
              <a:buNone/>
            </a:pPr>
            <a:r>
              <a:rPr lang="zh-CN" altLang="en-US" dirty="0"/>
              <a:t>祂因圣神降孕，由童贞玛利亚诞生，除了罪过，度着和我们一样的生活。</a:t>
            </a:r>
            <a:endParaRPr lang="en-AU" dirty="0"/>
          </a:p>
        </p:txBody>
      </p:sp>
      <p:sp>
        <p:nvSpPr>
          <p:cNvPr id="4" name="Content Placeholder 3">
            <a:extLst>
              <a:ext uri="{FF2B5EF4-FFF2-40B4-BE49-F238E27FC236}">
                <a16:creationId xmlns:a16="http://schemas.microsoft.com/office/drawing/2014/main" id="{5EE34D26-0907-DDC0-141C-DA044A0A1B51}"/>
              </a:ext>
            </a:extLst>
          </p:cNvPr>
          <p:cNvSpPr>
            <a:spLocks noGrp="1"/>
          </p:cNvSpPr>
          <p:nvPr>
            <p:ph sz="half" idx="2"/>
          </p:nvPr>
        </p:nvSpPr>
        <p:spPr/>
        <p:txBody>
          <a:bodyPr>
            <a:normAutofit/>
          </a:bodyPr>
          <a:lstStyle/>
          <a:p>
            <a:pPr marL="0" indent="0" algn="just">
              <a:buNone/>
            </a:pPr>
            <a:r>
              <a:rPr lang="en-GB" dirty="0"/>
              <a:t>Made incarnate by the Holy Spirit and born of the Virgin Mary, he shared our human nature in all things but sin. </a:t>
            </a:r>
            <a:endParaRPr lang="en-AU" dirty="0"/>
          </a:p>
        </p:txBody>
      </p:sp>
    </p:spTree>
    <p:extLst>
      <p:ext uri="{BB962C8B-B14F-4D97-AF65-F5344CB8AC3E}">
        <p14:creationId xmlns:p14="http://schemas.microsoft.com/office/powerpoint/2010/main" val="21279269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54B59A-32C0-9D4B-205F-D1F70A9EF3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481116-A35A-39A6-7C9D-EED331801630}"/>
              </a:ext>
            </a:extLst>
          </p:cNvPr>
          <p:cNvSpPr>
            <a:spLocks noGrp="1"/>
          </p:cNvSpPr>
          <p:nvPr>
            <p:ph type="title"/>
          </p:nvPr>
        </p:nvSpPr>
        <p:spPr/>
        <p:txBody>
          <a:bodyPr>
            <a:normAutofit fontScale="90000"/>
          </a:bodyPr>
          <a:lstStyle/>
          <a:p>
            <a:br>
              <a:rPr lang="en-AU" altLang="zh-TW" dirty="0"/>
            </a:br>
            <a:r>
              <a:rPr lang="zh-TW" altLang="en-US" dirty="0"/>
              <a:t>感恩经（四）　</a:t>
            </a:r>
            <a:r>
              <a:rPr lang="en-HK" altLang="zh-TW" dirty="0"/>
              <a:t>Eucharistic Prayer </a:t>
            </a:r>
            <a:r>
              <a:rPr lang="en-US" altLang="zh-TW" dirty="0"/>
              <a:t>IV</a:t>
            </a:r>
            <a:br>
              <a:rPr lang="en-HK" altLang="zh-TW" dirty="0"/>
            </a:br>
            <a:endParaRPr lang="en-AU" dirty="0"/>
          </a:p>
        </p:txBody>
      </p:sp>
      <p:sp>
        <p:nvSpPr>
          <p:cNvPr id="3" name="Content Placeholder 2">
            <a:extLst>
              <a:ext uri="{FF2B5EF4-FFF2-40B4-BE49-F238E27FC236}">
                <a16:creationId xmlns:a16="http://schemas.microsoft.com/office/drawing/2014/main" id="{F4295440-402C-808D-147A-D88D5864DA65}"/>
              </a:ext>
            </a:extLst>
          </p:cNvPr>
          <p:cNvSpPr>
            <a:spLocks noGrp="1"/>
          </p:cNvSpPr>
          <p:nvPr>
            <p:ph sz="half" idx="1"/>
          </p:nvPr>
        </p:nvSpPr>
        <p:spPr/>
        <p:txBody>
          <a:bodyPr/>
          <a:lstStyle/>
          <a:p>
            <a:pPr marL="0" indent="0" algn="just" hangingPunct="0">
              <a:buNone/>
            </a:pPr>
            <a:r>
              <a:rPr lang="zh-CN" altLang="en-US" dirty="0"/>
              <a:t>祂给穷人传布救恩的喜讯，向被奴役者宣告自由，为忧苦者带来喜乐。</a:t>
            </a:r>
          </a:p>
          <a:p>
            <a:pPr algn="just" hangingPunct="0"/>
            <a:endParaRPr lang="en-AU" dirty="0"/>
          </a:p>
        </p:txBody>
      </p:sp>
      <p:sp>
        <p:nvSpPr>
          <p:cNvPr id="4" name="Content Placeholder 3">
            <a:extLst>
              <a:ext uri="{FF2B5EF4-FFF2-40B4-BE49-F238E27FC236}">
                <a16:creationId xmlns:a16="http://schemas.microsoft.com/office/drawing/2014/main" id="{B6D03035-3523-B617-1227-F2C38BAD9215}"/>
              </a:ext>
            </a:extLst>
          </p:cNvPr>
          <p:cNvSpPr>
            <a:spLocks noGrp="1"/>
          </p:cNvSpPr>
          <p:nvPr>
            <p:ph sz="half" idx="2"/>
          </p:nvPr>
        </p:nvSpPr>
        <p:spPr/>
        <p:txBody>
          <a:bodyPr/>
          <a:lstStyle/>
          <a:p>
            <a:pPr marL="0" indent="0" algn="just">
              <a:buNone/>
            </a:pPr>
            <a:r>
              <a:rPr lang="en-GB" dirty="0"/>
              <a:t>To the poor he proclaimed the good news of salvation, to prisoners, freedom, and to the sorrowful of heart, joy. </a:t>
            </a:r>
          </a:p>
          <a:p>
            <a:pPr algn="just"/>
            <a:endParaRPr lang="en-AU" dirty="0"/>
          </a:p>
        </p:txBody>
      </p:sp>
    </p:spTree>
    <p:extLst>
      <p:ext uri="{BB962C8B-B14F-4D97-AF65-F5344CB8AC3E}">
        <p14:creationId xmlns:p14="http://schemas.microsoft.com/office/powerpoint/2010/main" val="23224716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8D88A9-B29F-8D73-452D-A1801C967D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0603E0-D2E8-0042-3E38-2F53FFD10ED3}"/>
              </a:ext>
            </a:extLst>
          </p:cNvPr>
          <p:cNvSpPr>
            <a:spLocks noGrp="1"/>
          </p:cNvSpPr>
          <p:nvPr>
            <p:ph type="title"/>
          </p:nvPr>
        </p:nvSpPr>
        <p:spPr/>
        <p:txBody>
          <a:bodyPr>
            <a:normAutofit fontScale="90000"/>
          </a:bodyPr>
          <a:lstStyle/>
          <a:p>
            <a:br>
              <a:rPr lang="en-AU" altLang="zh-TW" dirty="0"/>
            </a:br>
            <a:r>
              <a:rPr lang="zh-TW" altLang="en-US" dirty="0"/>
              <a:t>感恩经（四）　</a:t>
            </a:r>
            <a:r>
              <a:rPr lang="en-HK" altLang="zh-TW" dirty="0"/>
              <a:t>Eucharistic Prayer </a:t>
            </a:r>
            <a:r>
              <a:rPr lang="en-US" altLang="zh-TW" dirty="0"/>
              <a:t>IV</a:t>
            </a:r>
            <a:br>
              <a:rPr lang="en-HK" altLang="zh-TW" dirty="0"/>
            </a:br>
            <a:endParaRPr lang="en-AU" dirty="0"/>
          </a:p>
        </p:txBody>
      </p:sp>
      <p:sp>
        <p:nvSpPr>
          <p:cNvPr id="3" name="Content Placeholder 2">
            <a:extLst>
              <a:ext uri="{FF2B5EF4-FFF2-40B4-BE49-F238E27FC236}">
                <a16:creationId xmlns:a16="http://schemas.microsoft.com/office/drawing/2014/main" id="{32C899C4-9151-D9E2-CC3F-79E5849C9E71}"/>
              </a:ext>
            </a:extLst>
          </p:cNvPr>
          <p:cNvSpPr>
            <a:spLocks noGrp="1"/>
          </p:cNvSpPr>
          <p:nvPr>
            <p:ph sz="half" idx="1"/>
          </p:nvPr>
        </p:nvSpPr>
        <p:spPr/>
        <p:txBody>
          <a:bodyPr/>
          <a:lstStyle/>
          <a:p>
            <a:pPr marL="0" indent="0" algn="just" hangingPunct="0">
              <a:buNone/>
            </a:pPr>
            <a:r>
              <a:rPr lang="zh-CN" altLang="en-US" dirty="0"/>
              <a:t>祂为完成祢的计畫，自我牺牲，又从死者中复活，摧毁了死亡，再造了生命。</a:t>
            </a:r>
          </a:p>
          <a:p>
            <a:pPr algn="just" hangingPunct="0"/>
            <a:endParaRPr lang="en-AU" dirty="0"/>
          </a:p>
        </p:txBody>
      </p:sp>
      <p:sp>
        <p:nvSpPr>
          <p:cNvPr id="4" name="Content Placeholder 3">
            <a:extLst>
              <a:ext uri="{FF2B5EF4-FFF2-40B4-BE49-F238E27FC236}">
                <a16:creationId xmlns:a16="http://schemas.microsoft.com/office/drawing/2014/main" id="{27EBF152-EB4D-FC1C-341A-04DF08C47DEE}"/>
              </a:ext>
            </a:extLst>
          </p:cNvPr>
          <p:cNvSpPr>
            <a:spLocks noGrp="1"/>
          </p:cNvSpPr>
          <p:nvPr>
            <p:ph sz="half" idx="2"/>
          </p:nvPr>
        </p:nvSpPr>
        <p:spPr/>
        <p:txBody>
          <a:bodyPr/>
          <a:lstStyle/>
          <a:p>
            <a:pPr marL="0" indent="0" algn="just">
              <a:buNone/>
            </a:pPr>
            <a:r>
              <a:rPr lang="en-GB" dirty="0"/>
              <a:t>To accomplish your plan, he gave himself up to death, and, rising from the dead, he destroyed death and restored life.</a:t>
            </a:r>
          </a:p>
          <a:p>
            <a:pPr algn="just"/>
            <a:endParaRPr lang="en-AU" dirty="0"/>
          </a:p>
        </p:txBody>
      </p:sp>
    </p:spTree>
    <p:extLst>
      <p:ext uri="{BB962C8B-B14F-4D97-AF65-F5344CB8AC3E}">
        <p14:creationId xmlns:p14="http://schemas.microsoft.com/office/powerpoint/2010/main" val="20413245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109BC4-7A22-4F34-7DD9-B7E1BC7F8B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08F236-7B64-D28B-2429-5943ED735BD2}"/>
              </a:ext>
            </a:extLst>
          </p:cNvPr>
          <p:cNvSpPr>
            <a:spLocks noGrp="1"/>
          </p:cNvSpPr>
          <p:nvPr>
            <p:ph type="title"/>
          </p:nvPr>
        </p:nvSpPr>
        <p:spPr/>
        <p:txBody>
          <a:bodyPr>
            <a:normAutofit fontScale="90000"/>
          </a:bodyPr>
          <a:lstStyle/>
          <a:p>
            <a:br>
              <a:rPr lang="en-AU" altLang="zh-TW" dirty="0"/>
            </a:br>
            <a:r>
              <a:rPr lang="zh-TW" altLang="en-US" dirty="0"/>
              <a:t>感恩经（四）　</a:t>
            </a:r>
            <a:r>
              <a:rPr lang="en-HK" altLang="zh-TW" dirty="0"/>
              <a:t>Eucharistic Prayer </a:t>
            </a:r>
            <a:r>
              <a:rPr lang="en-US" altLang="zh-TW" dirty="0"/>
              <a:t>IV</a:t>
            </a:r>
            <a:br>
              <a:rPr lang="en-HK" altLang="zh-TW" dirty="0"/>
            </a:br>
            <a:endParaRPr lang="en-AU" dirty="0"/>
          </a:p>
        </p:txBody>
      </p:sp>
      <p:sp>
        <p:nvSpPr>
          <p:cNvPr id="3" name="Content Placeholder 2">
            <a:extLst>
              <a:ext uri="{FF2B5EF4-FFF2-40B4-BE49-F238E27FC236}">
                <a16:creationId xmlns:a16="http://schemas.microsoft.com/office/drawing/2014/main" id="{738D44F5-20F9-0CF1-4DA6-47903D0EDED0}"/>
              </a:ext>
            </a:extLst>
          </p:cNvPr>
          <p:cNvSpPr>
            <a:spLocks noGrp="1"/>
          </p:cNvSpPr>
          <p:nvPr>
            <p:ph sz="half" idx="1"/>
          </p:nvPr>
        </p:nvSpPr>
        <p:spPr/>
        <p:txBody>
          <a:bodyPr/>
          <a:lstStyle/>
          <a:p>
            <a:pPr marL="0" indent="0" algn="just" hangingPunct="0">
              <a:buNone/>
            </a:pPr>
            <a:r>
              <a:rPr lang="zh-CN" altLang="en-US" dirty="0"/>
              <a:t>祂为我们死而复活，是要我们不再为自己生活，却要为祂而生活：</a:t>
            </a:r>
          </a:p>
          <a:p>
            <a:pPr algn="just" hangingPunct="0"/>
            <a:endParaRPr lang="en-AU" dirty="0"/>
          </a:p>
        </p:txBody>
      </p:sp>
      <p:sp>
        <p:nvSpPr>
          <p:cNvPr id="4" name="Content Placeholder 3">
            <a:extLst>
              <a:ext uri="{FF2B5EF4-FFF2-40B4-BE49-F238E27FC236}">
                <a16:creationId xmlns:a16="http://schemas.microsoft.com/office/drawing/2014/main" id="{512B044C-1291-65D9-D403-D480F38F011F}"/>
              </a:ext>
            </a:extLst>
          </p:cNvPr>
          <p:cNvSpPr>
            <a:spLocks noGrp="1"/>
          </p:cNvSpPr>
          <p:nvPr>
            <p:ph sz="half" idx="2"/>
          </p:nvPr>
        </p:nvSpPr>
        <p:spPr/>
        <p:txBody>
          <a:bodyPr/>
          <a:lstStyle/>
          <a:p>
            <a:pPr marL="0" indent="0" algn="just">
              <a:buNone/>
            </a:pPr>
            <a:r>
              <a:rPr lang="en-GB" dirty="0"/>
              <a:t>And that we might live no longer for ourselves but for him who died and rose again for us, </a:t>
            </a:r>
          </a:p>
          <a:p>
            <a:pPr algn="just"/>
            <a:endParaRPr lang="en-AU" dirty="0"/>
          </a:p>
        </p:txBody>
      </p:sp>
    </p:spTree>
    <p:extLst>
      <p:ext uri="{BB962C8B-B14F-4D97-AF65-F5344CB8AC3E}">
        <p14:creationId xmlns:p14="http://schemas.microsoft.com/office/powerpoint/2010/main" val="39296784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C3D789-E366-F64B-880B-527A43608A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7AA3A1-4830-CF07-95E0-A5F6294782B2}"/>
              </a:ext>
            </a:extLst>
          </p:cNvPr>
          <p:cNvSpPr>
            <a:spLocks noGrp="1"/>
          </p:cNvSpPr>
          <p:nvPr>
            <p:ph type="title"/>
          </p:nvPr>
        </p:nvSpPr>
        <p:spPr/>
        <p:txBody>
          <a:bodyPr>
            <a:normAutofit fontScale="90000"/>
          </a:bodyPr>
          <a:lstStyle/>
          <a:p>
            <a:br>
              <a:rPr lang="en-AU" altLang="zh-TW" dirty="0"/>
            </a:br>
            <a:r>
              <a:rPr lang="zh-TW" altLang="en-US" dirty="0"/>
              <a:t>感恩经（四）　</a:t>
            </a:r>
            <a:r>
              <a:rPr lang="en-HK" altLang="zh-TW" dirty="0"/>
              <a:t>Eucharistic Prayer </a:t>
            </a:r>
            <a:r>
              <a:rPr lang="en-US" altLang="zh-TW" dirty="0"/>
              <a:t>IV</a:t>
            </a:r>
            <a:br>
              <a:rPr lang="en-HK" altLang="zh-TW" dirty="0"/>
            </a:br>
            <a:endParaRPr lang="en-AU" dirty="0"/>
          </a:p>
        </p:txBody>
      </p:sp>
      <p:sp>
        <p:nvSpPr>
          <p:cNvPr id="3" name="Content Placeholder 2">
            <a:extLst>
              <a:ext uri="{FF2B5EF4-FFF2-40B4-BE49-F238E27FC236}">
                <a16:creationId xmlns:a16="http://schemas.microsoft.com/office/drawing/2014/main" id="{D149CF65-979A-CE24-6015-6F4B222CD440}"/>
              </a:ext>
            </a:extLst>
          </p:cNvPr>
          <p:cNvSpPr>
            <a:spLocks noGrp="1"/>
          </p:cNvSpPr>
          <p:nvPr>
            <p:ph sz="half" idx="1"/>
          </p:nvPr>
        </p:nvSpPr>
        <p:spPr/>
        <p:txBody>
          <a:bodyPr/>
          <a:lstStyle/>
          <a:p>
            <a:pPr marL="0" indent="0" algn="just" hangingPunct="0">
              <a:buNone/>
            </a:pPr>
            <a:r>
              <a:rPr lang="zh-CN" altLang="en-US" dirty="0"/>
              <a:t>因此，圣父，祂由祢那里派遣了圣神，这是初次赐给信者的大恩，使圣神在人间完成祂的事业，圣化一切。</a:t>
            </a:r>
          </a:p>
          <a:p>
            <a:pPr algn="just"/>
            <a:endParaRPr lang="en-AU" dirty="0"/>
          </a:p>
        </p:txBody>
      </p:sp>
      <p:sp>
        <p:nvSpPr>
          <p:cNvPr id="4" name="Content Placeholder 3">
            <a:extLst>
              <a:ext uri="{FF2B5EF4-FFF2-40B4-BE49-F238E27FC236}">
                <a16:creationId xmlns:a16="http://schemas.microsoft.com/office/drawing/2014/main" id="{6C35918D-6FD1-73CE-59FC-4B7DB9F051D7}"/>
              </a:ext>
            </a:extLst>
          </p:cNvPr>
          <p:cNvSpPr>
            <a:spLocks noGrp="1"/>
          </p:cNvSpPr>
          <p:nvPr>
            <p:ph sz="half" idx="2"/>
          </p:nvPr>
        </p:nvSpPr>
        <p:spPr/>
        <p:txBody>
          <a:bodyPr/>
          <a:lstStyle/>
          <a:p>
            <a:pPr marL="0" indent="0" algn="just">
              <a:buNone/>
            </a:pPr>
            <a:r>
              <a:rPr lang="en-GB" dirty="0"/>
              <a:t>he sent the Holy Spirit from you, Father, as the first fruits for those who believe, so that, bringing to perfection his work in the world, he might sanctify creation to the full.</a:t>
            </a:r>
          </a:p>
          <a:p>
            <a:pPr algn="just"/>
            <a:endParaRPr lang="en-AU" dirty="0"/>
          </a:p>
        </p:txBody>
      </p:sp>
    </p:spTree>
    <p:extLst>
      <p:ext uri="{BB962C8B-B14F-4D97-AF65-F5344CB8AC3E}">
        <p14:creationId xmlns:p14="http://schemas.microsoft.com/office/powerpoint/2010/main" val="7664366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C56F54-4D07-BF95-B9F0-81ED169B9F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F3EF91-D3B7-14B7-5A7D-C697F5F1F45E}"/>
              </a:ext>
            </a:extLst>
          </p:cNvPr>
          <p:cNvSpPr>
            <a:spLocks noGrp="1"/>
          </p:cNvSpPr>
          <p:nvPr>
            <p:ph type="title"/>
          </p:nvPr>
        </p:nvSpPr>
        <p:spPr/>
        <p:txBody>
          <a:bodyPr>
            <a:normAutofit fontScale="90000"/>
          </a:bodyPr>
          <a:lstStyle/>
          <a:p>
            <a:br>
              <a:rPr lang="en-AU" altLang="zh-TW" dirty="0"/>
            </a:br>
            <a:r>
              <a:rPr lang="zh-TW" altLang="en-US" dirty="0"/>
              <a:t>感恩经（四）　</a:t>
            </a:r>
            <a:r>
              <a:rPr lang="en-HK" altLang="zh-TW" dirty="0"/>
              <a:t>Eucharistic Prayer </a:t>
            </a:r>
            <a:r>
              <a:rPr lang="en-US" altLang="zh-TW" dirty="0"/>
              <a:t>IV</a:t>
            </a:r>
            <a:br>
              <a:rPr lang="en-HK" altLang="zh-TW" dirty="0"/>
            </a:br>
            <a:endParaRPr lang="en-AU" dirty="0"/>
          </a:p>
        </p:txBody>
      </p:sp>
      <p:sp>
        <p:nvSpPr>
          <p:cNvPr id="3" name="Content Placeholder 2">
            <a:extLst>
              <a:ext uri="{FF2B5EF4-FFF2-40B4-BE49-F238E27FC236}">
                <a16:creationId xmlns:a16="http://schemas.microsoft.com/office/drawing/2014/main" id="{F7A9FE27-B568-761F-27E5-566826B8B9EE}"/>
              </a:ext>
            </a:extLst>
          </p:cNvPr>
          <p:cNvSpPr>
            <a:spLocks noGrp="1"/>
          </p:cNvSpPr>
          <p:nvPr>
            <p:ph sz="half" idx="1"/>
          </p:nvPr>
        </p:nvSpPr>
        <p:spPr/>
        <p:txBody>
          <a:bodyPr/>
          <a:lstStyle/>
          <a:p>
            <a:pPr marL="0" indent="0" algn="just" hangingPunct="0">
              <a:buNone/>
            </a:pPr>
            <a:r>
              <a:rPr lang="zh-CN" altLang="en-US" dirty="0"/>
              <a:t>上主，所以我们恳求祢，派遣圣神圣化这些礼品，使成为我主耶稣基督的圣体圣血，</a:t>
            </a:r>
            <a:endParaRPr lang="en-AU" dirty="0"/>
          </a:p>
        </p:txBody>
      </p:sp>
      <p:sp>
        <p:nvSpPr>
          <p:cNvPr id="4" name="Content Placeholder 3">
            <a:extLst>
              <a:ext uri="{FF2B5EF4-FFF2-40B4-BE49-F238E27FC236}">
                <a16:creationId xmlns:a16="http://schemas.microsoft.com/office/drawing/2014/main" id="{C1A08924-25F4-FC18-E37C-4BBC22E28E40}"/>
              </a:ext>
            </a:extLst>
          </p:cNvPr>
          <p:cNvSpPr>
            <a:spLocks noGrp="1"/>
          </p:cNvSpPr>
          <p:nvPr>
            <p:ph sz="half" idx="2"/>
          </p:nvPr>
        </p:nvSpPr>
        <p:spPr/>
        <p:txBody>
          <a:bodyPr/>
          <a:lstStyle/>
          <a:p>
            <a:pPr marL="0" indent="0" algn="just">
              <a:buNone/>
            </a:pPr>
            <a:r>
              <a:rPr lang="en-GB" dirty="0"/>
              <a:t>Therefore, O Lord, we pray: may this same Holy Spirit graciously sanctify these offerings, that they may become the Body and Blood of our Lord Jesus Christ </a:t>
            </a:r>
            <a:endParaRPr lang="en-AU" dirty="0"/>
          </a:p>
        </p:txBody>
      </p:sp>
    </p:spTree>
    <p:extLst>
      <p:ext uri="{BB962C8B-B14F-4D97-AF65-F5344CB8AC3E}">
        <p14:creationId xmlns:p14="http://schemas.microsoft.com/office/powerpoint/2010/main" val="15250581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C6F4F1-1473-9C14-B8FF-2473F51A83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1CA5DA-FF63-95EC-83EA-3236CA82E352}"/>
              </a:ext>
            </a:extLst>
          </p:cNvPr>
          <p:cNvSpPr>
            <a:spLocks noGrp="1"/>
          </p:cNvSpPr>
          <p:nvPr>
            <p:ph type="title"/>
          </p:nvPr>
        </p:nvSpPr>
        <p:spPr/>
        <p:txBody>
          <a:bodyPr>
            <a:normAutofit fontScale="90000"/>
          </a:bodyPr>
          <a:lstStyle/>
          <a:p>
            <a:br>
              <a:rPr lang="en-AU" altLang="zh-TW" dirty="0"/>
            </a:br>
            <a:r>
              <a:rPr lang="zh-TW" altLang="en-US" dirty="0"/>
              <a:t>感恩经（四）　</a:t>
            </a:r>
            <a:r>
              <a:rPr lang="en-HK" altLang="zh-TW" dirty="0"/>
              <a:t>Eucharistic Prayer </a:t>
            </a:r>
            <a:r>
              <a:rPr lang="en-US" altLang="zh-TW" dirty="0"/>
              <a:t>IV</a:t>
            </a:r>
            <a:br>
              <a:rPr lang="en-HK" altLang="zh-TW" dirty="0"/>
            </a:br>
            <a:endParaRPr lang="en-AU" dirty="0"/>
          </a:p>
        </p:txBody>
      </p:sp>
      <p:sp>
        <p:nvSpPr>
          <p:cNvPr id="3" name="Content Placeholder 2">
            <a:extLst>
              <a:ext uri="{FF2B5EF4-FFF2-40B4-BE49-F238E27FC236}">
                <a16:creationId xmlns:a16="http://schemas.microsoft.com/office/drawing/2014/main" id="{EF2DABDC-5607-F59A-7035-4DF5C3CB1F09}"/>
              </a:ext>
            </a:extLst>
          </p:cNvPr>
          <p:cNvSpPr>
            <a:spLocks noGrp="1"/>
          </p:cNvSpPr>
          <p:nvPr>
            <p:ph sz="half" idx="1"/>
          </p:nvPr>
        </p:nvSpPr>
        <p:spPr/>
        <p:txBody>
          <a:bodyPr/>
          <a:lstStyle/>
          <a:p>
            <a:pPr marL="0" indent="0" algn="just">
              <a:buNone/>
            </a:pPr>
            <a:r>
              <a:rPr lang="zh-CN" altLang="en-US" dirty="0"/>
              <a:t>以举行这项伟大的奥迹，就是基督留给我们的永恒盟约。</a:t>
            </a:r>
          </a:p>
          <a:p>
            <a:pPr algn="just"/>
            <a:endParaRPr lang="en-AU" dirty="0"/>
          </a:p>
        </p:txBody>
      </p:sp>
      <p:sp>
        <p:nvSpPr>
          <p:cNvPr id="4" name="Content Placeholder 3">
            <a:extLst>
              <a:ext uri="{FF2B5EF4-FFF2-40B4-BE49-F238E27FC236}">
                <a16:creationId xmlns:a16="http://schemas.microsoft.com/office/drawing/2014/main" id="{9B07D8B0-F87E-AF8A-A9C3-E692DAE7F618}"/>
              </a:ext>
            </a:extLst>
          </p:cNvPr>
          <p:cNvSpPr>
            <a:spLocks noGrp="1"/>
          </p:cNvSpPr>
          <p:nvPr>
            <p:ph sz="half" idx="2"/>
          </p:nvPr>
        </p:nvSpPr>
        <p:spPr/>
        <p:txBody>
          <a:bodyPr/>
          <a:lstStyle/>
          <a:p>
            <a:pPr marL="0" indent="0" algn="just">
              <a:buNone/>
            </a:pPr>
            <a:r>
              <a:rPr lang="en-GB" dirty="0"/>
              <a:t>for the celebration of this great mystery, which he himself left us as an eternal covenant.</a:t>
            </a:r>
          </a:p>
          <a:p>
            <a:pPr algn="just"/>
            <a:endParaRPr lang="en-AU" dirty="0"/>
          </a:p>
        </p:txBody>
      </p:sp>
    </p:spTree>
    <p:extLst>
      <p:ext uri="{BB962C8B-B14F-4D97-AF65-F5344CB8AC3E}">
        <p14:creationId xmlns:p14="http://schemas.microsoft.com/office/powerpoint/2010/main" val="15522532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21A35D-CBBA-46E1-40D5-1061BF10BB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931824-35A0-A47C-EAC7-89A1C571727C}"/>
              </a:ext>
            </a:extLst>
          </p:cNvPr>
          <p:cNvSpPr>
            <a:spLocks noGrp="1"/>
          </p:cNvSpPr>
          <p:nvPr>
            <p:ph type="title"/>
          </p:nvPr>
        </p:nvSpPr>
        <p:spPr/>
        <p:txBody>
          <a:bodyPr>
            <a:normAutofit fontScale="90000"/>
          </a:bodyPr>
          <a:lstStyle/>
          <a:p>
            <a:br>
              <a:rPr lang="en-AU" altLang="zh-TW" dirty="0"/>
            </a:br>
            <a:r>
              <a:rPr lang="zh-TW" altLang="en-US" dirty="0"/>
              <a:t>感恩经（四）　</a:t>
            </a:r>
            <a:r>
              <a:rPr lang="en-HK" altLang="zh-TW" dirty="0"/>
              <a:t>Eucharistic Prayer </a:t>
            </a:r>
            <a:r>
              <a:rPr lang="en-US" altLang="zh-TW" dirty="0"/>
              <a:t>IV</a:t>
            </a:r>
            <a:br>
              <a:rPr lang="en-HK" altLang="zh-TW" dirty="0"/>
            </a:br>
            <a:endParaRPr lang="en-AU" dirty="0"/>
          </a:p>
        </p:txBody>
      </p:sp>
      <p:sp>
        <p:nvSpPr>
          <p:cNvPr id="3" name="Content Placeholder 2">
            <a:extLst>
              <a:ext uri="{FF2B5EF4-FFF2-40B4-BE49-F238E27FC236}">
                <a16:creationId xmlns:a16="http://schemas.microsoft.com/office/drawing/2014/main" id="{F1CDA01D-D7CA-B6E4-8B6A-FF214CC3B8C8}"/>
              </a:ext>
            </a:extLst>
          </p:cNvPr>
          <p:cNvSpPr>
            <a:spLocks noGrp="1"/>
          </p:cNvSpPr>
          <p:nvPr>
            <p:ph sz="half" idx="1"/>
          </p:nvPr>
        </p:nvSpPr>
        <p:spPr/>
        <p:txBody>
          <a:bodyPr>
            <a:normAutofit/>
          </a:bodyPr>
          <a:lstStyle/>
          <a:p>
            <a:pPr marL="0" indent="0" algn="just">
              <a:buNone/>
            </a:pPr>
            <a:r>
              <a:rPr lang="zh-CN" altLang="en-US" dirty="0"/>
              <a:t>圣父，祢显扬基督的时刻一到，祂又爱祂在世的弟子，爱到了极点，</a:t>
            </a:r>
            <a:endParaRPr lang="en-AU" dirty="0"/>
          </a:p>
        </p:txBody>
      </p:sp>
      <p:sp>
        <p:nvSpPr>
          <p:cNvPr id="4" name="Content Placeholder 3">
            <a:extLst>
              <a:ext uri="{FF2B5EF4-FFF2-40B4-BE49-F238E27FC236}">
                <a16:creationId xmlns:a16="http://schemas.microsoft.com/office/drawing/2014/main" id="{34EAD6DD-0B11-DC1F-71EF-668653493B68}"/>
              </a:ext>
            </a:extLst>
          </p:cNvPr>
          <p:cNvSpPr>
            <a:spLocks noGrp="1"/>
          </p:cNvSpPr>
          <p:nvPr>
            <p:ph sz="half" idx="2"/>
          </p:nvPr>
        </p:nvSpPr>
        <p:spPr/>
        <p:txBody>
          <a:bodyPr>
            <a:normAutofit/>
          </a:bodyPr>
          <a:lstStyle/>
          <a:p>
            <a:pPr marL="0" indent="0" algn="just">
              <a:buNone/>
            </a:pPr>
            <a:r>
              <a:rPr lang="en-GB" dirty="0"/>
              <a:t>For when the hour had come for him to be glorified by you, Father most holy, having loved his own who were in the world, he loved them to the end:</a:t>
            </a:r>
            <a:endParaRPr lang="en-AU" dirty="0"/>
          </a:p>
        </p:txBody>
      </p:sp>
    </p:spTree>
    <p:extLst>
      <p:ext uri="{BB962C8B-B14F-4D97-AF65-F5344CB8AC3E}">
        <p14:creationId xmlns:p14="http://schemas.microsoft.com/office/powerpoint/2010/main" val="10248710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79ABFA-BC21-7644-667F-2A621649FB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622602-5D19-6BDA-A069-8A0551AD7451}"/>
              </a:ext>
            </a:extLst>
          </p:cNvPr>
          <p:cNvSpPr>
            <a:spLocks noGrp="1"/>
          </p:cNvSpPr>
          <p:nvPr>
            <p:ph type="title"/>
          </p:nvPr>
        </p:nvSpPr>
        <p:spPr/>
        <p:txBody>
          <a:bodyPr>
            <a:normAutofit fontScale="90000"/>
          </a:bodyPr>
          <a:lstStyle/>
          <a:p>
            <a:br>
              <a:rPr lang="en-AU" altLang="zh-TW" dirty="0"/>
            </a:br>
            <a:r>
              <a:rPr lang="zh-TW" altLang="en-US" dirty="0"/>
              <a:t>感恩经（四）　</a:t>
            </a:r>
            <a:r>
              <a:rPr lang="en-HK" altLang="zh-TW" dirty="0"/>
              <a:t>Eucharistic Prayer </a:t>
            </a:r>
            <a:r>
              <a:rPr lang="en-US" altLang="zh-TW" dirty="0"/>
              <a:t>IV</a:t>
            </a:r>
            <a:br>
              <a:rPr lang="en-HK" altLang="zh-TW" dirty="0"/>
            </a:br>
            <a:endParaRPr lang="en-AU" dirty="0"/>
          </a:p>
        </p:txBody>
      </p:sp>
      <p:sp>
        <p:nvSpPr>
          <p:cNvPr id="3" name="Content Placeholder 2">
            <a:extLst>
              <a:ext uri="{FF2B5EF4-FFF2-40B4-BE49-F238E27FC236}">
                <a16:creationId xmlns:a16="http://schemas.microsoft.com/office/drawing/2014/main" id="{E39D3859-0B11-0C9F-A74A-2D5ECE877703}"/>
              </a:ext>
            </a:extLst>
          </p:cNvPr>
          <p:cNvSpPr>
            <a:spLocks noGrp="1"/>
          </p:cNvSpPr>
          <p:nvPr>
            <p:ph sz="half" idx="1"/>
          </p:nvPr>
        </p:nvSpPr>
        <p:spPr/>
        <p:txBody>
          <a:bodyPr/>
          <a:lstStyle/>
          <a:p>
            <a:pPr marL="0" indent="0" algn="just" hangingPunct="0">
              <a:buNone/>
            </a:pPr>
            <a:r>
              <a:rPr lang="zh-CN" altLang="en-US" dirty="0"/>
              <a:t>于是祂在与门徒共进晚餐的时候，拿起面饼，赞颂了，分开，交给祂的门徒说：</a:t>
            </a:r>
          </a:p>
          <a:p>
            <a:pPr algn="just" hangingPunct="0"/>
            <a:endParaRPr lang="en-AU" dirty="0"/>
          </a:p>
        </p:txBody>
      </p:sp>
      <p:sp>
        <p:nvSpPr>
          <p:cNvPr id="4" name="Content Placeholder 3">
            <a:extLst>
              <a:ext uri="{FF2B5EF4-FFF2-40B4-BE49-F238E27FC236}">
                <a16:creationId xmlns:a16="http://schemas.microsoft.com/office/drawing/2014/main" id="{8202FD35-36E6-4675-C735-397AFB733FE6}"/>
              </a:ext>
            </a:extLst>
          </p:cNvPr>
          <p:cNvSpPr>
            <a:spLocks noGrp="1"/>
          </p:cNvSpPr>
          <p:nvPr>
            <p:ph sz="half" idx="2"/>
          </p:nvPr>
        </p:nvSpPr>
        <p:spPr/>
        <p:txBody>
          <a:bodyPr/>
          <a:lstStyle/>
          <a:p>
            <a:pPr marL="0" indent="0" algn="just">
              <a:buNone/>
            </a:pPr>
            <a:r>
              <a:rPr lang="en-GB" dirty="0"/>
              <a:t>and while they were at supper, he took bread, blessed and broke it, and gave it to his disciples, saying, </a:t>
            </a:r>
          </a:p>
          <a:p>
            <a:pPr algn="just"/>
            <a:endParaRPr lang="en-AU" dirty="0"/>
          </a:p>
        </p:txBody>
      </p:sp>
    </p:spTree>
    <p:extLst>
      <p:ext uri="{BB962C8B-B14F-4D97-AF65-F5344CB8AC3E}">
        <p14:creationId xmlns:p14="http://schemas.microsoft.com/office/powerpoint/2010/main" val="41400712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C2CC2D-4561-5448-1244-20D082278C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A1921F-FB26-95DE-7772-75F00BA1E4F4}"/>
              </a:ext>
            </a:extLst>
          </p:cNvPr>
          <p:cNvSpPr>
            <a:spLocks noGrp="1"/>
          </p:cNvSpPr>
          <p:nvPr>
            <p:ph type="title"/>
          </p:nvPr>
        </p:nvSpPr>
        <p:spPr/>
        <p:txBody>
          <a:bodyPr>
            <a:normAutofit fontScale="90000"/>
          </a:bodyPr>
          <a:lstStyle/>
          <a:p>
            <a:br>
              <a:rPr lang="en-AU" altLang="zh-TW" dirty="0"/>
            </a:br>
            <a:r>
              <a:rPr lang="zh-TW" altLang="en-US" dirty="0"/>
              <a:t>感恩经（四）　</a:t>
            </a:r>
            <a:r>
              <a:rPr lang="en-HK" altLang="zh-TW" dirty="0"/>
              <a:t>Eucharistic Prayer </a:t>
            </a:r>
            <a:r>
              <a:rPr lang="en-US" altLang="zh-TW" dirty="0"/>
              <a:t>IV</a:t>
            </a:r>
            <a:br>
              <a:rPr lang="en-HK" altLang="zh-TW" dirty="0"/>
            </a:br>
            <a:endParaRPr lang="en-AU" dirty="0"/>
          </a:p>
        </p:txBody>
      </p:sp>
      <p:sp>
        <p:nvSpPr>
          <p:cNvPr id="3" name="Content Placeholder 2">
            <a:extLst>
              <a:ext uri="{FF2B5EF4-FFF2-40B4-BE49-F238E27FC236}">
                <a16:creationId xmlns:a16="http://schemas.microsoft.com/office/drawing/2014/main" id="{C832404E-4C56-CBC1-D67E-568DE741A26E}"/>
              </a:ext>
            </a:extLst>
          </p:cNvPr>
          <p:cNvSpPr>
            <a:spLocks noGrp="1"/>
          </p:cNvSpPr>
          <p:nvPr>
            <p:ph sz="half" idx="1"/>
          </p:nvPr>
        </p:nvSpPr>
        <p:spPr/>
        <p:txBody>
          <a:bodyPr>
            <a:normAutofit lnSpcReduction="10000"/>
          </a:bodyPr>
          <a:lstStyle/>
          <a:p>
            <a:pPr marL="0" indent="0" algn="just" hangingPunct="0">
              <a:buNone/>
            </a:pPr>
            <a:r>
              <a:rPr lang="zh-CN" altLang="en-US" b="1" dirty="0"/>
              <a:t>你们大家拿去吃：这就是我的身体，将为你们而牺牲。</a:t>
            </a:r>
            <a:endParaRPr lang="en-AU" altLang="zh-CN" b="1" dirty="0"/>
          </a:p>
          <a:p>
            <a:pPr marL="0" indent="0" algn="just" hangingPunct="0">
              <a:buNone/>
            </a:pPr>
            <a:r>
              <a:rPr lang="zh-CN" altLang="en-US" dirty="0"/>
              <a:t>祂同样拿起一杯葡萄酒，感谢了，交给祂的门徒说：</a:t>
            </a:r>
            <a:endParaRPr lang="zh-CN" altLang="en-US" b="1" dirty="0"/>
          </a:p>
          <a:p>
            <a:pPr algn="just"/>
            <a:endParaRPr lang="en-AU" dirty="0"/>
          </a:p>
        </p:txBody>
      </p:sp>
      <p:sp>
        <p:nvSpPr>
          <p:cNvPr id="4" name="Content Placeholder 3">
            <a:extLst>
              <a:ext uri="{FF2B5EF4-FFF2-40B4-BE49-F238E27FC236}">
                <a16:creationId xmlns:a16="http://schemas.microsoft.com/office/drawing/2014/main" id="{69313EE3-CA59-DF49-B1CE-65049C61F49C}"/>
              </a:ext>
            </a:extLst>
          </p:cNvPr>
          <p:cNvSpPr>
            <a:spLocks noGrp="1"/>
          </p:cNvSpPr>
          <p:nvPr>
            <p:ph sz="half" idx="2"/>
          </p:nvPr>
        </p:nvSpPr>
        <p:spPr/>
        <p:txBody>
          <a:bodyPr>
            <a:normAutofit lnSpcReduction="10000"/>
          </a:bodyPr>
          <a:lstStyle/>
          <a:p>
            <a:pPr marL="0" indent="0" algn="just">
              <a:buNone/>
            </a:pPr>
            <a:r>
              <a:rPr lang="en-GB" b="1" dirty="0"/>
              <a:t>Take this, all of you, and eat of it, for this is my body, which will be given up for you.</a:t>
            </a:r>
          </a:p>
          <a:p>
            <a:pPr marL="0" indent="0" algn="just">
              <a:buNone/>
            </a:pPr>
            <a:endParaRPr lang="en-GB" b="1" dirty="0"/>
          </a:p>
          <a:p>
            <a:pPr marL="0" indent="0" algn="just">
              <a:buNone/>
            </a:pPr>
            <a:r>
              <a:rPr lang="en-GB" dirty="0"/>
              <a:t>In a similar way, taking the chalice filled with the fruit of the vine, he gave thanks, and gave the chalice to his disciples, saying:</a:t>
            </a:r>
          </a:p>
          <a:p>
            <a:pPr marL="0" indent="0" algn="just">
              <a:buNone/>
            </a:pPr>
            <a:endParaRPr lang="en-GB" b="1" dirty="0"/>
          </a:p>
          <a:p>
            <a:pPr algn="just"/>
            <a:endParaRPr lang="en-AU" dirty="0"/>
          </a:p>
        </p:txBody>
      </p:sp>
    </p:spTree>
    <p:extLst>
      <p:ext uri="{BB962C8B-B14F-4D97-AF65-F5344CB8AC3E}">
        <p14:creationId xmlns:p14="http://schemas.microsoft.com/office/powerpoint/2010/main" val="38773081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62A482-B940-53C7-35AC-26D92AA9E1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F14AB6-E21C-9E32-6892-86DF0AB020DE}"/>
              </a:ext>
            </a:extLst>
          </p:cNvPr>
          <p:cNvSpPr>
            <a:spLocks noGrp="1"/>
          </p:cNvSpPr>
          <p:nvPr>
            <p:ph type="title"/>
          </p:nvPr>
        </p:nvSpPr>
        <p:spPr/>
        <p:txBody>
          <a:bodyPr>
            <a:normAutofit fontScale="90000"/>
          </a:bodyPr>
          <a:lstStyle/>
          <a:p>
            <a:br>
              <a:rPr lang="en-AU" altLang="zh-TW" dirty="0"/>
            </a:br>
            <a:r>
              <a:rPr lang="zh-TW" altLang="en-US" dirty="0"/>
              <a:t>感恩经（四）　</a:t>
            </a:r>
            <a:r>
              <a:rPr lang="en-HK" altLang="zh-TW" dirty="0"/>
              <a:t>Eucharistic Prayer </a:t>
            </a:r>
            <a:r>
              <a:rPr lang="en-US" altLang="zh-TW" dirty="0"/>
              <a:t>IV</a:t>
            </a:r>
            <a:br>
              <a:rPr lang="en-HK" altLang="zh-TW" dirty="0"/>
            </a:br>
            <a:endParaRPr lang="en-AU" dirty="0"/>
          </a:p>
        </p:txBody>
      </p:sp>
      <p:sp>
        <p:nvSpPr>
          <p:cNvPr id="3" name="Content Placeholder 2">
            <a:extLst>
              <a:ext uri="{FF2B5EF4-FFF2-40B4-BE49-F238E27FC236}">
                <a16:creationId xmlns:a16="http://schemas.microsoft.com/office/drawing/2014/main" id="{552CDF9C-6A24-E0C2-ED44-F047885791D0}"/>
              </a:ext>
            </a:extLst>
          </p:cNvPr>
          <p:cNvSpPr>
            <a:spLocks noGrp="1"/>
          </p:cNvSpPr>
          <p:nvPr>
            <p:ph sz="half" idx="1"/>
          </p:nvPr>
        </p:nvSpPr>
        <p:spPr/>
        <p:txBody>
          <a:bodyPr>
            <a:normAutofit lnSpcReduction="10000"/>
          </a:bodyPr>
          <a:lstStyle/>
          <a:p>
            <a:pPr marL="0" indent="0" algn="just" hangingPunct="0">
              <a:buNone/>
            </a:pPr>
            <a:r>
              <a:rPr lang="zh-CN" altLang="en-US" b="1" dirty="0"/>
              <a:t>你们大家拿去喝：这一杯就是我的血，新而永久的盟约之血，将为你们和众人倾流，以赦免罪恶。你们要这样做、来纪念我。</a:t>
            </a:r>
          </a:p>
          <a:p>
            <a:pPr algn="just"/>
            <a:endParaRPr lang="en-AU" dirty="0"/>
          </a:p>
        </p:txBody>
      </p:sp>
      <p:sp>
        <p:nvSpPr>
          <p:cNvPr id="4" name="Content Placeholder 3">
            <a:extLst>
              <a:ext uri="{FF2B5EF4-FFF2-40B4-BE49-F238E27FC236}">
                <a16:creationId xmlns:a16="http://schemas.microsoft.com/office/drawing/2014/main" id="{975F693D-FE80-6E3E-3047-450916C3B307}"/>
              </a:ext>
            </a:extLst>
          </p:cNvPr>
          <p:cNvSpPr>
            <a:spLocks noGrp="1"/>
          </p:cNvSpPr>
          <p:nvPr>
            <p:ph sz="half" idx="2"/>
          </p:nvPr>
        </p:nvSpPr>
        <p:spPr/>
        <p:txBody>
          <a:bodyPr>
            <a:normAutofit lnSpcReduction="10000"/>
          </a:bodyPr>
          <a:lstStyle/>
          <a:p>
            <a:pPr marL="0" indent="0" algn="just">
              <a:buNone/>
            </a:pPr>
            <a:r>
              <a:rPr lang="en-GB" b="1" dirty="0"/>
              <a:t>Take this, all of you, and drink from it, for this is the chalice of my blood, the blood of the new and eternal covenant, which will be poured out for you and for many for the forgiveness of sins. Do this in memory of me. </a:t>
            </a:r>
          </a:p>
          <a:p>
            <a:pPr algn="just"/>
            <a:endParaRPr lang="en-AU" dirty="0"/>
          </a:p>
        </p:txBody>
      </p:sp>
    </p:spTree>
    <p:extLst>
      <p:ext uri="{BB962C8B-B14F-4D97-AF65-F5344CB8AC3E}">
        <p14:creationId xmlns:p14="http://schemas.microsoft.com/office/powerpoint/2010/main" val="35828772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BA53AF-9477-6A99-456D-58636F5DB1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6DB485-131D-A382-7B8B-7EE073B526C8}"/>
              </a:ext>
            </a:extLst>
          </p:cNvPr>
          <p:cNvSpPr>
            <a:spLocks noGrp="1"/>
          </p:cNvSpPr>
          <p:nvPr>
            <p:ph type="title"/>
          </p:nvPr>
        </p:nvSpPr>
        <p:spPr/>
        <p:txBody>
          <a:bodyPr>
            <a:normAutofit fontScale="90000"/>
          </a:bodyPr>
          <a:lstStyle/>
          <a:p>
            <a:br>
              <a:rPr lang="en-AU" altLang="zh-TW" dirty="0"/>
            </a:br>
            <a:r>
              <a:rPr lang="en-AU" altLang="zh-TW" dirty="0"/>
              <a:t>Memorial Acclamation</a:t>
            </a:r>
            <a:r>
              <a:rPr lang="zh-TW" altLang="en-AU" dirty="0"/>
              <a:t>　</a:t>
            </a:r>
            <a:r>
              <a:rPr lang="zh-TW" altLang="en-US" dirty="0"/>
              <a:t>祝圣后欢呼</a:t>
            </a:r>
            <a:br>
              <a:rPr lang="zh-TW" altLang="en-US" dirty="0"/>
            </a:br>
            <a:endParaRPr lang="en-AU" dirty="0"/>
          </a:p>
        </p:txBody>
      </p:sp>
      <p:sp>
        <p:nvSpPr>
          <p:cNvPr id="3" name="Content Placeholder 2">
            <a:extLst>
              <a:ext uri="{FF2B5EF4-FFF2-40B4-BE49-F238E27FC236}">
                <a16:creationId xmlns:a16="http://schemas.microsoft.com/office/drawing/2014/main" id="{6ABFC9B9-84D5-5623-CD8B-1634CF21AE82}"/>
              </a:ext>
            </a:extLst>
          </p:cNvPr>
          <p:cNvSpPr>
            <a:spLocks noGrp="1"/>
          </p:cNvSpPr>
          <p:nvPr>
            <p:ph sz="half" idx="1"/>
          </p:nvPr>
        </p:nvSpPr>
        <p:spPr/>
        <p:txBody>
          <a:bodyPr/>
          <a:lstStyle/>
          <a:p>
            <a:pPr marL="0" indent="0" algn="just">
              <a:buNone/>
            </a:pPr>
            <a:r>
              <a:rPr lang="zh-CN" altLang="en-US" dirty="0"/>
              <a:t>信德的奥迹：</a:t>
            </a:r>
          </a:p>
          <a:p>
            <a:pPr algn="just"/>
            <a:endParaRPr lang="zh-CN" altLang="en-US" dirty="0"/>
          </a:p>
          <a:p>
            <a:pPr marL="0" indent="0" algn="just">
              <a:buNone/>
            </a:pPr>
            <a:r>
              <a:rPr lang="zh-CN" altLang="en-US" b="1" dirty="0"/>
              <a:t>基督，我们传报祢的圣死，我们歌颂祢的复活，我们期待祢光荣地来临。</a:t>
            </a:r>
          </a:p>
          <a:p>
            <a:pPr algn="just"/>
            <a:endParaRPr lang="en-AU" dirty="0"/>
          </a:p>
        </p:txBody>
      </p:sp>
      <p:sp>
        <p:nvSpPr>
          <p:cNvPr id="4" name="Content Placeholder 3">
            <a:extLst>
              <a:ext uri="{FF2B5EF4-FFF2-40B4-BE49-F238E27FC236}">
                <a16:creationId xmlns:a16="http://schemas.microsoft.com/office/drawing/2014/main" id="{18571E55-7F2D-616E-A760-7DB811F23C3F}"/>
              </a:ext>
            </a:extLst>
          </p:cNvPr>
          <p:cNvSpPr>
            <a:spLocks noGrp="1"/>
          </p:cNvSpPr>
          <p:nvPr>
            <p:ph sz="half" idx="2"/>
          </p:nvPr>
        </p:nvSpPr>
        <p:spPr/>
        <p:txBody>
          <a:bodyPr/>
          <a:lstStyle/>
          <a:p>
            <a:pPr marL="0" indent="0" algn="just">
              <a:buNone/>
            </a:pPr>
            <a:r>
              <a:rPr lang="en-GB" dirty="0"/>
              <a:t>The mystery of faith.</a:t>
            </a:r>
          </a:p>
          <a:p>
            <a:pPr algn="just"/>
            <a:endParaRPr lang="en-GB" dirty="0"/>
          </a:p>
          <a:p>
            <a:pPr algn="just"/>
            <a:endParaRPr lang="en-GB" dirty="0"/>
          </a:p>
          <a:p>
            <a:pPr marL="0" indent="0" algn="just">
              <a:buNone/>
            </a:pPr>
            <a:r>
              <a:rPr lang="en-GB" b="1" dirty="0"/>
              <a:t>We proclaim your Death, O Lord, and profess your Resurrection until you come again.</a:t>
            </a:r>
          </a:p>
          <a:p>
            <a:pPr algn="just"/>
            <a:endParaRPr lang="en-AU" dirty="0"/>
          </a:p>
        </p:txBody>
      </p:sp>
    </p:spTree>
    <p:extLst>
      <p:ext uri="{BB962C8B-B14F-4D97-AF65-F5344CB8AC3E}">
        <p14:creationId xmlns:p14="http://schemas.microsoft.com/office/powerpoint/2010/main" val="24867017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9167EA-7DF4-1237-63E7-31DD872423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36C05E-9F4A-2F75-DCA7-B306D1E8F856}"/>
              </a:ext>
            </a:extLst>
          </p:cNvPr>
          <p:cNvSpPr>
            <a:spLocks noGrp="1"/>
          </p:cNvSpPr>
          <p:nvPr>
            <p:ph type="title"/>
          </p:nvPr>
        </p:nvSpPr>
        <p:spPr/>
        <p:txBody>
          <a:bodyPr>
            <a:normAutofit fontScale="90000"/>
          </a:bodyPr>
          <a:lstStyle/>
          <a:p>
            <a:br>
              <a:rPr lang="en-AU" altLang="zh-TW" dirty="0"/>
            </a:br>
            <a:r>
              <a:rPr lang="zh-TW" altLang="en-US" dirty="0"/>
              <a:t>感恩经（四）　</a:t>
            </a:r>
            <a:r>
              <a:rPr lang="en-HK" altLang="zh-TW" dirty="0"/>
              <a:t>Eucharistic Prayer </a:t>
            </a:r>
            <a:r>
              <a:rPr lang="en-US" altLang="zh-TW" dirty="0"/>
              <a:t>IV</a:t>
            </a:r>
            <a:br>
              <a:rPr lang="en-HK" altLang="zh-TW" dirty="0"/>
            </a:br>
            <a:endParaRPr lang="en-AU" dirty="0"/>
          </a:p>
        </p:txBody>
      </p:sp>
      <p:sp>
        <p:nvSpPr>
          <p:cNvPr id="3" name="Content Placeholder 2">
            <a:extLst>
              <a:ext uri="{FF2B5EF4-FFF2-40B4-BE49-F238E27FC236}">
                <a16:creationId xmlns:a16="http://schemas.microsoft.com/office/drawing/2014/main" id="{E873EA90-BC76-A290-E801-47318C4EE253}"/>
              </a:ext>
            </a:extLst>
          </p:cNvPr>
          <p:cNvSpPr>
            <a:spLocks noGrp="1"/>
          </p:cNvSpPr>
          <p:nvPr>
            <p:ph sz="half" idx="1"/>
          </p:nvPr>
        </p:nvSpPr>
        <p:spPr/>
        <p:txBody>
          <a:bodyPr>
            <a:normAutofit/>
          </a:bodyPr>
          <a:lstStyle/>
          <a:p>
            <a:pPr marL="0" indent="0" algn="just" hangingPunct="0">
              <a:buNone/>
            </a:pPr>
            <a:r>
              <a:rPr lang="zh-CN" altLang="en-US" dirty="0"/>
              <a:t>上主，所以我们现在举行救恩大典，追念基督的死亡与下降阴间，宣扬祂的复活与光荣的升天；</a:t>
            </a:r>
            <a:endParaRPr lang="en-AU" dirty="0"/>
          </a:p>
        </p:txBody>
      </p:sp>
      <p:sp>
        <p:nvSpPr>
          <p:cNvPr id="4" name="Content Placeholder 3">
            <a:extLst>
              <a:ext uri="{FF2B5EF4-FFF2-40B4-BE49-F238E27FC236}">
                <a16:creationId xmlns:a16="http://schemas.microsoft.com/office/drawing/2014/main" id="{77530FA5-A041-1AB6-2598-E31CE2B7EA25}"/>
              </a:ext>
            </a:extLst>
          </p:cNvPr>
          <p:cNvSpPr>
            <a:spLocks noGrp="1"/>
          </p:cNvSpPr>
          <p:nvPr>
            <p:ph sz="half" idx="2"/>
          </p:nvPr>
        </p:nvSpPr>
        <p:spPr/>
        <p:txBody>
          <a:bodyPr>
            <a:normAutofit/>
          </a:bodyPr>
          <a:lstStyle/>
          <a:p>
            <a:pPr marL="0" indent="0" algn="just">
              <a:buNone/>
            </a:pPr>
            <a:r>
              <a:rPr lang="en-GB" dirty="0"/>
              <a:t>Therefore, O Lord, as we now celebrate the memorial of our redemption, we remember Christ’s Death and his descent to the realm of the dead, we proclaim his Resurrection and his Ascension to your right hand, </a:t>
            </a:r>
            <a:endParaRPr lang="en-AU" dirty="0"/>
          </a:p>
        </p:txBody>
      </p:sp>
    </p:spTree>
    <p:extLst>
      <p:ext uri="{BB962C8B-B14F-4D97-AF65-F5344CB8AC3E}">
        <p14:creationId xmlns:p14="http://schemas.microsoft.com/office/powerpoint/2010/main" val="31447959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600AA2-12CC-50BC-DE3D-B68CBBD69C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74C242-89D2-20C1-D112-0CEA5BFFE9B1}"/>
              </a:ext>
            </a:extLst>
          </p:cNvPr>
          <p:cNvSpPr>
            <a:spLocks noGrp="1"/>
          </p:cNvSpPr>
          <p:nvPr>
            <p:ph type="title"/>
          </p:nvPr>
        </p:nvSpPr>
        <p:spPr/>
        <p:txBody>
          <a:bodyPr>
            <a:normAutofit fontScale="90000"/>
          </a:bodyPr>
          <a:lstStyle/>
          <a:p>
            <a:br>
              <a:rPr lang="en-AU" altLang="zh-TW" dirty="0"/>
            </a:br>
            <a:r>
              <a:rPr lang="zh-TW" altLang="en-US" dirty="0"/>
              <a:t>感恩经（四）　</a:t>
            </a:r>
            <a:r>
              <a:rPr lang="en-HK" altLang="zh-TW" dirty="0"/>
              <a:t>Eucharistic Prayer </a:t>
            </a:r>
            <a:r>
              <a:rPr lang="en-US" altLang="zh-TW" dirty="0"/>
              <a:t>IV</a:t>
            </a:r>
            <a:br>
              <a:rPr lang="en-HK" altLang="zh-TW" dirty="0"/>
            </a:br>
            <a:endParaRPr lang="en-AU" dirty="0"/>
          </a:p>
        </p:txBody>
      </p:sp>
      <p:sp>
        <p:nvSpPr>
          <p:cNvPr id="3" name="Content Placeholder 2">
            <a:extLst>
              <a:ext uri="{FF2B5EF4-FFF2-40B4-BE49-F238E27FC236}">
                <a16:creationId xmlns:a16="http://schemas.microsoft.com/office/drawing/2014/main" id="{D4A38165-D949-56EC-AAB9-30D0C992C464}"/>
              </a:ext>
            </a:extLst>
          </p:cNvPr>
          <p:cNvSpPr>
            <a:spLocks noGrp="1"/>
          </p:cNvSpPr>
          <p:nvPr>
            <p:ph sz="half" idx="1"/>
          </p:nvPr>
        </p:nvSpPr>
        <p:spPr/>
        <p:txBody>
          <a:bodyPr/>
          <a:lstStyle/>
          <a:p>
            <a:pPr marL="0" indent="0" algn="just">
              <a:buNone/>
            </a:pPr>
            <a:r>
              <a:rPr lang="zh-CN" altLang="en-US" dirty="0"/>
              <a:t>我们期待着祂荣耀地降来，向祢献上祂的圣体圣血，作为祢所歆飨的救世圣祭。</a:t>
            </a:r>
          </a:p>
          <a:p>
            <a:pPr algn="just"/>
            <a:endParaRPr lang="en-AU" dirty="0"/>
          </a:p>
        </p:txBody>
      </p:sp>
      <p:sp>
        <p:nvSpPr>
          <p:cNvPr id="4" name="Content Placeholder 3">
            <a:extLst>
              <a:ext uri="{FF2B5EF4-FFF2-40B4-BE49-F238E27FC236}">
                <a16:creationId xmlns:a16="http://schemas.microsoft.com/office/drawing/2014/main" id="{5B6E3E40-DC92-2E3C-1B23-4B81D64F59A1}"/>
              </a:ext>
            </a:extLst>
          </p:cNvPr>
          <p:cNvSpPr>
            <a:spLocks noGrp="1"/>
          </p:cNvSpPr>
          <p:nvPr>
            <p:ph sz="half" idx="2"/>
          </p:nvPr>
        </p:nvSpPr>
        <p:spPr/>
        <p:txBody>
          <a:bodyPr/>
          <a:lstStyle/>
          <a:p>
            <a:pPr marL="0" indent="0" algn="just">
              <a:buNone/>
            </a:pPr>
            <a:r>
              <a:rPr lang="en-GB" dirty="0"/>
              <a:t>and, as we await his coming in glory, we offer you his Body and Blood, the sacrifice acceptable to you which brings salvation to the whole world.</a:t>
            </a:r>
          </a:p>
          <a:p>
            <a:pPr algn="just"/>
            <a:endParaRPr lang="en-AU" dirty="0"/>
          </a:p>
        </p:txBody>
      </p:sp>
    </p:spTree>
    <p:extLst>
      <p:ext uri="{BB962C8B-B14F-4D97-AF65-F5344CB8AC3E}">
        <p14:creationId xmlns:p14="http://schemas.microsoft.com/office/powerpoint/2010/main" val="35462054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A47306-2D13-CE1D-EB7E-BB58A16865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C547EC-FB91-8EBE-BAE8-7367A69F88A7}"/>
              </a:ext>
            </a:extLst>
          </p:cNvPr>
          <p:cNvSpPr>
            <a:spLocks noGrp="1"/>
          </p:cNvSpPr>
          <p:nvPr>
            <p:ph type="title"/>
          </p:nvPr>
        </p:nvSpPr>
        <p:spPr/>
        <p:txBody>
          <a:bodyPr>
            <a:normAutofit fontScale="90000"/>
          </a:bodyPr>
          <a:lstStyle/>
          <a:p>
            <a:br>
              <a:rPr lang="en-AU" altLang="zh-TW" dirty="0"/>
            </a:br>
            <a:r>
              <a:rPr lang="zh-TW" altLang="en-US" dirty="0"/>
              <a:t>感恩经（四）　</a:t>
            </a:r>
            <a:r>
              <a:rPr lang="en-HK" altLang="zh-TW" dirty="0"/>
              <a:t>Eucharistic Prayer </a:t>
            </a:r>
            <a:r>
              <a:rPr lang="en-US" altLang="zh-TW" dirty="0"/>
              <a:t>IV</a:t>
            </a:r>
            <a:br>
              <a:rPr lang="en-HK" altLang="zh-TW" dirty="0"/>
            </a:br>
            <a:endParaRPr lang="en-AU" dirty="0"/>
          </a:p>
        </p:txBody>
      </p:sp>
      <p:sp>
        <p:nvSpPr>
          <p:cNvPr id="3" name="Content Placeholder 2">
            <a:extLst>
              <a:ext uri="{FF2B5EF4-FFF2-40B4-BE49-F238E27FC236}">
                <a16:creationId xmlns:a16="http://schemas.microsoft.com/office/drawing/2014/main" id="{C9A8863D-4E4D-1B7D-6EBD-97073231EFE3}"/>
              </a:ext>
            </a:extLst>
          </p:cNvPr>
          <p:cNvSpPr>
            <a:spLocks noGrp="1"/>
          </p:cNvSpPr>
          <p:nvPr>
            <p:ph sz="half" idx="1"/>
          </p:nvPr>
        </p:nvSpPr>
        <p:spPr/>
        <p:txBody>
          <a:bodyPr>
            <a:normAutofit/>
          </a:bodyPr>
          <a:lstStyle/>
          <a:p>
            <a:pPr marL="0" indent="0" algn="just" hangingPunct="0">
              <a:buNone/>
            </a:pPr>
            <a:r>
              <a:rPr lang="zh-CN" altLang="en-US" dirty="0"/>
              <a:t>上主，求祢垂顾祢为教会准备的祭品，恩准所有分享同一个饼和同一杯酒的人，由圣神合为一体，</a:t>
            </a:r>
            <a:endParaRPr lang="en-AU" dirty="0"/>
          </a:p>
        </p:txBody>
      </p:sp>
      <p:sp>
        <p:nvSpPr>
          <p:cNvPr id="4" name="Content Placeholder 3">
            <a:extLst>
              <a:ext uri="{FF2B5EF4-FFF2-40B4-BE49-F238E27FC236}">
                <a16:creationId xmlns:a16="http://schemas.microsoft.com/office/drawing/2014/main" id="{EB2BAF7B-2974-3F48-9E05-6EE0037B77AE}"/>
              </a:ext>
            </a:extLst>
          </p:cNvPr>
          <p:cNvSpPr>
            <a:spLocks noGrp="1"/>
          </p:cNvSpPr>
          <p:nvPr>
            <p:ph sz="half" idx="2"/>
          </p:nvPr>
        </p:nvSpPr>
        <p:spPr/>
        <p:txBody>
          <a:bodyPr>
            <a:normAutofit/>
          </a:bodyPr>
          <a:lstStyle/>
          <a:p>
            <a:pPr marL="0" indent="0" algn="just">
              <a:buNone/>
            </a:pPr>
            <a:r>
              <a:rPr lang="en-GB" dirty="0"/>
              <a:t>Look, O Lord, upon the Sacrifice which you yourself have provided for your Church, and grant in your loving kindness to all who partake of this one Bread and one Chalice that, gathered into one body by the Holy Spirit, </a:t>
            </a:r>
            <a:endParaRPr lang="en-AU" dirty="0"/>
          </a:p>
        </p:txBody>
      </p:sp>
    </p:spTree>
    <p:extLst>
      <p:ext uri="{BB962C8B-B14F-4D97-AF65-F5344CB8AC3E}">
        <p14:creationId xmlns:p14="http://schemas.microsoft.com/office/powerpoint/2010/main" val="14054845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3E421E-7131-2508-172A-1DA5308EC4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A5743C-E20E-1065-33AA-CB50A9AC37D0}"/>
              </a:ext>
            </a:extLst>
          </p:cNvPr>
          <p:cNvSpPr>
            <a:spLocks noGrp="1"/>
          </p:cNvSpPr>
          <p:nvPr>
            <p:ph type="title"/>
          </p:nvPr>
        </p:nvSpPr>
        <p:spPr/>
        <p:txBody>
          <a:bodyPr>
            <a:normAutofit fontScale="90000"/>
          </a:bodyPr>
          <a:lstStyle/>
          <a:p>
            <a:br>
              <a:rPr lang="en-AU" altLang="zh-TW" dirty="0"/>
            </a:br>
            <a:r>
              <a:rPr lang="zh-TW" altLang="en-US" dirty="0"/>
              <a:t>感恩经（四）　</a:t>
            </a:r>
            <a:r>
              <a:rPr lang="en-HK" altLang="zh-TW" dirty="0"/>
              <a:t>Eucharistic Prayer </a:t>
            </a:r>
            <a:r>
              <a:rPr lang="en-US" altLang="zh-TW" dirty="0"/>
              <a:t>IV</a:t>
            </a:r>
            <a:br>
              <a:rPr lang="en-HK" altLang="zh-TW" dirty="0"/>
            </a:br>
            <a:endParaRPr lang="en-AU" dirty="0"/>
          </a:p>
        </p:txBody>
      </p:sp>
      <p:sp>
        <p:nvSpPr>
          <p:cNvPr id="3" name="Content Placeholder 2">
            <a:extLst>
              <a:ext uri="{FF2B5EF4-FFF2-40B4-BE49-F238E27FC236}">
                <a16:creationId xmlns:a16="http://schemas.microsoft.com/office/drawing/2014/main" id="{4F88C54D-F9A0-C4F8-DB1C-6D1522A1D023}"/>
              </a:ext>
            </a:extLst>
          </p:cNvPr>
          <p:cNvSpPr>
            <a:spLocks noGrp="1"/>
          </p:cNvSpPr>
          <p:nvPr>
            <p:ph sz="half" idx="1"/>
          </p:nvPr>
        </p:nvSpPr>
        <p:spPr/>
        <p:txBody>
          <a:bodyPr/>
          <a:lstStyle/>
          <a:p>
            <a:pPr marL="0" indent="0" algn="just">
              <a:buNone/>
            </a:pPr>
            <a:r>
              <a:rPr lang="zh-CN" altLang="en-US" dirty="0"/>
              <a:t>在基督内成为生活的祭品，歌颂祢的光荣。</a:t>
            </a:r>
          </a:p>
          <a:p>
            <a:pPr algn="just"/>
            <a:endParaRPr lang="en-AU" dirty="0"/>
          </a:p>
        </p:txBody>
      </p:sp>
      <p:sp>
        <p:nvSpPr>
          <p:cNvPr id="4" name="Content Placeholder 3">
            <a:extLst>
              <a:ext uri="{FF2B5EF4-FFF2-40B4-BE49-F238E27FC236}">
                <a16:creationId xmlns:a16="http://schemas.microsoft.com/office/drawing/2014/main" id="{FE1D6ECF-8422-73FC-264B-C134170AECCD}"/>
              </a:ext>
            </a:extLst>
          </p:cNvPr>
          <p:cNvSpPr>
            <a:spLocks noGrp="1"/>
          </p:cNvSpPr>
          <p:nvPr>
            <p:ph sz="half" idx="2"/>
          </p:nvPr>
        </p:nvSpPr>
        <p:spPr/>
        <p:txBody>
          <a:bodyPr/>
          <a:lstStyle/>
          <a:p>
            <a:pPr marL="0" indent="0" algn="just">
              <a:buNone/>
            </a:pPr>
            <a:r>
              <a:rPr lang="en-GB" dirty="0"/>
              <a:t>they may truly become a living sacrifice in Christ to the praise of your glory.</a:t>
            </a:r>
          </a:p>
          <a:p>
            <a:pPr algn="just"/>
            <a:endParaRPr lang="en-AU" dirty="0"/>
          </a:p>
        </p:txBody>
      </p:sp>
    </p:spTree>
    <p:extLst>
      <p:ext uri="{BB962C8B-B14F-4D97-AF65-F5344CB8AC3E}">
        <p14:creationId xmlns:p14="http://schemas.microsoft.com/office/powerpoint/2010/main" val="32635542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69DB2F-DBE2-6999-3889-3903DEC983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910875-6DDB-8EC8-24F6-AC415DE42B4D}"/>
              </a:ext>
            </a:extLst>
          </p:cNvPr>
          <p:cNvSpPr>
            <a:spLocks noGrp="1"/>
          </p:cNvSpPr>
          <p:nvPr>
            <p:ph type="title"/>
          </p:nvPr>
        </p:nvSpPr>
        <p:spPr/>
        <p:txBody>
          <a:bodyPr>
            <a:normAutofit fontScale="90000"/>
          </a:bodyPr>
          <a:lstStyle/>
          <a:p>
            <a:br>
              <a:rPr lang="en-AU" altLang="zh-TW" dirty="0"/>
            </a:br>
            <a:r>
              <a:rPr lang="zh-TW" altLang="en-US" dirty="0"/>
              <a:t>感恩经（四）　</a:t>
            </a:r>
            <a:r>
              <a:rPr lang="en-HK" altLang="zh-TW" dirty="0"/>
              <a:t>Eucharistic Prayer </a:t>
            </a:r>
            <a:r>
              <a:rPr lang="en-US" altLang="zh-TW" dirty="0"/>
              <a:t>IV</a:t>
            </a:r>
            <a:br>
              <a:rPr lang="en-HK" altLang="zh-TW" dirty="0"/>
            </a:br>
            <a:endParaRPr lang="en-AU" dirty="0"/>
          </a:p>
        </p:txBody>
      </p:sp>
      <p:sp>
        <p:nvSpPr>
          <p:cNvPr id="3" name="Content Placeholder 2">
            <a:extLst>
              <a:ext uri="{FF2B5EF4-FFF2-40B4-BE49-F238E27FC236}">
                <a16:creationId xmlns:a16="http://schemas.microsoft.com/office/drawing/2014/main" id="{92FE8BE0-3485-2534-D521-82988839683F}"/>
              </a:ext>
            </a:extLst>
          </p:cNvPr>
          <p:cNvSpPr>
            <a:spLocks noGrp="1"/>
          </p:cNvSpPr>
          <p:nvPr>
            <p:ph sz="half" idx="1"/>
          </p:nvPr>
        </p:nvSpPr>
        <p:spPr/>
        <p:txBody>
          <a:bodyPr>
            <a:normAutofit/>
          </a:bodyPr>
          <a:lstStyle/>
          <a:p>
            <a:pPr marL="0" indent="0" algn="just" hangingPunct="0">
              <a:buNone/>
            </a:pPr>
            <a:r>
              <a:rPr lang="zh-CN" altLang="en-US" dirty="0"/>
              <a:t>上主，现在我们向祢奉献这圣祭，求祢垂念我们的教宗良十四世、我们的主教阮文龙、所有主教、圣职人员，</a:t>
            </a:r>
          </a:p>
          <a:p>
            <a:pPr algn="just" hangingPunct="0"/>
            <a:endParaRPr lang="en-AU" dirty="0"/>
          </a:p>
        </p:txBody>
      </p:sp>
      <p:sp>
        <p:nvSpPr>
          <p:cNvPr id="4" name="Content Placeholder 3">
            <a:extLst>
              <a:ext uri="{FF2B5EF4-FFF2-40B4-BE49-F238E27FC236}">
                <a16:creationId xmlns:a16="http://schemas.microsoft.com/office/drawing/2014/main" id="{C9E23891-2E35-584B-AB7F-7CD525202750}"/>
              </a:ext>
            </a:extLst>
          </p:cNvPr>
          <p:cNvSpPr>
            <a:spLocks noGrp="1"/>
          </p:cNvSpPr>
          <p:nvPr>
            <p:ph sz="half" idx="2"/>
          </p:nvPr>
        </p:nvSpPr>
        <p:spPr/>
        <p:txBody>
          <a:bodyPr>
            <a:normAutofit/>
          </a:bodyPr>
          <a:lstStyle/>
          <a:p>
            <a:pPr marL="0" indent="0" algn="just">
              <a:buNone/>
            </a:pPr>
            <a:r>
              <a:rPr lang="en-GB" dirty="0"/>
              <a:t>Therefore, Lord, remember now all for whom we offer this sacrifice: especially your servant Leo our Pope, </a:t>
            </a:r>
            <a:r>
              <a:rPr lang="en-AU" altLang="zh-TW" dirty="0"/>
              <a:t>Vincent</a:t>
            </a:r>
            <a:r>
              <a:rPr lang="en-GB" dirty="0"/>
              <a:t> our Bishop, and the whole Order of Bishops, all the clergy, </a:t>
            </a:r>
          </a:p>
          <a:p>
            <a:pPr algn="just"/>
            <a:endParaRPr lang="en-AU" dirty="0"/>
          </a:p>
        </p:txBody>
      </p:sp>
    </p:spTree>
    <p:extLst>
      <p:ext uri="{BB962C8B-B14F-4D97-AF65-F5344CB8AC3E}">
        <p14:creationId xmlns:p14="http://schemas.microsoft.com/office/powerpoint/2010/main" val="25422585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9E5137-3814-F1B1-44CB-CF1F7C26D2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869EB7-DF6C-7050-C258-852B9694446A}"/>
              </a:ext>
            </a:extLst>
          </p:cNvPr>
          <p:cNvSpPr>
            <a:spLocks noGrp="1"/>
          </p:cNvSpPr>
          <p:nvPr>
            <p:ph type="title"/>
          </p:nvPr>
        </p:nvSpPr>
        <p:spPr/>
        <p:txBody>
          <a:bodyPr>
            <a:normAutofit fontScale="90000"/>
          </a:bodyPr>
          <a:lstStyle/>
          <a:p>
            <a:br>
              <a:rPr lang="en-AU" altLang="zh-TW" dirty="0"/>
            </a:br>
            <a:r>
              <a:rPr lang="zh-TW" altLang="en-US" dirty="0"/>
              <a:t>感恩经（四）　</a:t>
            </a:r>
            <a:r>
              <a:rPr lang="en-HK" altLang="zh-TW" dirty="0"/>
              <a:t>Eucharistic Prayer </a:t>
            </a:r>
            <a:r>
              <a:rPr lang="en-US" altLang="zh-TW" dirty="0"/>
              <a:t>IV</a:t>
            </a:r>
            <a:br>
              <a:rPr lang="en-HK" altLang="zh-TW" dirty="0"/>
            </a:br>
            <a:endParaRPr lang="en-AU" dirty="0"/>
          </a:p>
        </p:txBody>
      </p:sp>
      <p:sp>
        <p:nvSpPr>
          <p:cNvPr id="3" name="Content Placeholder 2">
            <a:extLst>
              <a:ext uri="{FF2B5EF4-FFF2-40B4-BE49-F238E27FC236}">
                <a16:creationId xmlns:a16="http://schemas.microsoft.com/office/drawing/2014/main" id="{47710BE8-BC67-B898-1D00-8076E5F5CFB3}"/>
              </a:ext>
            </a:extLst>
          </p:cNvPr>
          <p:cNvSpPr>
            <a:spLocks noGrp="1"/>
          </p:cNvSpPr>
          <p:nvPr>
            <p:ph sz="half" idx="1"/>
          </p:nvPr>
        </p:nvSpPr>
        <p:spPr/>
        <p:txBody>
          <a:bodyPr/>
          <a:lstStyle/>
          <a:p>
            <a:pPr marL="0" indent="0" algn="just" hangingPunct="0">
              <a:buNone/>
            </a:pPr>
            <a:r>
              <a:rPr lang="zh-CN" altLang="en-US" dirty="0"/>
              <a:t>求献弥撒的人，参礼的人，祢的全体子民，以及诚意寻求祢的人。</a:t>
            </a:r>
            <a:endParaRPr lang="en-AU" dirty="0"/>
          </a:p>
        </p:txBody>
      </p:sp>
      <p:sp>
        <p:nvSpPr>
          <p:cNvPr id="4" name="Content Placeholder 3">
            <a:extLst>
              <a:ext uri="{FF2B5EF4-FFF2-40B4-BE49-F238E27FC236}">
                <a16:creationId xmlns:a16="http://schemas.microsoft.com/office/drawing/2014/main" id="{3976D9F9-B513-34B9-1157-6AEAFB69F259}"/>
              </a:ext>
            </a:extLst>
          </p:cNvPr>
          <p:cNvSpPr>
            <a:spLocks noGrp="1"/>
          </p:cNvSpPr>
          <p:nvPr>
            <p:ph sz="half" idx="2"/>
          </p:nvPr>
        </p:nvSpPr>
        <p:spPr/>
        <p:txBody>
          <a:bodyPr/>
          <a:lstStyle/>
          <a:p>
            <a:pPr marL="0" indent="0" algn="just">
              <a:buNone/>
            </a:pPr>
            <a:r>
              <a:rPr lang="en-GB" dirty="0"/>
              <a:t>those who take part in this offering, those gathered here before you, your entire people, and all who seek you with a sincere heart.</a:t>
            </a:r>
          </a:p>
          <a:p>
            <a:pPr algn="just"/>
            <a:endParaRPr lang="en-AU" dirty="0"/>
          </a:p>
        </p:txBody>
      </p:sp>
    </p:spTree>
    <p:extLst>
      <p:ext uri="{BB962C8B-B14F-4D97-AF65-F5344CB8AC3E}">
        <p14:creationId xmlns:p14="http://schemas.microsoft.com/office/powerpoint/2010/main" val="5548090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E07149-CBEA-3537-F908-B48BF2188C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68C8E2-3D08-0020-49F4-DC3839CACC32}"/>
              </a:ext>
            </a:extLst>
          </p:cNvPr>
          <p:cNvSpPr>
            <a:spLocks noGrp="1"/>
          </p:cNvSpPr>
          <p:nvPr>
            <p:ph type="title"/>
          </p:nvPr>
        </p:nvSpPr>
        <p:spPr/>
        <p:txBody>
          <a:bodyPr>
            <a:normAutofit fontScale="90000"/>
          </a:bodyPr>
          <a:lstStyle/>
          <a:p>
            <a:br>
              <a:rPr lang="en-AU" altLang="zh-TW" dirty="0"/>
            </a:br>
            <a:r>
              <a:rPr lang="zh-TW" altLang="en-US" dirty="0"/>
              <a:t>感恩经（四）　</a:t>
            </a:r>
            <a:r>
              <a:rPr lang="en-HK" altLang="zh-TW" dirty="0"/>
              <a:t>Eucharistic Prayer </a:t>
            </a:r>
            <a:r>
              <a:rPr lang="en-US" altLang="zh-TW" dirty="0"/>
              <a:t>IV</a:t>
            </a:r>
            <a:br>
              <a:rPr lang="en-HK" altLang="zh-TW" dirty="0"/>
            </a:br>
            <a:endParaRPr lang="en-AU" dirty="0"/>
          </a:p>
        </p:txBody>
      </p:sp>
      <p:sp>
        <p:nvSpPr>
          <p:cNvPr id="3" name="Content Placeholder 2">
            <a:extLst>
              <a:ext uri="{FF2B5EF4-FFF2-40B4-BE49-F238E27FC236}">
                <a16:creationId xmlns:a16="http://schemas.microsoft.com/office/drawing/2014/main" id="{2D7028D9-31C6-3B03-E9AF-76A05AC78AD6}"/>
              </a:ext>
            </a:extLst>
          </p:cNvPr>
          <p:cNvSpPr>
            <a:spLocks noGrp="1"/>
          </p:cNvSpPr>
          <p:nvPr>
            <p:ph sz="half" idx="1"/>
          </p:nvPr>
        </p:nvSpPr>
        <p:spPr/>
        <p:txBody>
          <a:bodyPr/>
          <a:lstStyle/>
          <a:p>
            <a:pPr marL="0" indent="0" algn="just" hangingPunct="0">
              <a:buNone/>
            </a:pPr>
            <a:r>
              <a:rPr lang="zh-CN" altLang="en-US" dirty="0"/>
              <a:t>求祢也垂念安息于基督的信众；并垂念我们的祖先和所有的亡者，他们的信德只有祢知道。</a:t>
            </a:r>
          </a:p>
          <a:p>
            <a:pPr algn="just" hangingPunct="0"/>
            <a:endParaRPr lang="en-AU" dirty="0"/>
          </a:p>
        </p:txBody>
      </p:sp>
      <p:sp>
        <p:nvSpPr>
          <p:cNvPr id="4" name="Content Placeholder 3">
            <a:extLst>
              <a:ext uri="{FF2B5EF4-FFF2-40B4-BE49-F238E27FC236}">
                <a16:creationId xmlns:a16="http://schemas.microsoft.com/office/drawing/2014/main" id="{88DEAA89-81B5-E793-716E-7C478DB031FA}"/>
              </a:ext>
            </a:extLst>
          </p:cNvPr>
          <p:cNvSpPr>
            <a:spLocks noGrp="1"/>
          </p:cNvSpPr>
          <p:nvPr>
            <p:ph sz="half" idx="2"/>
          </p:nvPr>
        </p:nvSpPr>
        <p:spPr/>
        <p:txBody>
          <a:bodyPr/>
          <a:lstStyle/>
          <a:p>
            <a:pPr marL="0" indent="0" algn="just">
              <a:buNone/>
            </a:pPr>
            <a:r>
              <a:rPr lang="en-GB" dirty="0"/>
              <a:t>Remember also those who have died in the peace of your Christ and all the dead, whose faith you alone have known.</a:t>
            </a:r>
          </a:p>
          <a:p>
            <a:pPr algn="just"/>
            <a:endParaRPr lang="en-AU" dirty="0"/>
          </a:p>
        </p:txBody>
      </p:sp>
    </p:spTree>
    <p:extLst>
      <p:ext uri="{BB962C8B-B14F-4D97-AF65-F5344CB8AC3E}">
        <p14:creationId xmlns:p14="http://schemas.microsoft.com/office/powerpoint/2010/main" val="1903965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8B51B8-0172-59CA-8351-23EDCF94AC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3C8D8A-CFAA-DE7D-6D42-87C559443148}"/>
              </a:ext>
            </a:extLst>
          </p:cNvPr>
          <p:cNvSpPr>
            <a:spLocks noGrp="1"/>
          </p:cNvSpPr>
          <p:nvPr>
            <p:ph type="title"/>
          </p:nvPr>
        </p:nvSpPr>
        <p:spPr/>
        <p:txBody>
          <a:bodyPr>
            <a:normAutofit fontScale="90000"/>
          </a:bodyPr>
          <a:lstStyle/>
          <a:p>
            <a:br>
              <a:rPr lang="en-AU" altLang="zh-TW" dirty="0"/>
            </a:br>
            <a:r>
              <a:rPr lang="zh-TW" altLang="en-US" dirty="0"/>
              <a:t>感恩经（四）　</a:t>
            </a:r>
            <a:r>
              <a:rPr lang="en-HK" altLang="zh-TW" dirty="0"/>
              <a:t>Eucharistic Prayer </a:t>
            </a:r>
            <a:r>
              <a:rPr lang="en-US" altLang="zh-TW" dirty="0"/>
              <a:t>IV</a:t>
            </a:r>
            <a:br>
              <a:rPr lang="en-HK" altLang="zh-TW" dirty="0"/>
            </a:br>
            <a:endParaRPr lang="en-AU" dirty="0"/>
          </a:p>
        </p:txBody>
      </p:sp>
      <p:sp>
        <p:nvSpPr>
          <p:cNvPr id="3" name="Content Placeholder 2">
            <a:extLst>
              <a:ext uri="{FF2B5EF4-FFF2-40B4-BE49-F238E27FC236}">
                <a16:creationId xmlns:a16="http://schemas.microsoft.com/office/drawing/2014/main" id="{D48F65D6-5283-D1D9-886F-16683E86F943}"/>
              </a:ext>
            </a:extLst>
          </p:cNvPr>
          <p:cNvSpPr>
            <a:spLocks noGrp="1"/>
          </p:cNvSpPr>
          <p:nvPr>
            <p:ph sz="half" idx="1"/>
          </p:nvPr>
        </p:nvSpPr>
        <p:spPr/>
        <p:txBody>
          <a:bodyPr>
            <a:normAutofit/>
          </a:bodyPr>
          <a:lstStyle/>
          <a:p>
            <a:pPr marL="0" indent="0" algn="just" hangingPunct="0">
              <a:buNone/>
            </a:pPr>
            <a:r>
              <a:rPr lang="zh-CN" altLang="en-US" dirty="0"/>
              <a:t>仁慈的父，求祢恩准我们作祢子女的，随同天主之母童贞荣福玛利亚，圣母的净配圣若瑟和祢的宗徒及圣人，</a:t>
            </a:r>
          </a:p>
          <a:p>
            <a:pPr algn="just" hangingPunct="0"/>
            <a:endParaRPr lang="en-AU" dirty="0"/>
          </a:p>
        </p:txBody>
      </p:sp>
      <p:sp>
        <p:nvSpPr>
          <p:cNvPr id="4" name="Content Placeholder 3">
            <a:extLst>
              <a:ext uri="{FF2B5EF4-FFF2-40B4-BE49-F238E27FC236}">
                <a16:creationId xmlns:a16="http://schemas.microsoft.com/office/drawing/2014/main" id="{A658CB2D-7A51-A570-2338-BE5D5A9335B7}"/>
              </a:ext>
            </a:extLst>
          </p:cNvPr>
          <p:cNvSpPr>
            <a:spLocks noGrp="1"/>
          </p:cNvSpPr>
          <p:nvPr>
            <p:ph sz="half" idx="2"/>
          </p:nvPr>
        </p:nvSpPr>
        <p:spPr/>
        <p:txBody>
          <a:bodyPr>
            <a:normAutofit/>
          </a:bodyPr>
          <a:lstStyle/>
          <a:p>
            <a:pPr marL="0" indent="0" algn="just">
              <a:buNone/>
            </a:pPr>
            <a:r>
              <a:rPr lang="en-GB" dirty="0"/>
              <a:t>To all of us, your children, grant, O merciful Father, that we may enter into a heavenly inheritance with the Blessed Virgin Mary, Mother of God, with blessed Joseph, her Spouse, and with your Apostles and Saints in your kingdom. </a:t>
            </a:r>
            <a:endParaRPr lang="en-AU" dirty="0"/>
          </a:p>
        </p:txBody>
      </p:sp>
    </p:spTree>
    <p:extLst>
      <p:ext uri="{BB962C8B-B14F-4D97-AF65-F5344CB8AC3E}">
        <p14:creationId xmlns:p14="http://schemas.microsoft.com/office/powerpoint/2010/main" val="1097780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105E99-6654-EE9C-EFFD-7166A297CC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DB5A47-3151-66F7-2B20-9AA272BDE02B}"/>
              </a:ext>
            </a:extLst>
          </p:cNvPr>
          <p:cNvSpPr>
            <a:spLocks noGrp="1"/>
          </p:cNvSpPr>
          <p:nvPr>
            <p:ph type="title"/>
          </p:nvPr>
        </p:nvSpPr>
        <p:spPr/>
        <p:txBody>
          <a:bodyPr>
            <a:normAutofit fontScale="90000"/>
          </a:bodyPr>
          <a:lstStyle/>
          <a:p>
            <a:br>
              <a:rPr lang="en-AU" altLang="zh-TW" dirty="0"/>
            </a:br>
            <a:r>
              <a:rPr lang="zh-TW" altLang="en-US" dirty="0"/>
              <a:t>感恩经（四）　</a:t>
            </a:r>
            <a:r>
              <a:rPr lang="en-HK" altLang="zh-TW" dirty="0"/>
              <a:t>Eucharistic Prayer </a:t>
            </a:r>
            <a:r>
              <a:rPr lang="en-US" altLang="zh-TW" dirty="0"/>
              <a:t>IV</a:t>
            </a:r>
            <a:br>
              <a:rPr lang="en-HK" altLang="zh-TW" dirty="0"/>
            </a:br>
            <a:endParaRPr lang="en-AU" dirty="0"/>
          </a:p>
        </p:txBody>
      </p:sp>
      <p:sp>
        <p:nvSpPr>
          <p:cNvPr id="3" name="Content Placeholder 2">
            <a:extLst>
              <a:ext uri="{FF2B5EF4-FFF2-40B4-BE49-F238E27FC236}">
                <a16:creationId xmlns:a16="http://schemas.microsoft.com/office/drawing/2014/main" id="{BFAA1B27-E239-C4F1-8652-669C9219C21D}"/>
              </a:ext>
            </a:extLst>
          </p:cNvPr>
          <p:cNvSpPr>
            <a:spLocks noGrp="1"/>
          </p:cNvSpPr>
          <p:nvPr>
            <p:ph sz="half" idx="1"/>
          </p:nvPr>
        </p:nvSpPr>
        <p:spPr/>
        <p:txBody>
          <a:bodyPr>
            <a:normAutofit/>
          </a:bodyPr>
          <a:lstStyle/>
          <a:p>
            <a:pPr marL="0" indent="0" algn="just" hangingPunct="0">
              <a:lnSpc>
                <a:spcPts val="4800"/>
              </a:lnSpc>
              <a:buNone/>
            </a:pPr>
            <a:r>
              <a:rPr lang="zh-CN" altLang="en-US" spc="-500" dirty="0"/>
              <a:t>共同继承天国的产业，偕同由罪恶及死亡中解脱的万物，藉着我们的主基督颂扬祢，祢藉着祂赐给世界一切美善。</a:t>
            </a:r>
          </a:p>
          <a:p>
            <a:pPr marL="0" indent="0" algn="just" hangingPunct="0">
              <a:buNone/>
            </a:pPr>
            <a:endParaRPr lang="en-AU" dirty="0"/>
          </a:p>
        </p:txBody>
      </p:sp>
      <p:sp>
        <p:nvSpPr>
          <p:cNvPr id="4" name="Content Placeholder 3">
            <a:extLst>
              <a:ext uri="{FF2B5EF4-FFF2-40B4-BE49-F238E27FC236}">
                <a16:creationId xmlns:a16="http://schemas.microsoft.com/office/drawing/2014/main" id="{39185AE1-90EE-1709-4F92-B491DE337E65}"/>
              </a:ext>
            </a:extLst>
          </p:cNvPr>
          <p:cNvSpPr>
            <a:spLocks noGrp="1"/>
          </p:cNvSpPr>
          <p:nvPr>
            <p:ph sz="half" idx="2"/>
          </p:nvPr>
        </p:nvSpPr>
        <p:spPr/>
        <p:txBody>
          <a:bodyPr>
            <a:normAutofit/>
          </a:bodyPr>
          <a:lstStyle/>
          <a:p>
            <a:pPr marL="0" indent="0" algn="just">
              <a:buNone/>
            </a:pPr>
            <a:r>
              <a:rPr lang="en-GB" dirty="0"/>
              <a:t>There, with the whole of creation, freed from the corruption of sin and death, may we glorify you through Christ our Lord, He joins his hands. through whom you bestow on the world all that is good.</a:t>
            </a:r>
            <a:endParaRPr lang="en-GB" dirty="0">
              <a:solidFill>
                <a:schemeClr val="bg1"/>
              </a:solidFill>
            </a:endParaRPr>
          </a:p>
          <a:p>
            <a:pPr marL="0" indent="0" algn="just">
              <a:buNone/>
            </a:pPr>
            <a:endParaRPr lang="en-GB" dirty="0"/>
          </a:p>
          <a:p>
            <a:pPr algn="just"/>
            <a:endParaRPr lang="en-AU" dirty="0"/>
          </a:p>
        </p:txBody>
      </p:sp>
      <p:sp>
        <p:nvSpPr>
          <p:cNvPr id="6" name="Arrow: Right 5">
            <a:hlinkClick r:id="rId2" action="ppaction://hlinksldjump"/>
            <a:extLst>
              <a:ext uri="{FF2B5EF4-FFF2-40B4-BE49-F238E27FC236}">
                <a16:creationId xmlns:a16="http://schemas.microsoft.com/office/drawing/2014/main" id="{E3437D78-D8BF-D852-0BD4-FB8897052465}"/>
              </a:ext>
            </a:extLst>
          </p:cNvPr>
          <p:cNvSpPr/>
          <p:nvPr/>
        </p:nvSpPr>
        <p:spPr>
          <a:xfrm>
            <a:off x="7239971" y="6070985"/>
            <a:ext cx="1551973" cy="436906"/>
          </a:xfrm>
          <a:prstGeom prst="rightArrow">
            <a:avLst>
              <a:gd name="adj1" fmla="val 100000"/>
              <a:gd name="adj2" fmla="val 50000"/>
            </a:avLst>
          </a:prstGeom>
          <a:solidFill>
            <a:srgbClr val="5572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b="1" dirty="0"/>
              <a:t>圣三颂</a:t>
            </a:r>
            <a:endParaRPr lang="en-HK" b="1" dirty="0"/>
          </a:p>
        </p:txBody>
      </p:sp>
    </p:spTree>
    <p:extLst>
      <p:ext uri="{BB962C8B-B14F-4D97-AF65-F5344CB8AC3E}">
        <p14:creationId xmlns:p14="http://schemas.microsoft.com/office/powerpoint/2010/main" val="19293617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A045B9-3A22-AD9E-8AC9-3A00D6D1B3B6}"/>
              </a:ext>
            </a:extLst>
          </p:cNvPr>
          <p:cNvSpPr>
            <a:spLocks noGrp="1"/>
          </p:cNvSpPr>
          <p:nvPr>
            <p:ph type="title"/>
          </p:nvPr>
        </p:nvSpPr>
        <p:spPr/>
        <p:txBody>
          <a:bodyPr>
            <a:normAutofit fontScale="90000"/>
          </a:bodyPr>
          <a:lstStyle/>
          <a:p>
            <a:br>
              <a:rPr lang="en-AU" dirty="0"/>
            </a:br>
            <a:r>
              <a:rPr lang="en-AU" dirty="0"/>
              <a:t>Doxology　</a:t>
            </a:r>
            <a:r>
              <a:rPr lang="zh-TW" altLang="en-US" dirty="0"/>
              <a:t>圣三颂</a:t>
            </a:r>
            <a:br>
              <a:rPr lang="zh-TW" altLang="en-US" dirty="0"/>
            </a:br>
            <a:endParaRPr lang="en-AU" dirty="0"/>
          </a:p>
        </p:txBody>
      </p:sp>
      <p:sp>
        <p:nvSpPr>
          <p:cNvPr id="3" name="Content Placeholder 2">
            <a:extLst>
              <a:ext uri="{FF2B5EF4-FFF2-40B4-BE49-F238E27FC236}">
                <a16:creationId xmlns:a16="http://schemas.microsoft.com/office/drawing/2014/main" id="{9BE87C6F-E651-52C3-82EE-2AE08DACD17A}"/>
              </a:ext>
            </a:extLst>
          </p:cNvPr>
          <p:cNvSpPr>
            <a:spLocks noGrp="1"/>
          </p:cNvSpPr>
          <p:nvPr>
            <p:ph sz="half" idx="1"/>
          </p:nvPr>
        </p:nvSpPr>
        <p:spPr/>
        <p:txBody>
          <a:bodyPr>
            <a:normAutofit lnSpcReduction="10000"/>
          </a:bodyPr>
          <a:lstStyle/>
          <a:p>
            <a:pPr marL="0" indent="0" algn="just" hangingPunct="0">
              <a:buNone/>
            </a:pPr>
            <a:r>
              <a:rPr lang="zh-CN" altLang="en-US" dirty="0"/>
              <a:t>全能的天主圣父，一切崇敬和荣耀、藉着基督，偕同基督，在基督内，并联合圣神，都归于祢，直到永远。</a:t>
            </a:r>
          </a:p>
          <a:p>
            <a:pPr marL="0" indent="0" algn="just" hangingPunct="0">
              <a:buNone/>
            </a:pPr>
            <a:r>
              <a:rPr lang="zh-CN" altLang="en-US" b="1" dirty="0"/>
              <a:t>答：阿们。</a:t>
            </a:r>
          </a:p>
          <a:p>
            <a:pPr algn="just" hangingPunct="0"/>
            <a:endParaRPr lang="en-AU" dirty="0"/>
          </a:p>
        </p:txBody>
      </p:sp>
      <p:sp>
        <p:nvSpPr>
          <p:cNvPr id="4" name="Content Placeholder 3">
            <a:extLst>
              <a:ext uri="{FF2B5EF4-FFF2-40B4-BE49-F238E27FC236}">
                <a16:creationId xmlns:a16="http://schemas.microsoft.com/office/drawing/2014/main" id="{118F2EAD-8FA0-DD2C-5919-175CEF810B98}"/>
              </a:ext>
            </a:extLst>
          </p:cNvPr>
          <p:cNvSpPr>
            <a:spLocks noGrp="1"/>
          </p:cNvSpPr>
          <p:nvPr>
            <p:ph sz="half" idx="2"/>
          </p:nvPr>
        </p:nvSpPr>
        <p:spPr/>
        <p:txBody>
          <a:bodyPr>
            <a:normAutofit lnSpcReduction="10000"/>
          </a:bodyPr>
          <a:lstStyle/>
          <a:p>
            <a:pPr marL="0" indent="0" algn="just">
              <a:buNone/>
            </a:pPr>
            <a:r>
              <a:rPr lang="en-GB" dirty="0"/>
              <a:t>Through him, and with him, and in him, O God, almighty Father, in the unity of the Holy Spirit, all glory and honour is yours, for ever and ever.</a:t>
            </a:r>
          </a:p>
          <a:p>
            <a:pPr algn="just"/>
            <a:endParaRPr lang="en-GB" dirty="0"/>
          </a:p>
          <a:p>
            <a:pPr algn="just"/>
            <a:endParaRPr lang="en-GB" dirty="0"/>
          </a:p>
          <a:p>
            <a:pPr marL="0" indent="0" algn="just">
              <a:buNone/>
            </a:pPr>
            <a:r>
              <a:rPr lang="en-GB" b="1" dirty="0"/>
              <a:t>R. Amen.</a:t>
            </a:r>
          </a:p>
          <a:p>
            <a:pPr algn="just"/>
            <a:endParaRPr lang="en-AU" dirty="0"/>
          </a:p>
        </p:txBody>
      </p:sp>
      <p:grpSp>
        <p:nvGrpSpPr>
          <p:cNvPr id="7" name="Group 6">
            <a:extLst>
              <a:ext uri="{FF2B5EF4-FFF2-40B4-BE49-F238E27FC236}">
                <a16:creationId xmlns:a16="http://schemas.microsoft.com/office/drawing/2014/main" id="{6B8236D0-35DD-C566-AED2-81979CD2E7AD}"/>
              </a:ext>
            </a:extLst>
          </p:cNvPr>
          <p:cNvGrpSpPr/>
          <p:nvPr/>
        </p:nvGrpSpPr>
        <p:grpSpPr>
          <a:xfrm>
            <a:off x="7514746" y="5835491"/>
            <a:ext cx="1193338" cy="590417"/>
            <a:chOff x="7615646" y="5917473"/>
            <a:chExt cx="1193338" cy="590417"/>
          </a:xfrm>
        </p:grpSpPr>
        <p:sp>
          <p:nvSpPr>
            <p:cNvPr id="8" name="Rectangle: Rounded Corners 7">
              <a:extLst>
                <a:ext uri="{FF2B5EF4-FFF2-40B4-BE49-F238E27FC236}">
                  <a16:creationId xmlns:a16="http://schemas.microsoft.com/office/drawing/2014/main" id="{DA6705EC-376A-A55D-7FD3-20F1246B1E6D}"/>
                </a:ext>
              </a:extLst>
            </p:cNvPr>
            <p:cNvSpPr/>
            <p:nvPr/>
          </p:nvSpPr>
          <p:spPr>
            <a:xfrm>
              <a:off x="7615646" y="5917473"/>
              <a:ext cx="1193338" cy="590417"/>
            </a:xfrm>
            <a:prstGeom prst="roundRect">
              <a:avLst/>
            </a:prstGeom>
            <a:solidFill>
              <a:srgbClr val="55725D"/>
            </a:solidFill>
            <a:ln>
              <a:solidFill>
                <a:srgbClr val="557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zh-TW" altLang="en-US" sz="2400" b="1" dirty="0"/>
                <a:t>站立</a:t>
              </a:r>
              <a:endParaRPr lang="en-HK" sz="2400" b="1" dirty="0"/>
            </a:p>
          </p:txBody>
        </p:sp>
        <p:pic>
          <p:nvPicPr>
            <p:cNvPr id="9" name="Picture 8" descr="A black silhouette of a person and two children&#10;&#10;AI-generated content may be incorrect.">
              <a:extLst>
                <a:ext uri="{FF2B5EF4-FFF2-40B4-BE49-F238E27FC236}">
                  <a16:creationId xmlns:a16="http://schemas.microsoft.com/office/drawing/2014/main" id="{FB95ADDF-1B42-C289-A9BF-579A8BD8157B}"/>
                </a:ext>
              </a:extLst>
            </p:cNvPr>
            <p:cNvPicPr>
              <a:picLocks noChangeAspect="1"/>
            </p:cNvPicPr>
            <p:nvPr/>
          </p:nvPicPr>
          <p:blipFill>
            <a:blip r:embed="rId2">
              <a:lum bright="70000" contrast="-70000"/>
              <a:extLst>
                <a:ext uri="{BEBA8EAE-BF5A-486C-A8C5-ECC9F3942E4B}">
                  <a14:imgProps xmlns:a14="http://schemas.microsoft.com/office/drawing/2010/main">
                    <a14:imgLayer r:embed="rId3">
                      <a14:imgEffect>
                        <a14:backgroundRemoval t="10000" b="90000" l="10000" r="90000"/>
                      </a14:imgEffect>
                    </a14:imgLayer>
                  </a14:imgProps>
                </a:ext>
              </a:extLst>
            </a:blip>
            <a:stretch>
              <a:fillRect/>
            </a:stretch>
          </p:blipFill>
          <p:spPr>
            <a:xfrm>
              <a:off x="7662476" y="6018360"/>
              <a:ext cx="444466" cy="388641"/>
            </a:xfrm>
            <a:prstGeom prst="rect">
              <a:avLst/>
            </a:prstGeom>
            <a:noFill/>
            <a:ln>
              <a:noFill/>
            </a:ln>
          </p:spPr>
        </p:pic>
      </p:grpSp>
    </p:spTree>
    <p:extLst>
      <p:ext uri="{BB962C8B-B14F-4D97-AF65-F5344CB8AC3E}">
        <p14:creationId xmlns:p14="http://schemas.microsoft.com/office/powerpoint/2010/main" val="7421629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B2687-1959-A615-23D2-0E84FFBBC3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8C98A1-F1E3-E855-13B7-5F4BD6E82A88}"/>
              </a:ext>
            </a:extLst>
          </p:cNvPr>
          <p:cNvSpPr>
            <a:spLocks noGrp="1"/>
          </p:cNvSpPr>
          <p:nvPr>
            <p:ph type="ctrTitle"/>
          </p:nvPr>
        </p:nvSpPr>
        <p:spPr/>
        <p:txBody>
          <a:bodyPr/>
          <a:lstStyle/>
          <a:p>
            <a:endParaRPr lang="en-HK" dirty="0"/>
          </a:p>
        </p:txBody>
      </p:sp>
      <p:sp>
        <p:nvSpPr>
          <p:cNvPr id="3" name="Subtitle 2">
            <a:extLst>
              <a:ext uri="{FF2B5EF4-FFF2-40B4-BE49-F238E27FC236}">
                <a16:creationId xmlns:a16="http://schemas.microsoft.com/office/drawing/2014/main" id="{32A93790-7AD2-A362-2100-948E487CD4C0}"/>
              </a:ext>
            </a:extLst>
          </p:cNvPr>
          <p:cNvSpPr>
            <a:spLocks noGrp="1"/>
          </p:cNvSpPr>
          <p:nvPr>
            <p:ph type="subTitle" idx="1"/>
          </p:nvPr>
        </p:nvSpPr>
        <p:spPr/>
        <p:txBody>
          <a:bodyPr/>
          <a:lstStyle/>
          <a:p>
            <a:endParaRPr lang="en-HK"/>
          </a:p>
        </p:txBody>
      </p:sp>
      <p:pic>
        <p:nvPicPr>
          <p:cNvPr id="7" name="Picture 6">
            <a:extLst>
              <a:ext uri="{FF2B5EF4-FFF2-40B4-BE49-F238E27FC236}">
                <a16:creationId xmlns:a16="http://schemas.microsoft.com/office/drawing/2014/main" id="{0E162B83-592D-3A26-D252-0A5786337750}"/>
              </a:ext>
            </a:extLst>
          </p:cNvPr>
          <p:cNvPicPr>
            <a:picLocks noChangeAspect="1"/>
          </p:cNvPicPr>
          <p:nvPr/>
        </p:nvPicPr>
        <p:blipFill>
          <a:blip r:embed="rId2">
            <a:extLst>
              <a:ext uri="{28A0092B-C50C-407E-A947-70E740481C1C}">
                <a14:useLocalDpi xmlns:a14="http://schemas.microsoft.com/office/drawing/2010/main" val="0"/>
              </a:ext>
            </a:extLst>
          </a:blip>
          <a:srcRect b="25000"/>
          <a:stretch>
            <a:fillRect/>
          </a:stretch>
        </p:blipFill>
        <p:spPr>
          <a:xfrm>
            <a:off x="-1" y="1"/>
            <a:ext cx="9144001" cy="6858000"/>
          </a:xfrm>
          <a:prstGeom prst="rect">
            <a:avLst/>
          </a:prstGeom>
        </p:spPr>
      </p:pic>
      <p:sp>
        <p:nvSpPr>
          <p:cNvPr id="4" name="Rectangle: Rounded Corners 3">
            <a:extLst>
              <a:ext uri="{FF2B5EF4-FFF2-40B4-BE49-F238E27FC236}">
                <a16:creationId xmlns:a16="http://schemas.microsoft.com/office/drawing/2014/main" id="{48F0CD1D-264C-DD5D-63E4-DDDA29D3B36B}"/>
              </a:ext>
            </a:extLst>
          </p:cNvPr>
          <p:cNvSpPr/>
          <p:nvPr/>
        </p:nvSpPr>
        <p:spPr>
          <a:xfrm>
            <a:off x="220717" y="168142"/>
            <a:ext cx="8702566" cy="6516437"/>
          </a:xfrm>
          <a:prstGeom prst="roundRect">
            <a:avLst>
              <a:gd name="adj" fmla="val 2295"/>
            </a:avLst>
          </a:prstGeom>
          <a:solidFill>
            <a:srgbClr val="5572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6000" b="1">
                <a:solidFill>
                  <a:schemeClr val="bg1"/>
                </a:solidFill>
              </a:rPr>
              <a:t>领圣体礼</a:t>
            </a:r>
          </a:p>
          <a:p>
            <a:pPr algn="ctr"/>
            <a:r>
              <a:rPr lang="en-US" altLang="zh-TW" sz="6000" b="1">
                <a:solidFill>
                  <a:schemeClr val="bg1"/>
                </a:solidFill>
              </a:rPr>
              <a:t>Communion Rite</a:t>
            </a:r>
          </a:p>
        </p:txBody>
      </p:sp>
    </p:spTree>
    <p:extLst>
      <p:ext uri="{BB962C8B-B14F-4D97-AF65-F5344CB8AC3E}">
        <p14:creationId xmlns:p14="http://schemas.microsoft.com/office/powerpoint/2010/main" val="29649402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DD3351-3815-3211-E97D-E8281E7F7B9D}"/>
              </a:ext>
            </a:extLst>
          </p:cNvPr>
          <p:cNvSpPr>
            <a:spLocks noGrp="1"/>
          </p:cNvSpPr>
          <p:nvPr>
            <p:ph type="title"/>
          </p:nvPr>
        </p:nvSpPr>
        <p:spPr/>
        <p:txBody>
          <a:bodyPr>
            <a:normAutofit fontScale="90000"/>
          </a:bodyPr>
          <a:lstStyle/>
          <a:p>
            <a:br>
              <a:rPr lang="en-AU" altLang="zh-TW" dirty="0"/>
            </a:br>
            <a:r>
              <a:rPr lang="zh-TW" altLang="en-US" dirty="0"/>
              <a:t>天主经　</a:t>
            </a:r>
            <a:r>
              <a:rPr lang="en-AU" dirty="0"/>
              <a:t>The Lord’s Prayer</a:t>
            </a:r>
            <a:br>
              <a:rPr lang="en-AU" dirty="0"/>
            </a:br>
            <a:endParaRPr lang="en-AU" dirty="0"/>
          </a:p>
        </p:txBody>
      </p:sp>
      <p:sp>
        <p:nvSpPr>
          <p:cNvPr id="3" name="Content Placeholder 2">
            <a:extLst>
              <a:ext uri="{FF2B5EF4-FFF2-40B4-BE49-F238E27FC236}">
                <a16:creationId xmlns:a16="http://schemas.microsoft.com/office/drawing/2014/main" id="{9348CC50-4D90-00AE-2F2D-46E9FFCB4D56}"/>
              </a:ext>
            </a:extLst>
          </p:cNvPr>
          <p:cNvSpPr>
            <a:spLocks noGrp="1"/>
          </p:cNvSpPr>
          <p:nvPr>
            <p:ph sz="half" idx="1"/>
          </p:nvPr>
        </p:nvSpPr>
        <p:spPr/>
        <p:txBody>
          <a:bodyPr/>
          <a:lstStyle/>
          <a:p>
            <a:pPr marL="0" indent="0">
              <a:buNone/>
            </a:pPr>
            <a:r>
              <a:rPr lang="zh-CN" altLang="en-US" dirty="0"/>
              <a:t>我们既遵从救主的训示，又承受祂的教导，才敢说：</a:t>
            </a:r>
          </a:p>
          <a:p>
            <a:endParaRPr lang="en-AU" dirty="0"/>
          </a:p>
        </p:txBody>
      </p:sp>
      <p:sp>
        <p:nvSpPr>
          <p:cNvPr id="4" name="Content Placeholder 3">
            <a:extLst>
              <a:ext uri="{FF2B5EF4-FFF2-40B4-BE49-F238E27FC236}">
                <a16:creationId xmlns:a16="http://schemas.microsoft.com/office/drawing/2014/main" id="{5964172E-0746-2B26-CF71-7B7FD2AE4B48}"/>
              </a:ext>
            </a:extLst>
          </p:cNvPr>
          <p:cNvSpPr>
            <a:spLocks noGrp="1"/>
          </p:cNvSpPr>
          <p:nvPr>
            <p:ph sz="half" idx="2"/>
          </p:nvPr>
        </p:nvSpPr>
        <p:spPr/>
        <p:txBody>
          <a:bodyPr>
            <a:normAutofit/>
          </a:bodyPr>
          <a:lstStyle/>
          <a:p>
            <a:pPr marL="0" indent="0" algn="just">
              <a:buNone/>
            </a:pPr>
            <a:r>
              <a:rPr lang="en-GB" sz="3200" dirty="0"/>
              <a:t>At the Saviour’s command, and formed by divine teaching, we dare to say, </a:t>
            </a:r>
          </a:p>
        </p:txBody>
      </p:sp>
    </p:spTree>
    <p:extLst>
      <p:ext uri="{BB962C8B-B14F-4D97-AF65-F5344CB8AC3E}">
        <p14:creationId xmlns:p14="http://schemas.microsoft.com/office/powerpoint/2010/main" val="35363261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D3F64A-AF40-7E6F-B979-48058FA441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2C917D-5DF7-8FC9-F3A6-6F070FE49912}"/>
              </a:ext>
            </a:extLst>
          </p:cNvPr>
          <p:cNvSpPr>
            <a:spLocks noGrp="1"/>
          </p:cNvSpPr>
          <p:nvPr>
            <p:ph type="title"/>
          </p:nvPr>
        </p:nvSpPr>
        <p:spPr/>
        <p:txBody>
          <a:bodyPr>
            <a:normAutofit fontScale="90000"/>
          </a:bodyPr>
          <a:lstStyle/>
          <a:p>
            <a:br>
              <a:rPr lang="en-AU" altLang="zh-TW" dirty="0"/>
            </a:br>
            <a:r>
              <a:rPr lang="zh-TW" altLang="en-US" dirty="0"/>
              <a:t>天主经　</a:t>
            </a:r>
            <a:r>
              <a:rPr lang="en-AU" dirty="0"/>
              <a:t>The Lord’s Prayer</a:t>
            </a:r>
            <a:br>
              <a:rPr lang="en-AU" dirty="0"/>
            </a:br>
            <a:endParaRPr lang="en-AU" dirty="0"/>
          </a:p>
        </p:txBody>
      </p:sp>
      <p:sp>
        <p:nvSpPr>
          <p:cNvPr id="3" name="Content Placeholder 2">
            <a:extLst>
              <a:ext uri="{FF2B5EF4-FFF2-40B4-BE49-F238E27FC236}">
                <a16:creationId xmlns:a16="http://schemas.microsoft.com/office/drawing/2014/main" id="{80827B96-2A78-8608-09BB-00C0504D8E2F}"/>
              </a:ext>
            </a:extLst>
          </p:cNvPr>
          <p:cNvSpPr>
            <a:spLocks noGrp="1"/>
          </p:cNvSpPr>
          <p:nvPr>
            <p:ph sz="half" idx="1"/>
          </p:nvPr>
        </p:nvSpPr>
        <p:spPr/>
        <p:txBody>
          <a:bodyPr/>
          <a:lstStyle/>
          <a:p>
            <a:pPr marL="0" indent="0" algn="just">
              <a:buNone/>
            </a:pPr>
            <a:r>
              <a:rPr lang="zh-CN" altLang="en-US" b="1" dirty="0"/>
              <a:t>我们的天父，愿祢的名受显扬；愿祢的国来临；愿祢的旨意奉行在人间，如同在天上。</a:t>
            </a:r>
          </a:p>
          <a:p>
            <a:endParaRPr lang="en-AU" dirty="0"/>
          </a:p>
        </p:txBody>
      </p:sp>
      <p:sp>
        <p:nvSpPr>
          <p:cNvPr id="4" name="Content Placeholder 3">
            <a:extLst>
              <a:ext uri="{FF2B5EF4-FFF2-40B4-BE49-F238E27FC236}">
                <a16:creationId xmlns:a16="http://schemas.microsoft.com/office/drawing/2014/main" id="{05F16A88-8581-686F-751A-123DFBAE385A}"/>
              </a:ext>
            </a:extLst>
          </p:cNvPr>
          <p:cNvSpPr>
            <a:spLocks noGrp="1"/>
          </p:cNvSpPr>
          <p:nvPr>
            <p:ph sz="half" idx="2"/>
          </p:nvPr>
        </p:nvSpPr>
        <p:spPr/>
        <p:txBody>
          <a:bodyPr/>
          <a:lstStyle/>
          <a:p>
            <a:pPr marL="0" indent="0" algn="just">
              <a:buNone/>
            </a:pPr>
            <a:r>
              <a:rPr lang="en-GB" sz="3200" b="1" dirty="0"/>
              <a:t>Our Father, who art in heaven, hallowed be thy name; thy kingdom come, thy will be done on earth as it is in heaven.</a:t>
            </a:r>
          </a:p>
          <a:p>
            <a:pPr marL="0" indent="0">
              <a:buNone/>
            </a:pPr>
            <a:endParaRPr lang="en-AU" dirty="0"/>
          </a:p>
        </p:txBody>
      </p:sp>
    </p:spTree>
    <p:extLst>
      <p:ext uri="{BB962C8B-B14F-4D97-AF65-F5344CB8AC3E}">
        <p14:creationId xmlns:p14="http://schemas.microsoft.com/office/powerpoint/2010/main" val="17812476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A9B933-A7A5-34C9-7704-BB8EEEB30F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6780FE-6ECB-3667-3AB5-688976D7F188}"/>
              </a:ext>
            </a:extLst>
          </p:cNvPr>
          <p:cNvSpPr>
            <a:spLocks noGrp="1"/>
          </p:cNvSpPr>
          <p:nvPr>
            <p:ph type="title"/>
          </p:nvPr>
        </p:nvSpPr>
        <p:spPr/>
        <p:txBody>
          <a:bodyPr>
            <a:normAutofit fontScale="90000"/>
          </a:bodyPr>
          <a:lstStyle/>
          <a:p>
            <a:br>
              <a:rPr lang="en-AU" altLang="zh-TW" dirty="0"/>
            </a:br>
            <a:r>
              <a:rPr lang="zh-TW" altLang="en-US" dirty="0"/>
              <a:t>天主经　</a:t>
            </a:r>
            <a:r>
              <a:rPr lang="en-AU" dirty="0"/>
              <a:t>The Lord’s Prayer</a:t>
            </a:r>
            <a:br>
              <a:rPr lang="en-AU" dirty="0"/>
            </a:br>
            <a:endParaRPr lang="en-AU" dirty="0"/>
          </a:p>
        </p:txBody>
      </p:sp>
      <p:sp>
        <p:nvSpPr>
          <p:cNvPr id="3" name="Content Placeholder 2">
            <a:extLst>
              <a:ext uri="{FF2B5EF4-FFF2-40B4-BE49-F238E27FC236}">
                <a16:creationId xmlns:a16="http://schemas.microsoft.com/office/drawing/2014/main" id="{21076C85-0F11-C3B4-A373-21E492E9734E}"/>
              </a:ext>
            </a:extLst>
          </p:cNvPr>
          <p:cNvSpPr>
            <a:spLocks noGrp="1"/>
          </p:cNvSpPr>
          <p:nvPr>
            <p:ph sz="half" idx="1"/>
          </p:nvPr>
        </p:nvSpPr>
        <p:spPr/>
        <p:txBody>
          <a:bodyPr>
            <a:normAutofit lnSpcReduction="10000"/>
          </a:bodyPr>
          <a:lstStyle/>
          <a:p>
            <a:pPr marL="0" indent="0" algn="just">
              <a:buNone/>
            </a:pPr>
            <a:r>
              <a:rPr lang="zh-CN" altLang="en-US" b="1" dirty="0"/>
              <a:t>求祢今天赏给我们日用的食粮；求祢宽恕我们的罪过，如同我们宽恕别人一样；不要让我们陷于诱惑，但救我们免于凶恶。</a:t>
            </a:r>
          </a:p>
          <a:p>
            <a:endParaRPr lang="en-AU" dirty="0"/>
          </a:p>
        </p:txBody>
      </p:sp>
      <p:sp>
        <p:nvSpPr>
          <p:cNvPr id="4" name="Content Placeholder 3">
            <a:extLst>
              <a:ext uri="{FF2B5EF4-FFF2-40B4-BE49-F238E27FC236}">
                <a16:creationId xmlns:a16="http://schemas.microsoft.com/office/drawing/2014/main" id="{9F8B546D-8276-C357-FC82-81EE520BAD88}"/>
              </a:ext>
            </a:extLst>
          </p:cNvPr>
          <p:cNvSpPr>
            <a:spLocks noGrp="1"/>
          </p:cNvSpPr>
          <p:nvPr>
            <p:ph sz="half" idx="2"/>
          </p:nvPr>
        </p:nvSpPr>
        <p:spPr/>
        <p:txBody>
          <a:bodyPr>
            <a:normAutofit lnSpcReduction="10000"/>
          </a:bodyPr>
          <a:lstStyle/>
          <a:p>
            <a:pPr marL="0" indent="0" algn="just">
              <a:buNone/>
            </a:pPr>
            <a:r>
              <a:rPr lang="en-GB" sz="3200" b="1" dirty="0"/>
              <a:t>Give us this day our daily bread, and forgive us our trespasses, as we forgive those who trespass against us; and lead us not into temptation, but deliver us from evil. </a:t>
            </a:r>
          </a:p>
          <a:p>
            <a:endParaRPr lang="en-AU" dirty="0"/>
          </a:p>
        </p:txBody>
      </p:sp>
    </p:spTree>
    <p:extLst>
      <p:ext uri="{BB962C8B-B14F-4D97-AF65-F5344CB8AC3E}">
        <p14:creationId xmlns:p14="http://schemas.microsoft.com/office/powerpoint/2010/main" val="2572897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43795-CDD3-8E23-7506-03AA09852D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36567C-CE24-5F51-BEB5-05A3DCF54152}"/>
              </a:ext>
            </a:extLst>
          </p:cNvPr>
          <p:cNvSpPr>
            <a:spLocks noGrp="1"/>
          </p:cNvSpPr>
          <p:nvPr>
            <p:ph type="title"/>
          </p:nvPr>
        </p:nvSpPr>
        <p:spPr/>
        <p:txBody>
          <a:bodyPr>
            <a:normAutofit fontScale="90000"/>
          </a:bodyPr>
          <a:lstStyle/>
          <a:p>
            <a:br>
              <a:rPr lang="en-AU" altLang="zh-TW" dirty="0"/>
            </a:br>
            <a:r>
              <a:rPr lang="zh-TW" altLang="en-US" dirty="0"/>
              <a:t>天主经　</a:t>
            </a:r>
            <a:r>
              <a:rPr lang="en-AU" dirty="0"/>
              <a:t>The Lord’s Prayer</a:t>
            </a:r>
            <a:br>
              <a:rPr lang="en-AU" dirty="0"/>
            </a:br>
            <a:endParaRPr lang="en-AU" dirty="0"/>
          </a:p>
        </p:txBody>
      </p:sp>
      <p:sp>
        <p:nvSpPr>
          <p:cNvPr id="3" name="Content Placeholder 2">
            <a:extLst>
              <a:ext uri="{FF2B5EF4-FFF2-40B4-BE49-F238E27FC236}">
                <a16:creationId xmlns:a16="http://schemas.microsoft.com/office/drawing/2014/main" id="{05BE8194-BBA2-AEBC-340A-B0EB4539BBC8}"/>
              </a:ext>
            </a:extLst>
          </p:cNvPr>
          <p:cNvSpPr>
            <a:spLocks noGrp="1"/>
          </p:cNvSpPr>
          <p:nvPr>
            <p:ph sz="half" idx="1"/>
          </p:nvPr>
        </p:nvSpPr>
        <p:spPr/>
        <p:txBody>
          <a:bodyPr>
            <a:normAutofit lnSpcReduction="10000"/>
          </a:bodyPr>
          <a:lstStyle/>
          <a:p>
            <a:pPr marL="0" indent="0" algn="just" hangingPunct="0">
              <a:buNone/>
            </a:pPr>
            <a:r>
              <a:rPr lang="zh-CN" altLang="en-US" dirty="0"/>
              <a:t>上主，求祢从一切灾祸中拯救我们，恩赐我们的时代得享平安；更求祢大发慈悲，保祐我们脱免罪恶，并在一切困扰中，</a:t>
            </a:r>
          </a:p>
          <a:p>
            <a:pPr hangingPunct="0"/>
            <a:endParaRPr lang="en-AU" dirty="0"/>
          </a:p>
        </p:txBody>
      </p:sp>
      <p:sp>
        <p:nvSpPr>
          <p:cNvPr id="4" name="Content Placeholder 3">
            <a:extLst>
              <a:ext uri="{FF2B5EF4-FFF2-40B4-BE49-F238E27FC236}">
                <a16:creationId xmlns:a16="http://schemas.microsoft.com/office/drawing/2014/main" id="{27675F80-0A85-83A3-00B3-B73D19EAAF9B}"/>
              </a:ext>
            </a:extLst>
          </p:cNvPr>
          <p:cNvSpPr>
            <a:spLocks noGrp="1"/>
          </p:cNvSpPr>
          <p:nvPr>
            <p:ph sz="half" idx="2"/>
          </p:nvPr>
        </p:nvSpPr>
        <p:spPr/>
        <p:txBody>
          <a:bodyPr>
            <a:normAutofit lnSpcReduction="10000"/>
          </a:bodyPr>
          <a:lstStyle/>
          <a:p>
            <a:pPr marL="0" indent="0" algn="just">
              <a:buNone/>
            </a:pPr>
            <a:r>
              <a:rPr lang="en-GB" sz="3200" dirty="0"/>
              <a:t>Deliver us, Lord, we pray, from every evil, graciously grant peace in our days, that, by the help of your mercy, we may be always free from sin</a:t>
            </a:r>
            <a:endParaRPr lang="en-AU" sz="3200" dirty="0"/>
          </a:p>
        </p:txBody>
      </p:sp>
    </p:spTree>
    <p:extLst>
      <p:ext uri="{BB962C8B-B14F-4D97-AF65-F5344CB8AC3E}">
        <p14:creationId xmlns:p14="http://schemas.microsoft.com/office/powerpoint/2010/main" val="30204028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CB9CDA-691E-7D3D-B8EC-295C607002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C3CA94-D86C-0B0C-BF51-C4177A248248}"/>
              </a:ext>
            </a:extLst>
          </p:cNvPr>
          <p:cNvSpPr>
            <a:spLocks noGrp="1"/>
          </p:cNvSpPr>
          <p:nvPr>
            <p:ph type="title"/>
          </p:nvPr>
        </p:nvSpPr>
        <p:spPr/>
        <p:txBody>
          <a:bodyPr>
            <a:normAutofit fontScale="90000"/>
          </a:bodyPr>
          <a:lstStyle/>
          <a:p>
            <a:br>
              <a:rPr lang="en-AU" altLang="zh-TW" dirty="0"/>
            </a:br>
            <a:r>
              <a:rPr lang="zh-TW" altLang="en-US" dirty="0"/>
              <a:t>天主经　</a:t>
            </a:r>
            <a:r>
              <a:rPr lang="en-AU" dirty="0"/>
              <a:t>The Lord’s Prayer</a:t>
            </a:r>
            <a:br>
              <a:rPr lang="en-AU" dirty="0"/>
            </a:br>
            <a:endParaRPr lang="en-AU" dirty="0"/>
          </a:p>
        </p:txBody>
      </p:sp>
      <p:sp>
        <p:nvSpPr>
          <p:cNvPr id="3" name="Content Placeholder 2">
            <a:extLst>
              <a:ext uri="{FF2B5EF4-FFF2-40B4-BE49-F238E27FC236}">
                <a16:creationId xmlns:a16="http://schemas.microsoft.com/office/drawing/2014/main" id="{8CFC39EC-CEBB-445B-9091-788345F43A33}"/>
              </a:ext>
            </a:extLst>
          </p:cNvPr>
          <p:cNvSpPr>
            <a:spLocks noGrp="1"/>
          </p:cNvSpPr>
          <p:nvPr>
            <p:ph sz="half" idx="1"/>
          </p:nvPr>
        </p:nvSpPr>
        <p:spPr/>
        <p:txBody>
          <a:bodyPr/>
          <a:lstStyle/>
          <a:p>
            <a:pPr marL="0" indent="0" algn="just">
              <a:buNone/>
            </a:pPr>
            <a:r>
              <a:rPr lang="zh-CN" altLang="en-US" dirty="0"/>
              <a:t>获得安全，使我们虔诚期待永生的幸福，和救主耶稣的来临。</a:t>
            </a:r>
            <a:endParaRPr lang="en-AU" dirty="0"/>
          </a:p>
        </p:txBody>
      </p:sp>
      <p:sp>
        <p:nvSpPr>
          <p:cNvPr id="4" name="Content Placeholder 3">
            <a:extLst>
              <a:ext uri="{FF2B5EF4-FFF2-40B4-BE49-F238E27FC236}">
                <a16:creationId xmlns:a16="http://schemas.microsoft.com/office/drawing/2014/main" id="{7F2886B4-51D5-4309-65DD-C3D38335DD22}"/>
              </a:ext>
            </a:extLst>
          </p:cNvPr>
          <p:cNvSpPr>
            <a:spLocks noGrp="1"/>
          </p:cNvSpPr>
          <p:nvPr>
            <p:ph sz="half" idx="2"/>
          </p:nvPr>
        </p:nvSpPr>
        <p:spPr/>
        <p:txBody>
          <a:bodyPr>
            <a:normAutofit/>
          </a:bodyPr>
          <a:lstStyle/>
          <a:p>
            <a:pPr marL="0" indent="0" algn="just">
              <a:buNone/>
            </a:pPr>
            <a:r>
              <a:rPr lang="en-GB" sz="3200" dirty="0"/>
              <a:t>and safe from all distress, as we await the blessed hope and the coming of our Saviour, Jesus Christ. </a:t>
            </a:r>
            <a:endParaRPr lang="en-AU" sz="3200" dirty="0"/>
          </a:p>
        </p:txBody>
      </p:sp>
    </p:spTree>
    <p:extLst>
      <p:ext uri="{BB962C8B-B14F-4D97-AF65-F5344CB8AC3E}">
        <p14:creationId xmlns:p14="http://schemas.microsoft.com/office/powerpoint/2010/main" val="6654074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8D6020-75C3-3DD7-0FB9-FD01FCC58C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5D9608-0282-7397-6F34-DD0D3D9DFAB8}"/>
              </a:ext>
            </a:extLst>
          </p:cNvPr>
          <p:cNvSpPr>
            <a:spLocks noGrp="1"/>
          </p:cNvSpPr>
          <p:nvPr>
            <p:ph type="title"/>
          </p:nvPr>
        </p:nvSpPr>
        <p:spPr/>
        <p:txBody>
          <a:bodyPr>
            <a:normAutofit fontScale="90000"/>
          </a:bodyPr>
          <a:lstStyle/>
          <a:p>
            <a:br>
              <a:rPr lang="en-AU" altLang="zh-TW" dirty="0"/>
            </a:br>
            <a:r>
              <a:rPr lang="zh-TW" altLang="en-US" dirty="0"/>
              <a:t>天主经　</a:t>
            </a:r>
            <a:r>
              <a:rPr lang="en-AU" dirty="0"/>
              <a:t>The Lord’s Prayer</a:t>
            </a:r>
            <a:br>
              <a:rPr lang="en-AU" dirty="0"/>
            </a:br>
            <a:endParaRPr lang="en-AU" dirty="0"/>
          </a:p>
        </p:txBody>
      </p:sp>
      <p:sp>
        <p:nvSpPr>
          <p:cNvPr id="3" name="Content Placeholder 2">
            <a:extLst>
              <a:ext uri="{FF2B5EF4-FFF2-40B4-BE49-F238E27FC236}">
                <a16:creationId xmlns:a16="http://schemas.microsoft.com/office/drawing/2014/main" id="{AF7E39D4-3615-9383-F029-D607786AE9CC}"/>
              </a:ext>
            </a:extLst>
          </p:cNvPr>
          <p:cNvSpPr>
            <a:spLocks noGrp="1"/>
          </p:cNvSpPr>
          <p:nvPr>
            <p:ph sz="half" idx="1"/>
          </p:nvPr>
        </p:nvSpPr>
        <p:spPr/>
        <p:txBody>
          <a:bodyPr/>
          <a:lstStyle/>
          <a:p>
            <a:pPr marL="0" indent="0" algn="just" hangingPunct="0">
              <a:buNone/>
            </a:pPr>
            <a:r>
              <a:rPr lang="zh-CN" altLang="en-US" b="1" dirty="0"/>
              <a:t>天下万国，普世权威，一切荣耀，永归于祢。</a:t>
            </a:r>
          </a:p>
          <a:p>
            <a:pPr hangingPunct="0"/>
            <a:endParaRPr lang="en-AU" dirty="0"/>
          </a:p>
        </p:txBody>
      </p:sp>
      <p:sp>
        <p:nvSpPr>
          <p:cNvPr id="4" name="Content Placeholder 3">
            <a:extLst>
              <a:ext uri="{FF2B5EF4-FFF2-40B4-BE49-F238E27FC236}">
                <a16:creationId xmlns:a16="http://schemas.microsoft.com/office/drawing/2014/main" id="{CF247CC8-BE3F-15B2-B01E-F6B1D2EE38D3}"/>
              </a:ext>
            </a:extLst>
          </p:cNvPr>
          <p:cNvSpPr>
            <a:spLocks noGrp="1"/>
          </p:cNvSpPr>
          <p:nvPr>
            <p:ph sz="half" idx="2"/>
          </p:nvPr>
        </p:nvSpPr>
        <p:spPr/>
        <p:txBody>
          <a:bodyPr/>
          <a:lstStyle/>
          <a:p>
            <a:pPr marL="0" indent="0" algn="just">
              <a:buNone/>
            </a:pPr>
            <a:r>
              <a:rPr lang="en-GB" sz="3200" b="1" dirty="0"/>
              <a:t>For the kingdom, the power and the glory are yours now and for ever.</a:t>
            </a:r>
          </a:p>
          <a:p>
            <a:pPr marL="0" indent="0">
              <a:buNone/>
            </a:pPr>
            <a:endParaRPr lang="en-AU" dirty="0"/>
          </a:p>
        </p:txBody>
      </p:sp>
    </p:spTree>
    <p:extLst>
      <p:ext uri="{BB962C8B-B14F-4D97-AF65-F5344CB8AC3E}">
        <p14:creationId xmlns:p14="http://schemas.microsoft.com/office/powerpoint/2010/main" val="28260656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5BCCBD-56FD-EA45-D971-76559DF01F87}"/>
              </a:ext>
            </a:extLst>
          </p:cNvPr>
          <p:cNvSpPr>
            <a:spLocks noGrp="1"/>
          </p:cNvSpPr>
          <p:nvPr>
            <p:ph type="title"/>
          </p:nvPr>
        </p:nvSpPr>
        <p:spPr/>
        <p:txBody>
          <a:bodyPr>
            <a:normAutofit fontScale="90000"/>
          </a:bodyPr>
          <a:lstStyle/>
          <a:p>
            <a:br>
              <a:rPr lang="en-AU" altLang="zh-TW" dirty="0"/>
            </a:br>
            <a:r>
              <a:rPr lang="zh-TW" altLang="en-US" dirty="0"/>
              <a:t>平安礼　</a:t>
            </a:r>
            <a:r>
              <a:rPr lang="en-AU" dirty="0"/>
              <a:t>Sign of Peace</a:t>
            </a:r>
            <a:br>
              <a:rPr lang="en-AU" dirty="0"/>
            </a:br>
            <a:endParaRPr lang="en-AU" dirty="0"/>
          </a:p>
        </p:txBody>
      </p:sp>
      <p:sp>
        <p:nvSpPr>
          <p:cNvPr id="3" name="Content Placeholder 2">
            <a:extLst>
              <a:ext uri="{FF2B5EF4-FFF2-40B4-BE49-F238E27FC236}">
                <a16:creationId xmlns:a16="http://schemas.microsoft.com/office/drawing/2014/main" id="{B11F8B78-8B76-B268-1E0A-C7AFAD5DF768}"/>
              </a:ext>
            </a:extLst>
          </p:cNvPr>
          <p:cNvSpPr>
            <a:spLocks noGrp="1"/>
          </p:cNvSpPr>
          <p:nvPr>
            <p:ph sz="half" idx="1"/>
          </p:nvPr>
        </p:nvSpPr>
        <p:spPr/>
        <p:txBody>
          <a:bodyPr/>
          <a:lstStyle/>
          <a:p>
            <a:pPr marL="0" indent="0" algn="just">
              <a:buNone/>
            </a:pPr>
            <a:r>
              <a:rPr lang="zh-CN" altLang="en-US" dirty="0"/>
              <a:t>主耶稣基督，祢曾对宗徒们说：「我将平安留给你们，将我的平安赏给你们。」</a:t>
            </a:r>
          </a:p>
          <a:p>
            <a:endParaRPr lang="en-AU" dirty="0"/>
          </a:p>
        </p:txBody>
      </p:sp>
      <p:sp>
        <p:nvSpPr>
          <p:cNvPr id="4" name="Content Placeholder 3">
            <a:extLst>
              <a:ext uri="{FF2B5EF4-FFF2-40B4-BE49-F238E27FC236}">
                <a16:creationId xmlns:a16="http://schemas.microsoft.com/office/drawing/2014/main" id="{D95B5682-D953-CCFD-0D60-843B839F0645}"/>
              </a:ext>
            </a:extLst>
          </p:cNvPr>
          <p:cNvSpPr>
            <a:spLocks noGrp="1"/>
          </p:cNvSpPr>
          <p:nvPr>
            <p:ph sz="half" idx="2"/>
          </p:nvPr>
        </p:nvSpPr>
        <p:spPr/>
        <p:txBody>
          <a:bodyPr/>
          <a:lstStyle/>
          <a:p>
            <a:pPr marL="0" indent="0" algn="just">
              <a:buNone/>
            </a:pPr>
            <a:r>
              <a:rPr lang="en-GB" sz="3200" dirty="0"/>
              <a:t>Lord Jesus Christ, who said to your Apostles: Peace I give you, my peace I give you, </a:t>
            </a:r>
          </a:p>
          <a:p>
            <a:endParaRPr lang="en-AU" dirty="0"/>
          </a:p>
        </p:txBody>
      </p:sp>
    </p:spTree>
    <p:extLst>
      <p:ext uri="{BB962C8B-B14F-4D97-AF65-F5344CB8AC3E}">
        <p14:creationId xmlns:p14="http://schemas.microsoft.com/office/powerpoint/2010/main" val="23831905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BAF66C-1DAD-FEF4-7588-57E526C8DD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4BFE1E-D684-C40D-DCE7-44C8345FFDDB}"/>
              </a:ext>
            </a:extLst>
          </p:cNvPr>
          <p:cNvSpPr>
            <a:spLocks noGrp="1"/>
          </p:cNvSpPr>
          <p:nvPr>
            <p:ph type="title"/>
          </p:nvPr>
        </p:nvSpPr>
        <p:spPr/>
        <p:txBody>
          <a:bodyPr>
            <a:normAutofit fontScale="90000"/>
          </a:bodyPr>
          <a:lstStyle/>
          <a:p>
            <a:br>
              <a:rPr lang="en-AU" altLang="zh-TW" dirty="0"/>
            </a:br>
            <a:r>
              <a:rPr lang="zh-TW" altLang="en-US" dirty="0"/>
              <a:t>平安礼　</a:t>
            </a:r>
            <a:r>
              <a:rPr lang="en-AU" dirty="0"/>
              <a:t>Sign of Peace</a:t>
            </a:r>
            <a:br>
              <a:rPr lang="en-AU" dirty="0"/>
            </a:br>
            <a:endParaRPr lang="en-AU" dirty="0"/>
          </a:p>
        </p:txBody>
      </p:sp>
      <p:sp>
        <p:nvSpPr>
          <p:cNvPr id="3" name="Content Placeholder 2">
            <a:extLst>
              <a:ext uri="{FF2B5EF4-FFF2-40B4-BE49-F238E27FC236}">
                <a16:creationId xmlns:a16="http://schemas.microsoft.com/office/drawing/2014/main" id="{CEFE6EF4-1CF0-C02E-6BC1-BFC88132B7F9}"/>
              </a:ext>
            </a:extLst>
          </p:cNvPr>
          <p:cNvSpPr>
            <a:spLocks noGrp="1"/>
          </p:cNvSpPr>
          <p:nvPr>
            <p:ph sz="half" idx="1"/>
          </p:nvPr>
        </p:nvSpPr>
        <p:spPr/>
        <p:txBody>
          <a:bodyPr>
            <a:normAutofit lnSpcReduction="10000"/>
          </a:bodyPr>
          <a:lstStyle/>
          <a:p>
            <a:pPr marL="0" indent="0" algn="just" hangingPunct="0">
              <a:buNone/>
            </a:pPr>
            <a:r>
              <a:rPr lang="zh-CN" altLang="en-US" dirty="0"/>
              <a:t>求祢不要看我们的罪过，但看祢教会的信德，并按照祢的圣意，使教会安定团结，祢是天主，永生永王。</a:t>
            </a:r>
          </a:p>
          <a:p>
            <a:pPr marL="0" indent="0" hangingPunct="0">
              <a:buNone/>
            </a:pPr>
            <a:r>
              <a:rPr lang="zh-CN" altLang="en-US" b="1" dirty="0"/>
              <a:t>答：阿们。</a:t>
            </a:r>
          </a:p>
          <a:p>
            <a:pPr hangingPunct="0"/>
            <a:endParaRPr lang="en-AU" dirty="0"/>
          </a:p>
        </p:txBody>
      </p:sp>
      <p:sp>
        <p:nvSpPr>
          <p:cNvPr id="4" name="Content Placeholder 3">
            <a:extLst>
              <a:ext uri="{FF2B5EF4-FFF2-40B4-BE49-F238E27FC236}">
                <a16:creationId xmlns:a16="http://schemas.microsoft.com/office/drawing/2014/main" id="{9A9CCB7A-E28F-FD4A-149E-F33DD3802014}"/>
              </a:ext>
            </a:extLst>
          </p:cNvPr>
          <p:cNvSpPr>
            <a:spLocks noGrp="1"/>
          </p:cNvSpPr>
          <p:nvPr>
            <p:ph sz="half" idx="2"/>
          </p:nvPr>
        </p:nvSpPr>
        <p:spPr/>
        <p:txBody>
          <a:bodyPr>
            <a:normAutofit lnSpcReduction="10000"/>
          </a:bodyPr>
          <a:lstStyle/>
          <a:p>
            <a:pPr marL="0" indent="0" algn="just">
              <a:buNone/>
            </a:pPr>
            <a:r>
              <a:rPr lang="en-GB" sz="3000" dirty="0"/>
              <a:t>look not on our sins, but on the faith of your Church, and graciously grant her peace and unity in accordance with your will. Who live and reign for ever and ever.</a:t>
            </a:r>
          </a:p>
          <a:p>
            <a:endParaRPr lang="en-GB" sz="3000" dirty="0"/>
          </a:p>
          <a:p>
            <a:pPr marL="0" indent="0">
              <a:buNone/>
            </a:pPr>
            <a:r>
              <a:rPr lang="en-GB" sz="3000" b="1" dirty="0"/>
              <a:t>R. Amen.</a:t>
            </a:r>
          </a:p>
          <a:p>
            <a:endParaRPr lang="en-AU" dirty="0"/>
          </a:p>
        </p:txBody>
      </p:sp>
    </p:spTree>
    <p:extLst>
      <p:ext uri="{BB962C8B-B14F-4D97-AF65-F5344CB8AC3E}">
        <p14:creationId xmlns:p14="http://schemas.microsoft.com/office/powerpoint/2010/main" val="21505614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B844BD-C45D-B6A3-414C-182B3F60A1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3BB0DF-8C25-47D6-842C-63862BD042B7}"/>
              </a:ext>
            </a:extLst>
          </p:cNvPr>
          <p:cNvSpPr>
            <a:spLocks noGrp="1"/>
          </p:cNvSpPr>
          <p:nvPr>
            <p:ph type="title"/>
          </p:nvPr>
        </p:nvSpPr>
        <p:spPr/>
        <p:txBody>
          <a:bodyPr>
            <a:normAutofit fontScale="90000"/>
          </a:bodyPr>
          <a:lstStyle/>
          <a:p>
            <a:br>
              <a:rPr lang="en-AU" altLang="zh-TW" dirty="0"/>
            </a:br>
            <a:r>
              <a:rPr lang="zh-TW" altLang="en-US" dirty="0"/>
              <a:t>平安礼　</a:t>
            </a:r>
            <a:r>
              <a:rPr lang="en-AU" dirty="0"/>
              <a:t>Sign of Peace</a:t>
            </a:r>
            <a:br>
              <a:rPr lang="en-AU" dirty="0"/>
            </a:br>
            <a:endParaRPr lang="en-AU" dirty="0"/>
          </a:p>
        </p:txBody>
      </p:sp>
      <p:sp>
        <p:nvSpPr>
          <p:cNvPr id="3" name="Content Placeholder 2">
            <a:extLst>
              <a:ext uri="{FF2B5EF4-FFF2-40B4-BE49-F238E27FC236}">
                <a16:creationId xmlns:a16="http://schemas.microsoft.com/office/drawing/2014/main" id="{D670E34A-28CA-B9F5-730B-15BC8DD1A22E}"/>
              </a:ext>
            </a:extLst>
          </p:cNvPr>
          <p:cNvSpPr>
            <a:spLocks noGrp="1"/>
          </p:cNvSpPr>
          <p:nvPr>
            <p:ph sz="half" idx="1"/>
          </p:nvPr>
        </p:nvSpPr>
        <p:spPr/>
        <p:txBody>
          <a:bodyPr>
            <a:normAutofit/>
          </a:bodyPr>
          <a:lstStyle/>
          <a:p>
            <a:pPr marL="0" indent="0" algn="just" hangingPunct="0">
              <a:buNone/>
            </a:pPr>
            <a:r>
              <a:rPr lang="zh-CN" altLang="en-US" dirty="0"/>
              <a:t>愿主的平安常与你们同在。</a:t>
            </a:r>
          </a:p>
          <a:p>
            <a:pPr marL="0" indent="0" algn="just" hangingPunct="0">
              <a:buNone/>
            </a:pPr>
            <a:r>
              <a:rPr lang="zh-CN" altLang="en-US" b="1" dirty="0"/>
              <a:t>答：也与你的心灵同在。</a:t>
            </a:r>
            <a:endParaRPr lang="en-AU" altLang="zh-CN" b="1" dirty="0"/>
          </a:p>
          <a:p>
            <a:pPr marL="0" indent="0" algn="just" hangingPunct="0">
              <a:buNone/>
            </a:pPr>
            <a:endParaRPr lang="zh-CN" altLang="en-US" dirty="0"/>
          </a:p>
          <a:p>
            <a:pPr marL="0" indent="0" algn="just" hangingPunct="0">
              <a:buNone/>
            </a:pPr>
            <a:r>
              <a:rPr lang="zh-CN" altLang="en-US" dirty="0"/>
              <a:t>请大家互祝平安。</a:t>
            </a:r>
          </a:p>
          <a:p>
            <a:pPr algn="just" hangingPunct="0"/>
            <a:endParaRPr lang="en-AU" dirty="0"/>
          </a:p>
        </p:txBody>
      </p:sp>
      <p:sp>
        <p:nvSpPr>
          <p:cNvPr id="4" name="Content Placeholder 3">
            <a:extLst>
              <a:ext uri="{FF2B5EF4-FFF2-40B4-BE49-F238E27FC236}">
                <a16:creationId xmlns:a16="http://schemas.microsoft.com/office/drawing/2014/main" id="{9E65F1DD-34BF-01CF-CF2D-0FB0675AF718}"/>
              </a:ext>
            </a:extLst>
          </p:cNvPr>
          <p:cNvSpPr>
            <a:spLocks noGrp="1"/>
          </p:cNvSpPr>
          <p:nvPr>
            <p:ph sz="half" idx="2"/>
          </p:nvPr>
        </p:nvSpPr>
        <p:spPr/>
        <p:txBody>
          <a:bodyPr>
            <a:normAutofit/>
          </a:bodyPr>
          <a:lstStyle/>
          <a:p>
            <a:pPr marL="0" indent="0" algn="just">
              <a:buNone/>
            </a:pPr>
            <a:r>
              <a:rPr lang="en-GB" sz="3200" dirty="0"/>
              <a:t>The peace of the Lord be with you always. </a:t>
            </a:r>
          </a:p>
          <a:p>
            <a:pPr algn="just"/>
            <a:endParaRPr lang="en-GB" sz="3200" dirty="0"/>
          </a:p>
          <a:p>
            <a:pPr marL="0" indent="0" algn="just">
              <a:buNone/>
            </a:pPr>
            <a:r>
              <a:rPr lang="en-GB" sz="3200" b="1" dirty="0"/>
              <a:t>R. And with your spirit. </a:t>
            </a:r>
          </a:p>
          <a:p>
            <a:pPr algn="just"/>
            <a:endParaRPr lang="en-GB" sz="3200" dirty="0"/>
          </a:p>
          <a:p>
            <a:pPr marL="0" indent="0" algn="just">
              <a:buNone/>
            </a:pPr>
            <a:r>
              <a:rPr lang="en-GB" sz="3200" dirty="0"/>
              <a:t>Let us offer each other the sign of peace. </a:t>
            </a:r>
          </a:p>
          <a:p>
            <a:pPr algn="just"/>
            <a:endParaRPr lang="en-AU" dirty="0"/>
          </a:p>
        </p:txBody>
      </p:sp>
    </p:spTree>
    <p:extLst>
      <p:ext uri="{BB962C8B-B14F-4D97-AF65-F5344CB8AC3E}">
        <p14:creationId xmlns:p14="http://schemas.microsoft.com/office/powerpoint/2010/main" val="42014783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28C15D-4DBA-1B14-83A5-332B84B30A97}"/>
              </a:ext>
            </a:extLst>
          </p:cNvPr>
          <p:cNvSpPr>
            <a:spLocks noGrp="1"/>
          </p:cNvSpPr>
          <p:nvPr>
            <p:ph type="title"/>
          </p:nvPr>
        </p:nvSpPr>
        <p:spPr/>
        <p:txBody>
          <a:bodyPr>
            <a:normAutofit fontScale="90000"/>
          </a:bodyPr>
          <a:lstStyle/>
          <a:p>
            <a:br>
              <a:rPr lang="en-AU" altLang="zh-TW" dirty="0"/>
            </a:br>
            <a:r>
              <a:rPr lang="zh-TW" altLang="en-US" dirty="0"/>
              <a:t>羔羊颂　</a:t>
            </a:r>
            <a:r>
              <a:rPr lang="en-AU" dirty="0"/>
              <a:t>Agnus Dei</a:t>
            </a:r>
            <a:br>
              <a:rPr lang="en-AU" dirty="0"/>
            </a:br>
            <a:endParaRPr lang="en-AU" dirty="0"/>
          </a:p>
        </p:txBody>
      </p:sp>
      <p:sp>
        <p:nvSpPr>
          <p:cNvPr id="3" name="Content Placeholder 2">
            <a:extLst>
              <a:ext uri="{FF2B5EF4-FFF2-40B4-BE49-F238E27FC236}">
                <a16:creationId xmlns:a16="http://schemas.microsoft.com/office/drawing/2014/main" id="{6504E057-6DD4-2167-2A09-EBF467B26B46}"/>
              </a:ext>
            </a:extLst>
          </p:cNvPr>
          <p:cNvSpPr>
            <a:spLocks noGrp="1"/>
          </p:cNvSpPr>
          <p:nvPr>
            <p:ph sz="half" idx="1"/>
          </p:nvPr>
        </p:nvSpPr>
        <p:spPr/>
        <p:txBody>
          <a:bodyPr>
            <a:normAutofit fontScale="92500" lnSpcReduction="20000"/>
          </a:bodyPr>
          <a:lstStyle/>
          <a:p>
            <a:pPr marL="0" indent="0" algn="just" hangingPunct="0">
              <a:buNone/>
            </a:pPr>
            <a:r>
              <a:rPr lang="zh-CN" altLang="en-US" sz="5200" b="1" dirty="0"/>
              <a:t>除免世罪的天主羔</a:t>
            </a:r>
            <a:r>
              <a:rPr lang="en-US" altLang="zh-CN" sz="5200" b="1" dirty="0"/>
              <a:t>, </a:t>
            </a:r>
            <a:r>
              <a:rPr lang="zh-CN" altLang="en-US" sz="5200" b="1" dirty="0"/>
              <a:t>求祢垂憐我们。</a:t>
            </a:r>
            <a:endParaRPr lang="en-US" altLang="zh-CN" sz="5200" b="1" dirty="0"/>
          </a:p>
          <a:p>
            <a:pPr marL="0" indent="0" algn="just" hangingPunct="0">
              <a:buNone/>
            </a:pPr>
            <a:r>
              <a:rPr lang="zh-CN" altLang="en-US" sz="5200" b="1" dirty="0"/>
              <a:t>除免世罪的天主羔羊，求祢垂憐我们。</a:t>
            </a:r>
            <a:endParaRPr lang="en-US" altLang="zh-CN" sz="5200" b="1" dirty="0"/>
          </a:p>
          <a:p>
            <a:pPr marL="0" indent="0" algn="just" hangingPunct="0">
              <a:buNone/>
            </a:pPr>
            <a:r>
              <a:rPr lang="zh-CN" altLang="en-US" sz="5200" b="1" dirty="0"/>
              <a:t>除免世罪的天主羔羊，求祢賜給我们平安。</a:t>
            </a:r>
            <a:endParaRPr lang="zh-CN" altLang="en-US" dirty="0"/>
          </a:p>
          <a:p>
            <a:pPr algn="just" hangingPunct="0"/>
            <a:endParaRPr lang="en-AU" dirty="0"/>
          </a:p>
        </p:txBody>
      </p:sp>
      <p:sp>
        <p:nvSpPr>
          <p:cNvPr id="4" name="Content Placeholder 3">
            <a:extLst>
              <a:ext uri="{FF2B5EF4-FFF2-40B4-BE49-F238E27FC236}">
                <a16:creationId xmlns:a16="http://schemas.microsoft.com/office/drawing/2014/main" id="{E239FF56-6EDE-D179-0B6C-DCE34D712DCB}"/>
              </a:ext>
            </a:extLst>
          </p:cNvPr>
          <p:cNvSpPr>
            <a:spLocks noGrp="1"/>
          </p:cNvSpPr>
          <p:nvPr>
            <p:ph sz="half" idx="2"/>
          </p:nvPr>
        </p:nvSpPr>
        <p:spPr/>
        <p:txBody>
          <a:bodyPr>
            <a:normAutofit fontScale="92500" lnSpcReduction="20000"/>
          </a:bodyPr>
          <a:lstStyle/>
          <a:p>
            <a:pPr marL="0" indent="0" algn="just">
              <a:buNone/>
            </a:pPr>
            <a:r>
              <a:rPr lang="en-GB" sz="3000" b="1" dirty="0"/>
              <a:t>Lamb of God, you take away the sins of the world. Have mercy on us.</a:t>
            </a:r>
          </a:p>
          <a:p>
            <a:pPr marL="0" indent="0" algn="just">
              <a:buNone/>
            </a:pPr>
            <a:endParaRPr lang="en-GB" sz="3000" b="1" dirty="0"/>
          </a:p>
          <a:p>
            <a:pPr marL="0" indent="0" algn="just">
              <a:buNone/>
            </a:pPr>
            <a:r>
              <a:rPr lang="en-GB" sz="3000" b="1" dirty="0"/>
              <a:t>Lamb of God, you take away the sins of the world. Have mercy on us.</a:t>
            </a:r>
          </a:p>
          <a:p>
            <a:pPr marL="0" indent="0" algn="just">
              <a:buNone/>
            </a:pPr>
            <a:endParaRPr lang="en-GB" sz="3000" b="1" dirty="0"/>
          </a:p>
          <a:p>
            <a:pPr marL="0" indent="0" algn="just">
              <a:buNone/>
            </a:pPr>
            <a:r>
              <a:rPr lang="en-GB" sz="3000" b="1" dirty="0"/>
              <a:t>Lamb of God, you take away the sins of the world. Grant us peace.</a:t>
            </a:r>
          </a:p>
          <a:p>
            <a:pPr algn="just"/>
            <a:endParaRPr lang="en-AU" dirty="0"/>
          </a:p>
        </p:txBody>
      </p:sp>
      <p:grpSp>
        <p:nvGrpSpPr>
          <p:cNvPr id="5" name="Group 4">
            <a:extLst>
              <a:ext uri="{FF2B5EF4-FFF2-40B4-BE49-F238E27FC236}">
                <a16:creationId xmlns:a16="http://schemas.microsoft.com/office/drawing/2014/main" id="{FFF4BB02-0B69-1D0A-2F77-6378E8C882F7}"/>
              </a:ext>
            </a:extLst>
          </p:cNvPr>
          <p:cNvGrpSpPr/>
          <p:nvPr/>
        </p:nvGrpSpPr>
        <p:grpSpPr>
          <a:xfrm>
            <a:off x="7433919" y="5904362"/>
            <a:ext cx="1301539" cy="599878"/>
            <a:chOff x="7433919" y="5004791"/>
            <a:chExt cx="1301539" cy="599878"/>
          </a:xfrm>
          <a:solidFill>
            <a:srgbClr val="55725D"/>
          </a:solidFill>
        </p:grpSpPr>
        <p:sp>
          <p:nvSpPr>
            <p:cNvPr id="7" name="Rectangle: Rounded Corners 6">
              <a:extLst>
                <a:ext uri="{FF2B5EF4-FFF2-40B4-BE49-F238E27FC236}">
                  <a16:creationId xmlns:a16="http://schemas.microsoft.com/office/drawing/2014/main" id="{79014E9B-2980-A5A1-4B29-F2AE3EDBF2A8}"/>
                </a:ext>
              </a:extLst>
            </p:cNvPr>
            <p:cNvSpPr/>
            <p:nvPr/>
          </p:nvSpPr>
          <p:spPr>
            <a:xfrm>
              <a:off x="7433919" y="5004791"/>
              <a:ext cx="1301539" cy="599878"/>
            </a:xfrm>
            <a:prstGeom prst="roundRect">
              <a:avLst/>
            </a:prstGeom>
            <a:grpFill/>
            <a:ln>
              <a:solidFill>
                <a:srgbClr val="557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zh-TW" altLang="en-US" sz="2400" b="1" dirty="0"/>
                <a:t>下跪</a:t>
              </a:r>
              <a:endParaRPr lang="en-HK" sz="2400" b="1" dirty="0"/>
            </a:p>
          </p:txBody>
        </p:sp>
        <p:pic>
          <p:nvPicPr>
            <p:cNvPr id="8" name="Picture 7" descr="A black silhouette of a person kneeling on his knees&#10;&#10;AI-generated content may be incorrect.">
              <a:extLst>
                <a:ext uri="{FF2B5EF4-FFF2-40B4-BE49-F238E27FC236}">
                  <a16:creationId xmlns:a16="http://schemas.microsoft.com/office/drawing/2014/main" id="{3033516B-D2B1-B85B-2BA3-363F8B481B6E}"/>
                </a:ext>
              </a:extLst>
            </p:cNvPr>
            <p:cNvPicPr>
              <a:picLocks noChangeAspect="1"/>
            </p:cNvPicPr>
            <p:nvPr/>
          </p:nvPicPr>
          <p:blipFill>
            <a:blip r:embed="rId2">
              <a:lum bright="70000" contrast="-70000"/>
              <a:extLst>
                <a:ext uri="{BEBA8EAE-BF5A-486C-A8C5-ECC9F3942E4B}">
                  <a14:imgProps xmlns:a14="http://schemas.microsoft.com/office/drawing/2010/main">
                    <a14:imgLayer r:embed="rId3">
                      <a14:imgEffect>
                        <a14:backgroundRemoval t="10000" b="90000" l="10000" r="90000"/>
                      </a14:imgEffect>
                    </a14:imgLayer>
                  </a14:imgProps>
                </a:ext>
              </a:extLst>
            </a:blip>
            <a:stretch>
              <a:fillRect/>
            </a:stretch>
          </p:blipFill>
          <p:spPr>
            <a:xfrm>
              <a:off x="7524425" y="5092302"/>
              <a:ext cx="463437" cy="424855"/>
            </a:xfrm>
            <a:prstGeom prst="rect">
              <a:avLst/>
            </a:prstGeom>
            <a:grpFill/>
            <a:ln>
              <a:solidFill>
                <a:srgbClr val="55725D"/>
              </a:solidFill>
            </a:ln>
          </p:spPr>
        </p:pic>
      </p:grpSp>
    </p:spTree>
    <p:extLst>
      <p:ext uri="{BB962C8B-B14F-4D97-AF65-F5344CB8AC3E}">
        <p14:creationId xmlns:p14="http://schemas.microsoft.com/office/powerpoint/2010/main" val="40333802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D58662-DD03-A2AE-59EF-CCF15D85BC78}"/>
              </a:ext>
            </a:extLst>
          </p:cNvPr>
          <p:cNvSpPr>
            <a:spLocks noGrp="1"/>
          </p:cNvSpPr>
          <p:nvPr>
            <p:ph type="title"/>
          </p:nvPr>
        </p:nvSpPr>
        <p:spPr/>
        <p:txBody>
          <a:bodyPr>
            <a:normAutofit fontScale="90000"/>
          </a:bodyPr>
          <a:lstStyle/>
          <a:p>
            <a:br>
              <a:rPr lang="en-AU" altLang="zh-TW" dirty="0"/>
            </a:br>
            <a:r>
              <a:rPr lang="zh-TW" altLang="en-US" dirty="0"/>
              <a:t>领圣体礼　Communion Rite</a:t>
            </a:r>
            <a:br>
              <a:rPr lang="zh-TW" altLang="en-US" dirty="0"/>
            </a:br>
            <a:endParaRPr lang="en-AU" dirty="0"/>
          </a:p>
        </p:txBody>
      </p:sp>
      <p:sp>
        <p:nvSpPr>
          <p:cNvPr id="3" name="Content Placeholder 2">
            <a:extLst>
              <a:ext uri="{FF2B5EF4-FFF2-40B4-BE49-F238E27FC236}">
                <a16:creationId xmlns:a16="http://schemas.microsoft.com/office/drawing/2014/main" id="{33519A7B-C40F-B70A-562C-3C697C484EA2}"/>
              </a:ext>
            </a:extLst>
          </p:cNvPr>
          <p:cNvSpPr>
            <a:spLocks noGrp="1"/>
          </p:cNvSpPr>
          <p:nvPr>
            <p:ph sz="half" idx="1"/>
          </p:nvPr>
        </p:nvSpPr>
        <p:spPr/>
        <p:txBody>
          <a:bodyPr>
            <a:normAutofit/>
          </a:bodyPr>
          <a:lstStyle/>
          <a:p>
            <a:pPr marL="0" indent="0" algn="just">
              <a:buNone/>
            </a:pPr>
            <a:r>
              <a:rPr lang="zh-CN" altLang="en-US" dirty="0"/>
              <a:t>请看，天主的羔羊；请看，除免世罪者。蒙召来赴圣宴的人，是有福的。</a:t>
            </a:r>
          </a:p>
          <a:p>
            <a:pPr algn="just"/>
            <a:endParaRPr lang="en-AU" dirty="0"/>
          </a:p>
        </p:txBody>
      </p:sp>
      <p:sp>
        <p:nvSpPr>
          <p:cNvPr id="4" name="Content Placeholder 3">
            <a:extLst>
              <a:ext uri="{FF2B5EF4-FFF2-40B4-BE49-F238E27FC236}">
                <a16:creationId xmlns:a16="http://schemas.microsoft.com/office/drawing/2014/main" id="{583981E9-5FBF-89A1-07A8-A8253E2911C8}"/>
              </a:ext>
            </a:extLst>
          </p:cNvPr>
          <p:cNvSpPr>
            <a:spLocks noGrp="1"/>
          </p:cNvSpPr>
          <p:nvPr>
            <p:ph sz="half" idx="2"/>
          </p:nvPr>
        </p:nvSpPr>
        <p:spPr/>
        <p:txBody>
          <a:bodyPr>
            <a:normAutofit/>
          </a:bodyPr>
          <a:lstStyle/>
          <a:p>
            <a:pPr marL="0" indent="0" algn="just">
              <a:buNone/>
            </a:pPr>
            <a:r>
              <a:rPr lang="en-GB" sz="3200" dirty="0"/>
              <a:t>Behold the Lamb of God, behold him who takes away the sins of the world. Blessed are those called to the supper of the Lamb. </a:t>
            </a:r>
          </a:p>
          <a:p>
            <a:pPr algn="just"/>
            <a:endParaRPr lang="en-GB" dirty="0"/>
          </a:p>
          <a:p>
            <a:pPr algn="just"/>
            <a:endParaRPr lang="en-AU" dirty="0"/>
          </a:p>
        </p:txBody>
      </p:sp>
    </p:spTree>
    <p:extLst>
      <p:ext uri="{BB962C8B-B14F-4D97-AF65-F5344CB8AC3E}">
        <p14:creationId xmlns:p14="http://schemas.microsoft.com/office/powerpoint/2010/main" val="23112506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90273D-BECD-3F04-E908-3032891737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F4203A-FEEB-C207-CA98-F9E732E99A14}"/>
              </a:ext>
            </a:extLst>
          </p:cNvPr>
          <p:cNvSpPr>
            <a:spLocks noGrp="1"/>
          </p:cNvSpPr>
          <p:nvPr>
            <p:ph type="title"/>
          </p:nvPr>
        </p:nvSpPr>
        <p:spPr/>
        <p:txBody>
          <a:bodyPr>
            <a:normAutofit fontScale="90000"/>
          </a:bodyPr>
          <a:lstStyle/>
          <a:p>
            <a:br>
              <a:rPr lang="en-AU" altLang="zh-TW" dirty="0"/>
            </a:br>
            <a:r>
              <a:rPr lang="zh-TW" altLang="en-US" dirty="0"/>
              <a:t>领圣体礼　Communion Rite</a:t>
            </a:r>
            <a:br>
              <a:rPr lang="zh-TW" altLang="en-US" dirty="0"/>
            </a:br>
            <a:endParaRPr lang="en-AU" dirty="0"/>
          </a:p>
        </p:txBody>
      </p:sp>
      <p:sp>
        <p:nvSpPr>
          <p:cNvPr id="3" name="Content Placeholder 2">
            <a:extLst>
              <a:ext uri="{FF2B5EF4-FFF2-40B4-BE49-F238E27FC236}">
                <a16:creationId xmlns:a16="http://schemas.microsoft.com/office/drawing/2014/main" id="{14827858-3F85-46F2-4564-CC800224B6EC}"/>
              </a:ext>
            </a:extLst>
          </p:cNvPr>
          <p:cNvSpPr>
            <a:spLocks noGrp="1"/>
          </p:cNvSpPr>
          <p:nvPr>
            <p:ph sz="half" idx="1"/>
          </p:nvPr>
        </p:nvSpPr>
        <p:spPr/>
        <p:txBody>
          <a:bodyPr>
            <a:normAutofit/>
          </a:bodyPr>
          <a:lstStyle/>
          <a:p>
            <a:pPr marL="0" indent="0" algn="just" hangingPunct="0">
              <a:buNone/>
            </a:pPr>
            <a:r>
              <a:rPr lang="zh-CN" altLang="en-US" b="1" dirty="0"/>
              <a:t>主，我当不起祢到我的心里来，只要祢说一句话，我的灵魂就会痊癒。</a:t>
            </a:r>
          </a:p>
          <a:p>
            <a:pPr algn="just" hangingPunct="0"/>
            <a:endParaRPr lang="en-AU" dirty="0"/>
          </a:p>
        </p:txBody>
      </p:sp>
      <p:sp>
        <p:nvSpPr>
          <p:cNvPr id="4" name="Content Placeholder 3">
            <a:extLst>
              <a:ext uri="{FF2B5EF4-FFF2-40B4-BE49-F238E27FC236}">
                <a16:creationId xmlns:a16="http://schemas.microsoft.com/office/drawing/2014/main" id="{7C8ED94B-8A55-C606-7709-385E2A20E2CB}"/>
              </a:ext>
            </a:extLst>
          </p:cNvPr>
          <p:cNvSpPr>
            <a:spLocks noGrp="1"/>
          </p:cNvSpPr>
          <p:nvPr>
            <p:ph sz="half" idx="2"/>
          </p:nvPr>
        </p:nvSpPr>
        <p:spPr/>
        <p:txBody>
          <a:bodyPr>
            <a:normAutofit/>
          </a:bodyPr>
          <a:lstStyle/>
          <a:p>
            <a:pPr marL="0" indent="0" algn="just">
              <a:buNone/>
            </a:pPr>
            <a:r>
              <a:rPr lang="en-GB" sz="3200" b="1" dirty="0"/>
              <a:t>Lord, I am not worthy that you should enter under my roof,  but only say the word and my soul shall be healed. </a:t>
            </a:r>
          </a:p>
          <a:p>
            <a:pPr algn="just"/>
            <a:endParaRPr lang="en-AU" dirty="0"/>
          </a:p>
        </p:txBody>
      </p:sp>
    </p:spTree>
    <p:extLst>
      <p:ext uri="{BB962C8B-B14F-4D97-AF65-F5344CB8AC3E}">
        <p14:creationId xmlns:p14="http://schemas.microsoft.com/office/powerpoint/2010/main" val="3173470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BA905E-984C-A178-A931-DE37CB97094F}"/>
              </a:ext>
            </a:extLst>
          </p:cNvPr>
          <p:cNvSpPr>
            <a:spLocks noGrp="1"/>
          </p:cNvSpPr>
          <p:nvPr>
            <p:ph type="title"/>
          </p:nvPr>
        </p:nvSpPr>
        <p:spPr/>
        <p:txBody>
          <a:bodyPr>
            <a:normAutofit fontScale="90000"/>
          </a:bodyPr>
          <a:lstStyle/>
          <a:p>
            <a:br>
              <a:rPr lang="en-AU" altLang="zh-TW" dirty="0"/>
            </a:br>
            <a:r>
              <a:rPr lang="zh-TW" altLang="en-US" dirty="0"/>
              <a:t>领主咏　</a:t>
            </a:r>
            <a:r>
              <a:rPr lang="en-AU" dirty="0"/>
              <a:t>Communion Hymn</a:t>
            </a:r>
            <a:br>
              <a:rPr lang="en-AU" dirty="0"/>
            </a:br>
            <a:endParaRPr lang="en-AU" dirty="0"/>
          </a:p>
        </p:txBody>
      </p:sp>
      <p:sp>
        <p:nvSpPr>
          <p:cNvPr id="3" name="Content Placeholder 2">
            <a:extLst>
              <a:ext uri="{FF2B5EF4-FFF2-40B4-BE49-F238E27FC236}">
                <a16:creationId xmlns:a16="http://schemas.microsoft.com/office/drawing/2014/main" id="{F94BDFD5-7CB1-61FF-B14F-0B4BCB833CCA}"/>
              </a:ext>
            </a:extLst>
          </p:cNvPr>
          <p:cNvSpPr>
            <a:spLocks noGrp="1"/>
          </p:cNvSpPr>
          <p:nvPr>
            <p:ph sz="half" idx="1"/>
          </p:nvPr>
        </p:nvSpPr>
        <p:spPr/>
        <p:txBody>
          <a:bodyPr anchor="ctr">
            <a:normAutofit/>
          </a:bodyPr>
          <a:lstStyle/>
          <a:p>
            <a:pPr marL="0" indent="0" algn="just">
              <a:buNone/>
            </a:pPr>
            <a:r>
              <a:rPr lang="zh-CN" altLang="en-US" b="1" dirty="0"/>
              <a:t>上主，众人都举目仰望你，你按时赐给他们食物。</a:t>
            </a:r>
          </a:p>
        </p:txBody>
      </p:sp>
      <p:sp>
        <p:nvSpPr>
          <p:cNvPr id="4" name="Content Placeholder 3">
            <a:extLst>
              <a:ext uri="{FF2B5EF4-FFF2-40B4-BE49-F238E27FC236}">
                <a16:creationId xmlns:a16="http://schemas.microsoft.com/office/drawing/2014/main" id="{84B30FA2-64FA-1143-511F-571D296B7113}"/>
              </a:ext>
            </a:extLst>
          </p:cNvPr>
          <p:cNvSpPr>
            <a:spLocks noGrp="1"/>
          </p:cNvSpPr>
          <p:nvPr>
            <p:ph sz="half" idx="2"/>
          </p:nvPr>
        </p:nvSpPr>
        <p:spPr/>
        <p:txBody>
          <a:bodyPr anchor="ctr">
            <a:normAutofit/>
          </a:bodyPr>
          <a:lstStyle/>
          <a:p>
            <a:pPr marL="0" indent="0" algn="just">
              <a:buNone/>
            </a:pPr>
            <a:r>
              <a:rPr lang="en-GB" sz="3200" b="1" dirty="0"/>
              <a:t>The eyes of all look to you, Lord, and you give them their food in due season.</a:t>
            </a:r>
          </a:p>
        </p:txBody>
      </p:sp>
    </p:spTree>
    <p:extLst>
      <p:ext uri="{BB962C8B-B14F-4D97-AF65-F5344CB8AC3E}">
        <p14:creationId xmlns:p14="http://schemas.microsoft.com/office/powerpoint/2010/main" val="26826035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3C5B57-AE0C-989B-0C9F-A8F15B46F8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A785F6-7FCB-99A5-7653-6F8198144DDD}"/>
              </a:ext>
            </a:extLst>
          </p:cNvPr>
          <p:cNvSpPr>
            <a:spLocks noGrp="1"/>
          </p:cNvSpPr>
          <p:nvPr>
            <p:ph type="ctrTitle"/>
          </p:nvPr>
        </p:nvSpPr>
        <p:spPr/>
        <p:txBody>
          <a:bodyPr/>
          <a:lstStyle/>
          <a:p>
            <a:endParaRPr lang="en-HK"/>
          </a:p>
        </p:txBody>
      </p:sp>
      <p:sp>
        <p:nvSpPr>
          <p:cNvPr id="3" name="Subtitle 2">
            <a:extLst>
              <a:ext uri="{FF2B5EF4-FFF2-40B4-BE49-F238E27FC236}">
                <a16:creationId xmlns:a16="http://schemas.microsoft.com/office/drawing/2014/main" id="{F07A3EB5-395B-4E8E-1246-6C52469A9D09}"/>
              </a:ext>
            </a:extLst>
          </p:cNvPr>
          <p:cNvSpPr>
            <a:spLocks noGrp="1"/>
          </p:cNvSpPr>
          <p:nvPr>
            <p:ph type="subTitle" idx="1"/>
          </p:nvPr>
        </p:nvSpPr>
        <p:spPr/>
        <p:txBody>
          <a:bodyPr/>
          <a:lstStyle/>
          <a:p>
            <a:endParaRPr lang="en-HK"/>
          </a:p>
        </p:txBody>
      </p:sp>
      <p:pic>
        <p:nvPicPr>
          <p:cNvPr id="7" name="Picture 6">
            <a:extLst>
              <a:ext uri="{FF2B5EF4-FFF2-40B4-BE49-F238E27FC236}">
                <a16:creationId xmlns:a16="http://schemas.microsoft.com/office/drawing/2014/main" id="{B5BEA61B-0ADD-8C23-3963-0C050CB9ED9F}"/>
              </a:ext>
            </a:extLst>
          </p:cNvPr>
          <p:cNvPicPr>
            <a:picLocks noChangeAspect="1"/>
          </p:cNvPicPr>
          <p:nvPr/>
        </p:nvPicPr>
        <p:blipFill>
          <a:blip r:embed="rId2">
            <a:extLst>
              <a:ext uri="{28A0092B-C50C-407E-A947-70E740481C1C}">
                <a14:useLocalDpi xmlns:a14="http://schemas.microsoft.com/office/drawing/2010/main" val="0"/>
              </a:ext>
            </a:extLst>
          </a:blip>
          <a:srcRect b="25000"/>
          <a:stretch>
            <a:fillRect/>
          </a:stretch>
        </p:blipFill>
        <p:spPr>
          <a:xfrm>
            <a:off x="0" y="1"/>
            <a:ext cx="9144001" cy="6858000"/>
          </a:xfrm>
          <a:prstGeom prst="rect">
            <a:avLst/>
          </a:prstGeom>
        </p:spPr>
      </p:pic>
      <p:sp>
        <p:nvSpPr>
          <p:cNvPr id="8" name="Rectangle: Rounded Corners 7">
            <a:extLst>
              <a:ext uri="{FF2B5EF4-FFF2-40B4-BE49-F238E27FC236}">
                <a16:creationId xmlns:a16="http://schemas.microsoft.com/office/drawing/2014/main" id="{F7B4A8F1-9CEA-6629-FA1E-7A6472363127}"/>
              </a:ext>
            </a:extLst>
          </p:cNvPr>
          <p:cNvSpPr/>
          <p:nvPr/>
        </p:nvSpPr>
        <p:spPr>
          <a:xfrm>
            <a:off x="220714" y="1122363"/>
            <a:ext cx="8702565" cy="5524237"/>
          </a:xfrm>
          <a:prstGeom prst="roundRect">
            <a:avLst>
              <a:gd name="adj" fmla="val 2712"/>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t"/>
          <a:lstStyle/>
          <a:p>
            <a:pPr algn="ctr"/>
            <a:r>
              <a:rPr lang="zh-CN" altLang="en-US" sz="6000" b="1" dirty="0">
                <a:solidFill>
                  <a:schemeClr val="tx1"/>
                </a:solidFill>
                <a:ea typeface="DFKai-SB"/>
                <a:cs typeface="+mn-lt"/>
              </a:rPr>
              <a:t>耶稣圣心之爱</a:t>
            </a:r>
            <a:endParaRPr lang="en-US" altLang="zh-CN" sz="6000" b="1" dirty="0">
              <a:solidFill>
                <a:schemeClr val="tx1"/>
              </a:solidFill>
              <a:ea typeface="DFKai-SB"/>
              <a:cs typeface="+mn-lt"/>
            </a:endParaRPr>
          </a:p>
          <a:p>
            <a:pPr algn="ctr"/>
            <a:endParaRPr lang="en-HK" altLang="zh-TW" sz="6000" b="1" dirty="0">
              <a:solidFill>
                <a:schemeClr val="tx1"/>
              </a:solidFill>
              <a:latin typeface="DFKai-SB" panose="03000509000000000000" pitchFamily="65" charset="-120"/>
              <a:ea typeface="DFKai-SB" panose="03000509000000000000" pitchFamily="65" charset="-120"/>
            </a:endParaRPr>
          </a:p>
          <a:p>
            <a:pPr marL="114300" algn="ctr">
              <a:lnSpc>
                <a:spcPct val="80000"/>
              </a:lnSpc>
            </a:pPr>
            <a:r>
              <a:rPr lang="zh-CN" altLang="en-US" sz="6000" b="1" dirty="0">
                <a:solidFill>
                  <a:schemeClr val="tx1"/>
                </a:solidFill>
                <a:latin typeface="DFKai-SB" panose="03000509000000000000" pitchFamily="65" charset="-120"/>
                <a:ea typeface="DFKai-SB" panose="03000509000000000000" pitchFamily="65" charset="-120"/>
              </a:rPr>
              <a:t>耶稣圣心，爱我情真，</a:t>
            </a:r>
            <a:endParaRPr lang="en-AU" altLang="zh-CN" sz="6000" b="1" dirty="0">
              <a:solidFill>
                <a:schemeClr val="tx1"/>
              </a:solidFill>
              <a:latin typeface="DFKai-SB" panose="03000509000000000000" pitchFamily="65" charset="-120"/>
              <a:ea typeface="DFKai-SB" panose="03000509000000000000" pitchFamily="65" charset="-120"/>
            </a:endParaRPr>
          </a:p>
          <a:p>
            <a:pPr marL="114300" algn="ctr">
              <a:lnSpc>
                <a:spcPct val="80000"/>
              </a:lnSpc>
            </a:pPr>
            <a:r>
              <a:rPr lang="zh-CN" altLang="en-US" sz="6000" b="1" dirty="0">
                <a:solidFill>
                  <a:schemeClr val="tx1"/>
                </a:solidFill>
                <a:latin typeface="DFKai-SB" panose="03000509000000000000" pitchFamily="65" charset="-120"/>
                <a:ea typeface="DFKai-SB" panose="03000509000000000000" pitchFamily="65" charset="-120"/>
              </a:rPr>
              <a:t>自天降世，救赎赐恩；</a:t>
            </a:r>
            <a:endParaRPr lang="en-AU" altLang="zh-CN" sz="6000" b="1" dirty="0">
              <a:solidFill>
                <a:schemeClr val="tx1"/>
              </a:solidFill>
              <a:latin typeface="DFKai-SB" panose="03000509000000000000" pitchFamily="65" charset="-120"/>
              <a:ea typeface="DFKai-SB" panose="03000509000000000000" pitchFamily="65" charset="-120"/>
            </a:endParaRPr>
          </a:p>
          <a:p>
            <a:pPr marL="114300" algn="ctr">
              <a:lnSpc>
                <a:spcPct val="80000"/>
              </a:lnSpc>
            </a:pPr>
            <a:r>
              <a:rPr lang="zh-CN" altLang="en-US" sz="6000" b="1" dirty="0">
                <a:solidFill>
                  <a:schemeClr val="tx1"/>
                </a:solidFill>
                <a:latin typeface="DFKai-SB" panose="03000509000000000000" pitchFamily="65" charset="-120"/>
                <a:ea typeface="DFKai-SB" panose="03000509000000000000" pitchFamily="65" charset="-120"/>
              </a:rPr>
              <a:t>刺冠盖首，架上悬身，</a:t>
            </a:r>
            <a:endParaRPr lang="en-AU" altLang="zh-CN" sz="6000" b="1" dirty="0">
              <a:solidFill>
                <a:schemeClr val="tx1"/>
              </a:solidFill>
              <a:latin typeface="DFKai-SB" panose="03000509000000000000" pitchFamily="65" charset="-120"/>
              <a:ea typeface="DFKai-SB" panose="03000509000000000000" pitchFamily="65" charset="-120"/>
            </a:endParaRPr>
          </a:p>
          <a:p>
            <a:pPr marL="114300" algn="ctr">
              <a:lnSpc>
                <a:spcPct val="80000"/>
              </a:lnSpc>
            </a:pPr>
            <a:r>
              <a:rPr lang="zh-CN" altLang="en-US" sz="6000" b="1" dirty="0">
                <a:solidFill>
                  <a:schemeClr val="tx1"/>
                </a:solidFill>
                <a:latin typeface="DFKai-SB" panose="03000509000000000000" pitchFamily="65" charset="-120"/>
                <a:ea typeface="DFKai-SB" panose="03000509000000000000" pitchFamily="65" charset="-120"/>
              </a:rPr>
              <a:t>流血舍命，此爱何深。</a:t>
            </a:r>
            <a:endParaRPr lang="zh-CN" sz="6000" dirty="0"/>
          </a:p>
        </p:txBody>
      </p:sp>
      <p:sp>
        <p:nvSpPr>
          <p:cNvPr id="10" name="Rectangle: Rounded Corners 9">
            <a:extLst>
              <a:ext uri="{FF2B5EF4-FFF2-40B4-BE49-F238E27FC236}">
                <a16:creationId xmlns:a16="http://schemas.microsoft.com/office/drawing/2014/main" id="{33E52301-EF2B-E8E4-AE44-C14492606AA2}"/>
              </a:ext>
            </a:extLst>
          </p:cNvPr>
          <p:cNvSpPr/>
          <p:nvPr/>
        </p:nvSpPr>
        <p:spPr>
          <a:xfrm>
            <a:off x="220717" y="168142"/>
            <a:ext cx="8702566" cy="790401"/>
          </a:xfrm>
          <a:prstGeom prst="roundRect">
            <a:avLst>
              <a:gd name="adj" fmla="val 11488"/>
            </a:avLst>
          </a:prstGeom>
          <a:solidFill>
            <a:srgbClr val="5572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3600" b="1">
                <a:solidFill>
                  <a:schemeClr val="bg1"/>
                </a:solidFill>
              </a:rPr>
              <a:t>领主咏　</a:t>
            </a:r>
            <a:r>
              <a:rPr lang="en-US" altLang="zh-TW" sz="3600" b="1">
                <a:solidFill>
                  <a:schemeClr val="bg1"/>
                </a:solidFill>
              </a:rPr>
              <a:t>Communion Hymn</a:t>
            </a:r>
            <a:endParaRPr lang="en-HK" sz="3600" b="1">
              <a:solidFill>
                <a:schemeClr val="bg1"/>
              </a:solidFill>
            </a:endParaRPr>
          </a:p>
        </p:txBody>
      </p:sp>
    </p:spTree>
    <p:extLst>
      <p:ext uri="{BB962C8B-B14F-4D97-AF65-F5344CB8AC3E}">
        <p14:creationId xmlns:p14="http://schemas.microsoft.com/office/powerpoint/2010/main" val="12897623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D9700B-6DBA-5DF2-02D8-02C4ECD8B8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7734DD-A6E9-543D-BF5A-959E376C7CF0}"/>
              </a:ext>
            </a:extLst>
          </p:cNvPr>
          <p:cNvSpPr>
            <a:spLocks noGrp="1"/>
          </p:cNvSpPr>
          <p:nvPr>
            <p:ph type="ctrTitle"/>
          </p:nvPr>
        </p:nvSpPr>
        <p:spPr/>
        <p:txBody>
          <a:bodyPr/>
          <a:lstStyle/>
          <a:p>
            <a:endParaRPr lang="en-HK"/>
          </a:p>
        </p:txBody>
      </p:sp>
      <p:sp>
        <p:nvSpPr>
          <p:cNvPr id="3" name="Subtitle 2">
            <a:extLst>
              <a:ext uri="{FF2B5EF4-FFF2-40B4-BE49-F238E27FC236}">
                <a16:creationId xmlns:a16="http://schemas.microsoft.com/office/drawing/2014/main" id="{69AF115D-0C62-9A4C-5A28-B5BA80027F71}"/>
              </a:ext>
            </a:extLst>
          </p:cNvPr>
          <p:cNvSpPr>
            <a:spLocks noGrp="1"/>
          </p:cNvSpPr>
          <p:nvPr>
            <p:ph type="subTitle" idx="1"/>
          </p:nvPr>
        </p:nvSpPr>
        <p:spPr/>
        <p:txBody>
          <a:bodyPr/>
          <a:lstStyle/>
          <a:p>
            <a:endParaRPr lang="en-HK"/>
          </a:p>
        </p:txBody>
      </p:sp>
      <p:pic>
        <p:nvPicPr>
          <p:cNvPr id="7" name="Picture 6">
            <a:extLst>
              <a:ext uri="{FF2B5EF4-FFF2-40B4-BE49-F238E27FC236}">
                <a16:creationId xmlns:a16="http://schemas.microsoft.com/office/drawing/2014/main" id="{773D207A-675E-58E2-FA29-8E52ADFA852D}"/>
              </a:ext>
            </a:extLst>
          </p:cNvPr>
          <p:cNvPicPr>
            <a:picLocks noChangeAspect="1"/>
          </p:cNvPicPr>
          <p:nvPr/>
        </p:nvPicPr>
        <p:blipFill>
          <a:blip r:embed="rId2">
            <a:extLst>
              <a:ext uri="{28A0092B-C50C-407E-A947-70E740481C1C}">
                <a14:useLocalDpi xmlns:a14="http://schemas.microsoft.com/office/drawing/2010/main" val="0"/>
              </a:ext>
            </a:extLst>
          </a:blip>
          <a:srcRect b="25000"/>
          <a:stretch>
            <a:fillRect/>
          </a:stretch>
        </p:blipFill>
        <p:spPr>
          <a:xfrm>
            <a:off x="0" y="1"/>
            <a:ext cx="9144001" cy="6858000"/>
          </a:xfrm>
          <a:prstGeom prst="rect">
            <a:avLst/>
          </a:prstGeom>
        </p:spPr>
      </p:pic>
      <p:sp>
        <p:nvSpPr>
          <p:cNvPr id="8" name="Rectangle: Rounded Corners 7">
            <a:extLst>
              <a:ext uri="{FF2B5EF4-FFF2-40B4-BE49-F238E27FC236}">
                <a16:creationId xmlns:a16="http://schemas.microsoft.com/office/drawing/2014/main" id="{FD8EED6B-498B-9EB3-62D7-328749C04223}"/>
              </a:ext>
            </a:extLst>
          </p:cNvPr>
          <p:cNvSpPr/>
          <p:nvPr/>
        </p:nvSpPr>
        <p:spPr>
          <a:xfrm>
            <a:off x="220714" y="1122363"/>
            <a:ext cx="8702565" cy="5524237"/>
          </a:xfrm>
          <a:prstGeom prst="roundRect">
            <a:avLst>
              <a:gd name="adj" fmla="val 2712"/>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t"/>
          <a:lstStyle/>
          <a:p>
            <a:pPr algn="ctr"/>
            <a:r>
              <a:rPr lang="zh-CN" altLang="en-US" sz="6000" b="1" dirty="0">
                <a:solidFill>
                  <a:schemeClr val="tx1"/>
                </a:solidFill>
                <a:ea typeface="DFKai-SB"/>
                <a:cs typeface="+mn-lt"/>
              </a:rPr>
              <a:t>耶稣圣心之爱</a:t>
            </a:r>
            <a:endParaRPr lang="en-US" altLang="zh-CN" sz="6000" b="1" dirty="0">
              <a:solidFill>
                <a:schemeClr val="tx1"/>
              </a:solidFill>
              <a:ea typeface="DFKai-SB"/>
              <a:cs typeface="+mn-lt"/>
            </a:endParaRPr>
          </a:p>
          <a:p>
            <a:pPr algn="ctr"/>
            <a:endParaRPr lang="en-HK" altLang="zh-TW" sz="6000" b="1" dirty="0">
              <a:solidFill>
                <a:schemeClr val="tx1"/>
              </a:solidFill>
              <a:latin typeface="DFKai-SB" panose="03000509000000000000" pitchFamily="65" charset="-120"/>
              <a:ea typeface="DFKai-SB" panose="03000509000000000000" pitchFamily="65" charset="-120"/>
            </a:endParaRPr>
          </a:p>
          <a:p>
            <a:pPr marL="114300" algn="ctr">
              <a:lnSpc>
                <a:spcPct val="80000"/>
              </a:lnSpc>
            </a:pPr>
            <a:r>
              <a:rPr lang="zh-CN" altLang="en-US" sz="6000" b="1" dirty="0">
                <a:solidFill>
                  <a:schemeClr val="tx1"/>
                </a:solidFill>
                <a:latin typeface="DFKai-SB" panose="03000509000000000000" pitchFamily="65" charset="-120"/>
                <a:ea typeface="DFKai-SB" panose="03000509000000000000" pitchFamily="65" charset="-120"/>
              </a:rPr>
              <a:t>耶稣圣心，我心之光，</a:t>
            </a:r>
            <a:endParaRPr lang="en-AU" altLang="zh-CN" sz="6000" b="1" dirty="0">
              <a:solidFill>
                <a:schemeClr val="tx1"/>
              </a:solidFill>
              <a:latin typeface="DFKai-SB" panose="03000509000000000000" pitchFamily="65" charset="-120"/>
              <a:ea typeface="DFKai-SB" panose="03000509000000000000" pitchFamily="65" charset="-120"/>
            </a:endParaRPr>
          </a:p>
          <a:p>
            <a:pPr marL="114300" algn="ctr">
              <a:lnSpc>
                <a:spcPct val="80000"/>
              </a:lnSpc>
            </a:pPr>
            <a:r>
              <a:rPr lang="zh-CN" altLang="en-US" sz="6000" b="1" dirty="0">
                <a:solidFill>
                  <a:schemeClr val="tx1"/>
                </a:solidFill>
                <a:latin typeface="DFKai-SB" panose="03000509000000000000" pitchFamily="65" charset="-120"/>
                <a:ea typeface="DFKai-SB" panose="03000509000000000000" pitchFamily="65" charset="-120"/>
              </a:rPr>
              <a:t>苦海愁渊，惟妳是望；</a:t>
            </a:r>
            <a:endParaRPr lang="en-AU" altLang="zh-CN" sz="6000" b="1" dirty="0">
              <a:solidFill>
                <a:schemeClr val="tx1"/>
              </a:solidFill>
              <a:latin typeface="DFKai-SB" panose="03000509000000000000" pitchFamily="65" charset="-120"/>
              <a:ea typeface="DFKai-SB" panose="03000509000000000000" pitchFamily="65" charset="-120"/>
            </a:endParaRPr>
          </a:p>
          <a:p>
            <a:pPr marL="114300" algn="ctr">
              <a:lnSpc>
                <a:spcPct val="80000"/>
              </a:lnSpc>
            </a:pPr>
            <a:r>
              <a:rPr lang="zh-CN" altLang="en-US" sz="6000" b="1" dirty="0">
                <a:solidFill>
                  <a:schemeClr val="tx1"/>
                </a:solidFill>
                <a:latin typeface="DFKai-SB" panose="03000509000000000000" pitchFamily="65" charset="-120"/>
                <a:ea typeface="DFKai-SB" panose="03000509000000000000" pitchFamily="65" charset="-120"/>
              </a:rPr>
              <a:t>得妳在旁，无异天堂，</a:t>
            </a:r>
            <a:endParaRPr lang="en-AU" altLang="zh-CN" sz="6000" b="1" dirty="0">
              <a:solidFill>
                <a:schemeClr val="tx1"/>
              </a:solidFill>
              <a:latin typeface="DFKai-SB" panose="03000509000000000000" pitchFamily="65" charset="-120"/>
              <a:ea typeface="DFKai-SB" panose="03000509000000000000" pitchFamily="65" charset="-120"/>
            </a:endParaRPr>
          </a:p>
          <a:p>
            <a:pPr marL="114300" algn="ctr">
              <a:lnSpc>
                <a:spcPct val="80000"/>
              </a:lnSpc>
            </a:pPr>
            <a:r>
              <a:rPr lang="zh-CN" altLang="en-US" sz="6000" b="1" dirty="0">
                <a:solidFill>
                  <a:schemeClr val="tx1"/>
                </a:solidFill>
                <a:latin typeface="DFKai-SB" panose="03000509000000000000" pitchFamily="65" charset="-120"/>
                <a:ea typeface="DFKai-SB" panose="03000509000000000000" pitchFamily="65" charset="-120"/>
              </a:rPr>
              <a:t>今世永世，快乐无疆。</a:t>
            </a:r>
            <a:endParaRPr lang="zh-CN" sz="6000" dirty="0"/>
          </a:p>
        </p:txBody>
      </p:sp>
      <p:sp>
        <p:nvSpPr>
          <p:cNvPr id="10" name="Rectangle: Rounded Corners 9">
            <a:extLst>
              <a:ext uri="{FF2B5EF4-FFF2-40B4-BE49-F238E27FC236}">
                <a16:creationId xmlns:a16="http://schemas.microsoft.com/office/drawing/2014/main" id="{D281FCF9-4F54-C9FC-4E36-C7FE30C41870}"/>
              </a:ext>
            </a:extLst>
          </p:cNvPr>
          <p:cNvSpPr/>
          <p:nvPr/>
        </p:nvSpPr>
        <p:spPr>
          <a:xfrm>
            <a:off x="220717" y="168142"/>
            <a:ext cx="8702566" cy="790401"/>
          </a:xfrm>
          <a:prstGeom prst="roundRect">
            <a:avLst>
              <a:gd name="adj" fmla="val 11488"/>
            </a:avLst>
          </a:prstGeom>
          <a:solidFill>
            <a:srgbClr val="5572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3600" b="1">
                <a:solidFill>
                  <a:schemeClr val="bg1"/>
                </a:solidFill>
              </a:rPr>
              <a:t>领主咏　</a:t>
            </a:r>
            <a:r>
              <a:rPr lang="en-US" altLang="zh-TW" sz="3600" b="1">
                <a:solidFill>
                  <a:schemeClr val="bg1"/>
                </a:solidFill>
              </a:rPr>
              <a:t>Communion Hymn</a:t>
            </a:r>
            <a:endParaRPr lang="en-HK" sz="3600" b="1">
              <a:solidFill>
                <a:schemeClr val="bg1"/>
              </a:solidFill>
            </a:endParaRPr>
          </a:p>
        </p:txBody>
      </p:sp>
    </p:spTree>
    <p:extLst>
      <p:ext uri="{BB962C8B-B14F-4D97-AF65-F5344CB8AC3E}">
        <p14:creationId xmlns:p14="http://schemas.microsoft.com/office/powerpoint/2010/main" val="39403421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E4C281-84B5-C181-C4BD-2CE5385D19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C5F3AA-881F-B4AB-5DE8-DA4E11A5D529}"/>
              </a:ext>
            </a:extLst>
          </p:cNvPr>
          <p:cNvSpPr>
            <a:spLocks noGrp="1"/>
          </p:cNvSpPr>
          <p:nvPr>
            <p:ph type="ctrTitle"/>
          </p:nvPr>
        </p:nvSpPr>
        <p:spPr/>
        <p:txBody>
          <a:bodyPr/>
          <a:lstStyle/>
          <a:p>
            <a:endParaRPr lang="en-HK"/>
          </a:p>
        </p:txBody>
      </p:sp>
      <p:sp>
        <p:nvSpPr>
          <p:cNvPr id="3" name="Subtitle 2">
            <a:extLst>
              <a:ext uri="{FF2B5EF4-FFF2-40B4-BE49-F238E27FC236}">
                <a16:creationId xmlns:a16="http://schemas.microsoft.com/office/drawing/2014/main" id="{B05719B3-6C83-7A3E-A5BF-73B65E9FF86A}"/>
              </a:ext>
            </a:extLst>
          </p:cNvPr>
          <p:cNvSpPr>
            <a:spLocks noGrp="1"/>
          </p:cNvSpPr>
          <p:nvPr>
            <p:ph type="subTitle" idx="1"/>
          </p:nvPr>
        </p:nvSpPr>
        <p:spPr/>
        <p:txBody>
          <a:bodyPr/>
          <a:lstStyle/>
          <a:p>
            <a:endParaRPr lang="en-HK"/>
          </a:p>
        </p:txBody>
      </p:sp>
      <p:pic>
        <p:nvPicPr>
          <p:cNvPr id="7" name="Picture 6">
            <a:extLst>
              <a:ext uri="{FF2B5EF4-FFF2-40B4-BE49-F238E27FC236}">
                <a16:creationId xmlns:a16="http://schemas.microsoft.com/office/drawing/2014/main" id="{861836A3-298C-AF41-3B31-3A8E9F0C4E8F}"/>
              </a:ext>
            </a:extLst>
          </p:cNvPr>
          <p:cNvPicPr>
            <a:picLocks noChangeAspect="1"/>
          </p:cNvPicPr>
          <p:nvPr/>
        </p:nvPicPr>
        <p:blipFill>
          <a:blip r:embed="rId2">
            <a:extLst>
              <a:ext uri="{28A0092B-C50C-407E-A947-70E740481C1C}">
                <a14:useLocalDpi xmlns:a14="http://schemas.microsoft.com/office/drawing/2010/main" val="0"/>
              </a:ext>
            </a:extLst>
          </a:blip>
          <a:srcRect b="25000"/>
          <a:stretch>
            <a:fillRect/>
          </a:stretch>
        </p:blipFill>
        <p:spPr>
          <a:xfrm>
            <a:off x="0" y="1"/>
            <a:ext cx="9144001" cy="6858000"/>
          </a:xfrm>
          <a:prstGeom prst="rect">
            <a:avLst/>
          </a:prstGeom>
        </p:spPr>
      </p:pic>
      <p:sp>
        <p:nvSpPr>
          <p:cNvPr id="8" name="Rectangle: Rounded Corners 7">
            <a:extLst>
              <a:ext uri="{FF2B5EF4-FFF2-40B4-BE49-F238E27FC236}">
                <a16:creationId xmlns:a16="http://schemas.microsoft.com/office/drawing/2014/main" id="{502172B2-409D-DF6A-A5A1-763AE95ABEEB}"/>
              </a:ext>
            </a:extLst>
          </p:cNvPr>
          <p:cNvSpPr/>
          <p:nvPr/>
        </p:nvSpPr>
        <p:spPr>
          <a:xfrm>
            <a:off x="220714" y="1122363"/>
            <a:ext cx="8702565" cy="5524237"/>
          </a:xfrm>
          <a:prstGeom prst="roundRect">
            <a:avLst>
              <a:gd name="adj" fmla="val 2712"/>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t"/>
          <a:lstStyle/>
          <a:p>
            <a:pPr algn="ctr"/>
            <a:r>
              <a:rPr lang="zh-CN" altLang="en-US" sz="6000" b="1" dirty="0">
                <a:solidFill>
                  <a:schemeClr val="tx1"/>
                </a:solidFill>
                <a:ea typeface="DFKai-SB"/>
                <a:cs typeface="+mn-lt"/>
              </a:rPr>
              <a:t>耶稣圣心之爱</a:t>
            </a:r>
            <a:endParaRPr lang="en-US" altLang="zh-CN" sz="6000" b="1" dirty="0">
              <a:solidFill>
                <a:schemeClr val="tx1"/>
              </a:solidFill>
              <a:ea typeface="DFKai-SB"/>
              <a:cs typeface="+mn-lt"/>
            </a:endParaRPr>
          </a:p>
          <a:p>
            <a:pPr algn="ctr"/>
            <a:endParaRPr lang="en-HK" altLang="zh-TW" sz="6000" b="1" dirty="0">
              <a:solidFill>
                <a:schemeClr val="tx1"/>
              </a:solidFill>
              <a:latin typeface="DFKai-SB" panose="03000509000000000000" pitchFamily="65" charset="-120"/>
              <a:ea typeface="DFKai-SB" panose="03000509000000000000" pitchFamily="65" charset="-120"/>
            </a:endParaRPr>
          </a:p>
          <a:p>
            <a:pPr marL="114300" algn="ctr">
              <a:lnSpc>
                <a:spcPct val="80000"/>
              </a:lnSpc>
            </a:pPr>
            <a:r>
              <a:rPr lang="zh-CN" altLang="en-US" sz="6000" b="1" dirty="0">
                <a:solidFill>
                  <a:schemeClr val="tx1"/>
                </a:solidFill>
                <a:latin typeface="DFKai-SB" panose="03000509000000000000" pitchFamily="65" charset="-120"/>
                <a:ea typeface="DFKai-SB" panose="03000509000000000000" pitchFamily="65" charset="-120"/>
              </a:rPr>
              <a:t>我们无良，辜负洪恩，</a:t>
            </a:r>
            <a:endParaRPr lang="en-AU" altLang="zh-CN" sz="6000" b="1" dirty="0">
              <a:solidFill>
                <a:schemeClr val="tx1"/>
              </a:solidFill>
              <a:latin typeface="DFKai-SB" panose="03000509000000000000" pitchFamily="65" charset="-120"/>
              <a:ea typeface="DFKai-SB" panose="03000509000000000000" pitchFamily="65" charset="-120"/>
            </a:endParaRPr>
          </a:p>
          <a:p>
            <a:pPr marL="114300" algn="ctr">
              <a:lnSpc>
                <a:spcPct val="80000"/>
              </a:lnSpc>
            </a:pPr>
            <a:r>
              <a:rPr lang="zh-CN" altLang="en-US" sz="6000" b="1" dirty="0">
                <a:solidFill>
                  <a:schemeClr val="tx1"/>
                </a:solidFill>
                <a:latin typeface="DFKai-SB" panose="03000509000000000000" pitchFamily="65" charset="-120"/>
                <a:ea typeface="DFKai-SB" panose="03000509000000000000" pitchFamily="65" charset="-120"/>
              </a:rPr>
              <a:t>向来多过，污秽灵魂。</a:t>
            </a:r>
            <a:endParaRPr lang="en-AU" altLang="zh-CN" sz="6000" b="1" dirty="0">
              <a:solidFill>
                <a:schemeClr val="tx1"/>
              </a:solidFill>
              <a:latin typeface="DFKai-SB" panose="03000509000000000000" pitchFamily="65" charset="-120"/>
              <a:ea typeface="DFKai-SB" panose="03000509000000000000" pitchFamily="65" charset="-120"/>
            </a:endParaRPr>
          </a:p>
          <a:p>
            <a:pPr marL="114300" algn="ctr">
              <a:lnSpc>
                <a:spcPct val="80000"/>
              </a:lnSpc>
            </a:pPr>
            <a:r>
              <a:rPr lang="zh-CN" altLang="en-US" sz="6000" b="1" dirty="0">
                <a:solidFill>
                  <a:schemeClr val="tx1"/>
                </a:solidFill>
                <a:latin typeface="DFKai-SB" panose="03000509000000000000" pitchFamily="65" charset="-120"/>
                <a:ea typeface="DFKai-SB" panose="03000509000000000000" pitchFamily="65" charset="-120"/>
              </a:rPr>
              <a:t>只因吾主，仁爱绝伦，敢望升天，得进福门。</a:t>
            </a:r>
            <a:endParaRPr lang="zh-CN" sz="6000" dirty="0"/>
          </a:p>
        </p:txBody>
      </p:sp>
      <p:sp>
        <p:nvSpPr>
          <p:cNvPr id="10" name="Rectangle: Rounded Corners 9">
            <a:extLst>
              <a:ext uri="{FF2B5EF4-FFF2-40B4-BE49-F238E27FC236}">
                <a16:creationId xmlns:a16="http://schemas.microsoft.com/office/drawing/2014/main" id="{FA3ECC10-14BF-196B-340D-D02E1D37F096}"/>
              </a:ext>
            </a:extLst>
          </p:cNvPr>
          <p:cNvSpPr/>
          <p:nvPr/>
        </p:nvSpPr>
        <p:spPr>
          <a:xfrm>
            <a:off x="220717" y="168142"/>
            <a:ext cx="8702566" cy="790401"/>
          </a:xfrm>
          <a:prstGeom prst="roundRect">
            <a:avLst>
              <a:gd name="adj" fmla="val 11488"/>
            </a:avLst>
          </a:prstGeom>
          <a:solidFill>
            <a:srgbClr val="5572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3600" b="1">
                <a:solidFill>
                  <a:schemeClr val="bg1"/>
                </a:solidFill>
              </a:rPr>
              <a:t>领主咏　</a:t>
            </a:r>
            <a:r>
              <a:rPr lang="en-US" altLang="zh-TW" sz="3600" b="1">
                <a:solidFill>
                  <a:schemeClr val="bg1"/>
                </a:solidFill>
              </a:rPr>
              <a:t>Communion Hymn</a:t>
            </a:r>
            <a:endParaRPr lang="en-HK" sz="3600" b="1">
              <a:solidFill>
                <a:schemeClr val="bg1"/>
              </a:solidFill>
            </a:endParaRPr>
          </a:p>
        </p:txBody>
      </p:sp>
    </p:spTree>
    <p:extLst>
      <p:ext uri="{BB962C8B-B14F-4D97-AF65-F5344CB8AC3E}">
        <p14:creationId xmlns:p14="http://schemas.microsoft.com/office/powerpoint/2010/main" val="10157105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ECE67F-78F2-BCB8-86D1-E795E4BA77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AA3ED6-253F-785F-8AEF-B1305816D41F}"/>
              </a:ext>
            </a:extLst>
          </p:cNvPr>
          <p:cNvSpPr>
            <a:spLocks noGrp="1"/>
          </p:cNvSpPr>
          <p:nvPr>
            <p:ph type="ctrTitle"/>
          </p:nvPr>
        </p:nvSpPr>
        <p:spPr/>
        <p:txBody>
          <a:bodyPr/>
          <a:lstStyle/>
          <a:p>
            <a:endParaRPr lang="en-HK"/>
          </a:p>
        </p:txBody>
      </p:sp>
      <p:sp>
        <p:nvSpPr>
          <p:cNvPr id="3" name="Subtitle 2">
            <a:extLst>
              <a:ext uri="{FF2B5EF4-FFF2-40B4-BE49-F238E27FC236}">
                <a16:creationId xmlns:a16="http://schemas.microsoft.com/office/drawing/2014/main" id="{CA511A2B-4E77-EEF2-765F-D414D5C1291C}"/>
              </a:ext>
            </a:extLst>
          </p:cNvPr>
          <p:cNvSpPr>
            <a:spLocks noGrp="1"/>
          </p:cNvSpPr>
          <p:nvPr>
            <p:ph type="subTitle" idx="1"/>
          </p:nvPr>
        </p:nvSpPr>
        <p:spPr/>
        <p:txBody>
          <a:bodyPr/>
          <a:lstStyle/>
          <a:p>
            <a:endParaRPr lang="en-HK"/>
          </a:p>
        </p:txBody>
      </p:sp>
      <p:pic>
        <p:nvPicPr>
          <p:cNvPr id="7" name="Picture 6">
            <a:extLst>
              <a:ext uri="{FF2B5EF4-FFF2-40B4-BE49-F238E27FC236}">
                <a16:creationId xmlns:a16="http://schemas.microsoft.com/office/drawing/2014/main" id="{02A29241-9AD4-626D-B805-11EAAAE3AB51}"/>
              </a:ext>
            </a:extLst>
          </p:cNvPr>
          <p:cNvPicPr>
            <a:picLocks noChangeAspect="1"/>
          </p:cNvPicPr>
          <p:nvPr/>
        </p:nvPicPr>
        <p:blipFill>
          <a:blip r:embed="rId2">
            <a:extLst>
              <a:ext uri="{28A0092B-C50C-407E-A947-70E740481C1C}">
                <a14:useLocalDpi xmlns:a14="http://schemas.microsoft.com/office/drawing/2010/main" val="0"/>
              </a:ext>
            </a:extLst>
          </a:blip>
          <a:srcRect b="25000"/>
          <a:stretch>
            <a:fillRect/>
          </a:stretch>
        </p:blipFill>
        <p:spPr>
          <a:xfrm>
            <a:off x="0" y="1"/>
            <a:ext cx="9144001" cy="6858000"/>
          </a:xfrm>
          <a:prstGeom prst="rect">
            <a:avLst/>
          </a:prstGeom>
        </p:spPr>
      </p:pic>
      <p:sp>
        <p:nvSpPr>
          <p:cNvPr id="8" name="Rectangle: Rounded Corners 7">
            <a:extLst>
              <a:ext uri="{FF2B5EF4-FFF2-40B4-BE49-F238E27FC236}">
                <a16:creationId xmlns:a16="http://schemas.microsoft.com/office/drawing/2014/main" id="{5953824A-EAED-3B70-2FE5-F1714ED33C1E}"/>
              </a:ext>
            </a:extLst>
          </p:cNvPr>
          <p:cNvSpPr/>
          <p:nvPr/>
        </p:nvSpPr>
        <p:spPr>
          <a:xfrm>
            <a:off x="220714" y="1122363"/>
            <a:ext cx="8702565" cy="5524237"/>
          </a:xfrm>
          <a:prstGeom prst="roundRect">
            <a:avLst>
              <a:gd name="adj" fmla="val 2712"/>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t"/>
          <a:lstStyle/>
          <a:p>
            <a:pPr algn="ctr"/>
            <a:r>
              <a:rPr lang="zh-CN" altLang="en-US" sz="6000" b="1" dirty="0">
                <a:solidFill>
                  <a:schemeClr val="tx1"/>
                </a:solidFill>
                <a:ea typeface="DFKai-SB"/>
                <a:cs typeface="+mn-lt"/>
              </a:rPr>
              <a:t>耶稣圣心之爱</a:t>
            </a:r>
            <a:endParaRPr lang="en-US" altLang="zh-CN" sz="6000" b="1" dirty="0">
              <a:solidFill>
                <a:schemeClr val="tx1"/>
              </a:solidFill>
              <a:ea typeface="DFKai-SB"/>
              <a:cs typeface="+mn-lt"/>
            </a:endParaRPr>
          </a:p>
          <a:p>
            <a:pPr algn="ctr"/>
            <a:endParaRPr lang="en-HK" altLang="zh-TW" sz="6000" b="1" dirty="0">
              <a:solidFill>
                <a:schemeClr val="tx1"/>
              </a:solidFill>
              <a:latin typeface="DFKai-SB" panose="03000509000000000000" pitchFamily="65" charset="-120"/>
              <a:ea typeface="DFKai-SB" panose="03000509000000000000" pitchFamily="65" charset="-120"/>
            </a:endParaRPr>
          </a:p>
          <a:p>
            <a:pPr marL="114300" algn="ctr">
              <a:lnSpc>
                <a:spcPct val="80000"/>
              </a:lnSpc>
            </a:pPr>
            <a:r>
              <a:rPr lang="zh-CN" altLang="en-US" sz="6000" b="1" dirty="0">
                <a:solidFill>
                  <a:schemeClr val="tx1"/>
                </a:solidFill>
                <a:latin typeface="DFKai-SB" panose="03000509000000000000" pitchFamily="65" charset="-120"/>
                <a:ea typeface="DFKai-SB" panose="03000509000000000000" pitchFamily="65" charset="-120"/>
              </a:rPr>
              <a:t>耶稣圣心，可爱可敬，</a:t>
            </a:r>
            <a:endParaRPr lang="en-AU" altLang="zh-CN" sz="6000" b="1" dirty="0">
              <a:solidFill>
                <a:schemeClr val="tx1"/>
              </a:solidFill>
              <a:latin typeface="DFKai-SB" panose="03000509000000000000" pitchFamily="65" charset="-120"/>
              <a:ea typeface="DFKai-SB" panose="03000509000000000000" pitchFamily="65" charset="-120"/>
            </a:endParaRPr>
          </a:p>
          <a:p>
            <a:pPr marL="114300" algn="ctr">
              <a:lnSpc>
                <a:spcPct val="80000"/>
              </a:lnSpc>
            </a:pPr>
            <a:r>
              <a:rPr lang="zh-CN" altLang="en-US" sz="6000" b="1" dirty="0">
                <a:solidFill>
                  <a:schemeClr val="tx1"/>
                </a:solidFill>
                <a:latin typeface="DFKai-SB" panose="03000509000000000000" pitchFamily="65" charset="-120"/>
                <a:ea typeface="DFKai-SB" panose="03000509000000000000" pitchFamily="65" charset="-120"/>
              </a:rPr>
              <a:t>为救万民，博施恩情；</a:t>
            </a:r>
            <a:endParaRPr lang="en-AU" altLang="zh-CN" sz="6000" b="1" dirty="0">
              <a:solidFill>
                <a:schemeClr val="tx1"/>
              </a:solidFill>
              <a:latin typeface="DFKai-SB" panose="03000509000000000000" pitchFamily="65" charset="-120"/>
              <a:ea typeface="DFKai-SB" panose="03000509000000000000" pitchFamily="65" charset="-120"/>
            </a:endParaRPr>
          </a:p>
          <a:p>
            <a:pPr marL="114300" algn="ctr">
              <a:lnSpc>
                <a:spcPct val="80000"/>
              </a:lnSpc>
            </a:pPr>
            <a:r>
              <a:rPr lang="zh-CN" altLang="en-US" sz="6000" b="1" dirty="0">
                <a:solidFill>
                  <a:schemeClr val="tx1"/>
                </a:solidFill>
                <a:latin typeface="DFKai-SB" panose="03000509000000000000" pitchFamily="65" charset="-120"/>
                <a:ea typeface="DFKai-SB" panose="03000509000000000000" pitchFamily="65" charset="-120"/>
              </a:rPr>
              <a:t>偕同圣父，并与圣神，</a:t>
            </a:r>
            <a:endParaRPr lang="en-AU" altLang="zh-CN" sz="6000" b="1" dirty="0">
              <a:solidFill>
                <a:schemeClr val="tx1"/>
              </a:solidFill>
              <a:latin typeface="DFKai-SB" panose="03000509000000000000" pitchFamily="65" charset="-120"/>
              <a:ea typeface="DFKai-SB" panose="03000509000000000000" pitchFamily="65" charset="-120"/>
            </a:endParaRPr>
          </a:p>
          <a:p>
            <a:pPr marL="114300" algn="ctr">
              <a:lnSpc>
                <a:spcPct val="80000"/>
              </a:lnSpc>
            </a:pPr>
            <a:r>
              <a:rPr lang="zh-CN" altLang="en-US" sz="6000" b="1" dirty="0">
                <a:solidFill>
                  <a:schemeClr val="tx1"/>
                </a:solidFill>
                <a:latin typeface="DFKai-SB" panose="03000509000000000000" pitchFamily="65" charset="-120"/>
                <a:ea typeface="DFKai-SB" panose="03000509000000000000" pitchFamily="65" charset="-120"/>
              </a:rPr>
              <a:t>共获光荣，世世无垠。</a:t>
            </a:r>
            <a:endParaRPr lang="zh-CN" sz="6000" dirty="0"/>
          </a:p>
        </p:txBody>
      </p:sp>
      <p:sp>
        <p:nvSpPr>
          <p:cNvPr id="10" name="Rectangle: Rounded Corners 9">
            <a:extLst>
              <a:ext uri="{FF2B5EF4-FFF2-40B4-BE49-F238E27FC236}">
                <a16:creationId xmlns:a16="http://schemas.microsoft.com/office/drawing/2014/main" id="{44757486-F311-1EB5-84C2-A3EDA454F772}"/>
              </a:ext>
            </a:extLst>
          </p:cNvPr>
          <p:cNvSpPr/>
          <p:nvPr/>
        </p:nvSpPr>
        <p:spPr>
          <a:xfrm>
            <a:off x="220717" y="168142"/>
            <a:ext cx="8702566" cy="790401"/>
          </a:xfrm>
          <a:prstGeom prst="roundRect">
            <a:avLst>
              <a:gd name="adj" fmla="val 11488"/>
            </a:avLst>
          </a:prstGeom>
          <a:solidFill>
            <a:srgbClr val="5572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3600" b="1">
                <a:solidFill>
                  <a:schemeClr val="bg1"/>
                </a:solidFill>
              </a:rPr>
              <a:t>领主咏　</a:t>
            </a:r>
            <a:r>
              <a:rPr lang="en-US" altLang="zh-TW" sz="3600" b="1">
                <a:solidFill>
                  <a:schemeClr val="bg1"/>
                </a:solidFill>
              </a:rPr>
              <a:t>Communion Hymn</a:t>
            </a:r>
            <a:endParaRPr lang="en-HK" sz="3600" b="1">
              <a:solidFill>
                <a:schemeClr val="bg1"/>
              </a:solidFill>
            </a:endParaRPr>
          </a:p>
        </p:txBody>
      </p:sp>
    </p:spTree>
    <p:extLst>
      <p:ext uri="{BB962C8B-B14F-4D97-AF65-F5344CB8AC3E}">
        <p14:creationId xmlns:p14="http://schemas.microsoft.com/office/powerpoint/2010/main" val="35006748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32EE92-5D17-302A-1187-209F7FDDF867}"/>
              </a:ext>
            </a:extLst>
          </p:cNvPr>
          <p:cNvSpPr>
            <a:spLocks noGrp="1"/>
          </p:cNvSpPr>
          <p:nvPr>
            <p:ph type="title"/>
          </p:nvPr>
        </p:nvSpPr>
        <p:spPr/>
        <p:txBody>
          <a:bodyPr>
            <a:normAutofit fontScale="90000"/>
          </a:bodyPr>
          <a:lstStyle/>
          <a:p>
            <a:br>
              <a:rPr lang="en-AU" altLang="zh-TW" dirty="0"/>
            </a:br>
            <a:r>
              <a:rPr lang="zh-TW" altLang="en-US" dirty="0"/>
              <a:t>领圣体后经　</a:t>
            </a:r>
            <a:r>
              <a:rPr lang="en-HK" altLang="zh-TW" dirty="0"/>
              <a:t>Prayer after Communion</a:t>
            </a:r>
            <a:br>
              <a:rPr lang="zh-TW" altLang="en-US" dirty="0"/>
            </a:br>
            <a:endParaRPr lang="en-AU" dirty="0"/>
          </a:p>
        </p:txBody>
      </p:sp>
      <p:sp>
        <p:nvSpPr>
          <p:cNvPr id="3" name="Content Placeholder 2">
            <a:extLst>
              <a:ext uri="{FF2B5EF4-FFF2-40B4-BE49-F238E27FC236}">
                <a16:creationId xmlns:a16="http://schemas.microsoft.com/office/drawing/2014/main" id="{1D3C09E3-EB54-1194-85A5-955815E3D794}"/>
              </a:ext>
            </a:extLst>
          </p:cNvPr>
          <p:cNvSpPr>
            <a:spLocks noGrp="1"/>
          </p:cNvSpPr>
          <p:nvPr>
            <p:ph sz="half" idx="1"/>
          </p:nvPr>
        </p:nvSpPr>
        <p:spPr/>
        <p:txBody>
          <a:bodyPr>
            <a:normAutofit lnSpcReduction="10000"/>
          </a:bodyPr>
          <a:lstStyle/>
          <a:p>
            <a:pPr marL="0" indent="0" algn="just">
              <a:buNone/>
            </a:pPr>
            <a:r>
              <a:rPr lang="zh-CN" altLang="en-US" dirty="0"/>
              <a:t>请大家祈祷：</a:t>
            </a:r>
          </a:p>
          <a:p>
            <a:pPr marL="0" indent="0" algn="just">
              <a:buNone/>
            </a:pPr>
            <a:r>
              <a:rPr lang="zh-CN" altLang="en-US" dirty="0"/>
              <a:t>仁慈的上主，我们恭领了你圣子的圣体、圣血，心灵得以振作；求你使我们常能虔诚地领此神粮，获取圆满的救恩。</a:t>
            </a:r>
            <a:endParaRPr lang="en-AU" dirty="0"/>
          </a:p>
        </p:txBody>
      </p:sp>
      <p:sp>
        <p:nvSpPr>
          <p:cNvPr id="4" name="Content Placeholder 3">
            <a:extLst>
              <a:ext uri="{FF2B5EF4-FFF2-40B4-BE49-F238E27FC236}">
                <a16:creationId xmlns:a16="http://schemas.microsoft.com/office/drawing/2014/main" id="{087607F4-AC6D-98F9-D258-B524BBF5A741}"/>
              </a:ext>
            </a:extLst>
          </p:cNvPr>
          <p:cNvSpPr>
            <a:spLocks noGrp="1"/>
          </p:cNvSpPr>
          <p:nvPr>
            <p:ph sz="half" idx="2"/>
          </p:nvPr>
        </p:nvSpPr>
        <p:spPr/>
        <p:txBody>
          <a:bodyPr>
            <a:normAutofit lnSpcReduction="10000"/>
          </a:bodyPr>
          <a:lstStyle/>
          <a:p>
            <a:pPr marL="0" indent="0" algn="just">
              <a:buNone/>
            </a:pPr>
            <a:r>
              <a:rPr lang="en-GB" dirty="0"/>
              <a:t>Let us pray.</a:t>
            </a:r>
          </a:p>
          <a:p>
            <a:pPr marL="0" indent="0" algn="just">
              <a:buNone/>
            </a:pPr>
            <a:r>
              <a:rPr lang="en-GB" dirty="0"/>
              <a:t>Renewed and nourished by the Sacred Body and Precious Blood of your Son, we ask of your mercy, O Lord, that what we celebrate with constant devotion may be our sure pledge of redemption.</a:t>
            </a:r>
            <a:endParaRPr lang="en-AU" dirty="0"/>
          </a:p>
        </p:txBody>
      </p:sp>
    </p:spTree>
    <p:extLst>
      <p:ext uri="{BB962C8B-B14F-4D97-AF65-F5344CB8AC3E}">
        <p14:creationId xmlns:p14="http://schemas.microsoft.com/office/powerpoint/2010/main" val="6606985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66E67C-2C61-FB10-3B37-0357BB2F5BDE}"/>
              </a:ext>
            </a:extLst>
          </p:cNvPr>
          <p:cNvSpPr>
            <a:spLocks noGrp="1"/>
          </p:cNvSpPr>
          <p:nvPr>
            <p:ph type="title"/>
          </p:nvPr>
        </p:nvSpPr>
        <p:spPr/>
        <p:txBody>
          <a:bodyPr>
            <a:normAutofit fontScale="90000"/>
          </a:bodyPr>
          <a:lstStyle/>
          <a:p>
            <a:br>
              <a:rPr lang="en-AU" altLang="zh-TW" dirty="0"/>
            </a:br>
            <a:r>
              <a:rPr lang="zh-TW" altLang="en-US" dirty="0"/>
              <a:t>领圣体后经　</a:t>
            </a:r>
            <a:r>
              <a:rPr lang="en-AU" dirty="0"/>
              <a:t>Prayer after Communion</a:t>
            </a:r>
            <a:br>
              <a:rPr lang="en-AU" dirty="0"/>
            </a:br>
            <a:endParaRPr lang="en-AU" dirty="0"/>
          </a:p>
        </p:txBody>
      </p:sp>
      <p:sp>
        <p:nvSpPr>
          <p:cNvPr id="3" name="Content Placeholder 2">
            <a:extLst>
              <a:ext uri="{FF2B5EF4-FFF2-40B4-BE49-F238E27FC236}">
                <a16:creationId xmlns:a16="http://schemas.microsoft.com/office/drawing/2014/main" id="{9455F3D6-D798-7CE9-4038-F8B36A63E9CF}"/>
              </a:ext>
            </a:extLst>
          </p:cNvPr>
          <p:cNvSpPr>
            <a:spLocks noGrp="1"/>
          </p:cNvSpPr>
          <p:nvPr>
            <p:ph sz="half" idx="1"/>
          </p:nvPr>
        </p:nvSpPr>
        <p:spPr/>
        <p:txBody>
          <a:bodyPr/>
          <a:lstStyle/>
          <a:p>
            <a:pPr marL="0" indent="0" algn="just">
              <a:buNone/>
            </a:pPr>
            <a:r>
              <a:rPr lang="zh-CN" altLang="en-US" dirty="0"/>
              <a:t>以上所求是靠我们的主基督。</a:t>
            </a:r>
            <a:endParaRPr lang="en-AU" altLang="zh-CN" dirty="0"/>
          </a:p>
          <a:p>
            <a:pPr marL="0" indent="0" algn="just">
              <a:buNone/>
            </a:pPr>
            <a:endParaRPr lang="zh-CN" altLang="en-US" dirty="0"/>
          </a:p>
          <a:p>
            <a:pPr marL="0" indent="0" algn="just">
              <a:buNone/>
            </a:pPr>
            <a:r>
              <a:rPr lang="zh-CN" altLang="en-US" b="1" dirty="0"/>
              <a:t>答：阿们。</a:t>
            </a:r>
          </a:p>
          <a:p>
            <a:pPr algn="just"/>
            <a:endParaRPr lang="en-AU" dirty="0"/>
          </a:p>
        </p:txBody>
      </p:sp>
      <p:sp>
        <p:nvSpPr>
          <p:cNvPr id="4" name="Content Placeholder 3">
            <a:extLst>
              <a:ext uri="{FF2B5EF4-FFF2-40B4-BE49-F238E27FC236}">
                <a16:creationId xmlns:a16="http://schemas.microsoft.com/office/drawing/2014/main" id="{39CA4ADB-B148-22F2-EE81-E6AF8AA30A98}"/>
              </a:ext>
            </a:extLst>
          </p:cNvPr>
          <p:cNvSpPr>
            <a:spLocks noGrp="1"/>
          </p:cNvSpPr>
          <p:nvPr>
            <p:ph sz="half" idx="2"/>
          </p:nvPr>
        </p:nvSpPr>
        <p:spPr/>
        <p:txBody>
          <a:bodyPr/>
          <a:lstStyle/>
          <a:p>
            <a:pPr marL="0" indent="0" algn="just">
              <a:buNone/>
            </a:pPr>
            <a:r>
              <a:rPr lang="en-GB" sz="3200" dirty="0"/>
              <a:t>Through Christ our </a:t>
            </a:r>
            <a:r>
              <a:rPr lang="en-GB" sz="3200"/>
              <a:t>Lord.</a:t>
            </a:r>
          </a:p>
          <a:p>
            <a:pPr marL="0" indent="0" algn="just">
              <a:buNone/>
            </a:pPr>
            <a:endParaRPr lang="en-GB" sz="3200" dirty="0"/>
          </a:p>
          <a:p>
            <a:pPr algn="just"/>
            <a:endParaRPr lang="en-GB" sz="3200" dirty="0"/>
          </a:p>
          <a:p>
            <a:pPr marL="0" indent="0" algn="just">
              <a:buNone/>
            </a:pPr>
            <a:r>
              <a:rPr lang="en-GB" sz="3200" b="1" dirty="0"/>
              <a:t>R. Amen.</a:t>
            </a:r>
          </a:p>
          <a:p>
            <a:pPr algn="just"/>
            <a:endParaRPr lang="en-AU" dirty="0"/>
          </a:p>
        </p:txBody>
      </p:sp>
    </p:spTree>
    <p:extLst>
      <p:ext uri="{BB962C8B-B14F-4D97-AF65-F5344CB8AC3E}">
        <p14:creationId xmlns:p14="http://schemas.microsoft.com/office/powerpoint/2010/main" val="32367573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0312E4-C781-9C8A-9BF5-D483AD78738A}"/>
              </a:ext>
            </a:extLst>
          </p:cNvPr>
          <p:cNvSpPr>
            <a:spLocks noGrp="1"/>
          </p:cNvSpPr>
          <p:nvPr>
            <p:ph type="title"/>
          </p:nvPr>
        </p:nvSpPr>
        <p:spPr/>
        <p:txBody>
          <a:bodyPr>
            <a:normAutofit/>
          </a:bodyPr>
          <a:lstStyle/>
          <a:p>
            <a:br>
              <a:rPr lang="en-AU" altLang="zh-TW" sz="9600" dirty="0"/>
            </a:br>
            <a:r>
              <a:rPr lang="zh-TW" altLang="en-US" sz="9600" dirty="0"/>
              <a:t>堂区报告</a:t>
            </a:r>
            <a:br>
              <a:rPr lang="zh-TW" altLang="en-US" sz="9600" dirty="0"/>
            </a:br>
            <a:r>
              <a:rPr lang="en-US" altLang="zh-TW" sz="6000" dirty="0"/>
              <a:t>Parish</a:t>
            </a:r>
            <a:r>
              <a:rPr lang="en-US" altLang="zh-TW" dirty="0"/>
              <a:t> </a:t>
            </a:r>
            <a:r>
              <a:rPr lang="en-US" altLang="zh-TW" sz="6000" dirty="0"/>
              <a:t>Announcements</a:t>
            </a:r>
            <a:br>
              <a:rPr lang="en-US" altLang="zh-TW" dirty="0"/>
            </a:br>
            <a:endParaRPr lang="en-AU" dirty="0"/>
          </a:p>
        </p:txBody>
      </p:sp>
      <p:grpSp>
        <p:nvGrpSpPr>
          <p:cNvPr id="4" name="Group 3">
            <a:extLst>
              <a:ext uri="{FF2B5EF4-FFF2-40B4-BE49-F238E27FC236}">
                <a16:creationId xmlns:a16="http://schemas.microsoft.com/office/drawing/2014/main" id="{D23A7FEE-2BCE-4DA0-E27A-1D1D265D62D4}"/>
              </a:ext>
            </a:extLst>
          </p:cNvPr>
          <p:cNvGrpSpPr/>
          <p:nvPr/>
        </p:nvGrpSpPr>
        <p:grpSpPr>
          <a:xfrm>
            <a:off x="7433919" y="5840308"/>
            <a:ext cx="1301539" cy="599878"/>
            <a:chOff x="7433919" y="5840308"/>
            <a:chExt cx="1301539" cy="599878"/>
          </a:xfrm>
          <a:solidFill>
            <a:srgbClr val="BCCCBE"/>
          </a:solidFill>
        </p:grpSpPr>
        <p:sp>
          <p:nvSpPr>
            <p:cNvPr id="5" name="Rectangle: Rounded Corners 4">
              <a:extLst>
                <a:ext uri="{FF2B5EF4-FFF2-40B4-BE49-F238E27FC236}">
                  <a16:creationId xmlns:a16="http://schemas.microsoft.com/office/drawing/2014/main" id="{FD2027ED-EF22-936A-B79F-B4036308C09F}"/>
                </a:ext>
              </a:extLst>
            </p:cNvPr>
            <p:cNvSpPr/>
            <p:nvPr/>
          </p:nvSpPr>
          <p:spPr>
            <a:xfrm>
              <a:off x="7433919" y="5840308"/>
              <a:ext cx="1301539" cy="599878"/>
            </a:xfrm>
            <a:prstGeom prst="round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zh-TW" altLang="en-US" sz="2400" b="1" dirty="0">
                  <a:solidFill>
                    <a:schemeClr val="tx1"/>
                  </a:solidFill>
                </a:rPr>
                <a:t>坐下</a:t>
              </a:r>
              <a:endParaRPr lang="en-HK" sz="2400" b="1" dirty="0">
                <a:solidFill>
                  <a:schemeClr val="tx1"/>
                </a:solidFill>
              </a:endParaRPr>
            </a:p>
          </p:txBody>
        </p:sp>
        <p:pic>
          <p:nvPicPr>
            <p:cNvPr id="7" name="Picture 6" descr="A black and white sign of a person sitting in a chair&#10;&#10;AI-generated content may be incorrect.">
              <a:extLst>
                <a:ext uri="{FF2B5EF4-FFF2-40B4-BE49-F238E27FC236}">
                  <a16:creationId xmlns:a16="http://schemas.microsoft.com/office/drawing/2014/main" id="{9BC82E6F-E9BB-57A1-E053-69603E146FF8}"/>
                </a:ext>
              </a:extLst>
            </p:cNvPr>
            <p:cNvPicPr>
              <a:picLocks noChangeAspect="1"/>
            </p:cNvPicPr>
            <p:nvPr/>
          </p:nvPicPr>
          <p:blipFill>
            <a:blip r:embed="rId2">
              <a:biLevel thresh="25000"/>
              <a:extLst>
                <a:ext uri="{BEBA8EAE-BF5A-486C-A8C5-ECC9F3942E4B}">
                  <a14:imgProps xmlns:a14="http://schemas.microsoft.com/office/drawing/2010/main">
                    <a14:imgLayer r:embed="rId3">
                      <a14:imgEffect>
                        <a14:backgroundRemoval t="10000" b="90000" l="10000" r="90000"/>
                      </a14:imgEffect>
                    </a14:imgLayer>
                  </a14:imgProps>
                </a:ext>
              </a:extLst>
            </a:blip>
            <a:stretch>
              <a:fillRect/>
            </a:stretch>
          </p:blipFill>
          <p:spPr>
            <a:xfrm>
              <a:off x="7498080" y="5928700"/>
              <a:ext cx="410444" cy="436540"/>
            </a:xfrm>
            <a:prstGeom prst="rect">
              <a:avLst/>
            </a:prstGeom>
            <a:grpFill/>
            <a:ln>
              <a:noFill/>
            </a:ln>
          </p:spPr>
        </p:pic>
      </p:grpSp>
    </p:spTree>
    <p:extLst>
      <p:ext uri="{BB962C8B-B14F-4D97-AF65-F5344CB8AC3E}">
        <p14:creationId xmlns:p14="http://schemas.microsoft.com/office/powerpoint/2010/main" val="42163813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00EFE5-7011-85BB-FE9B-424F4E0CB4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E19B1D-7F75-183F-F2DA-A94CEC5AEB81}"/>
              </a:ext>
            </a:extLst>
          </p:cNvPr>
          <p:cNvSpPr>
            <a:spLocks noGrp="1"/>
          </p:cNvSpPr>
          <p:nvPr>
            <p:ph type="title"/>
          </p:nvPr>
        </p:nvSpPr>
        <p:spPr/>
        <p:txBody>
          <a:bodyPr>
            <a:normAutofit/>
          </a:bodyPr>
          <a:lstStyle/>
          <a:p>
            <a:r>
              <a:rPr lang="zh-TW" altLang="en-US" dirty="0">
                <a:solidFill>
                  <a:schemeClr val="bg1"/>
                </a:solidFill>
              </a:rPr>
              <a:t>堂区报告　</a:t>
            </a:r>
            <a:r>
              <a:rPr lang="en-HK" altLang="zh-TW" dirty="0">
                <a:solidFill>
                  <a:schemeClr val="bg1"/>
                </a:solidFill>
              </a:rPr>
              <a:t>Parish Announcements</a:t>
            </a:r>
            <a:endParaRPr lang="en-AU" dirty="0"/>
          </a:p>
        </p:txBody>
      </p:sp>
      <p:grpSp>
        <p:nvGrpSpPr>
          <p:cNvPr id="11" name="Group 10">
            <a:extLst>
              <a:ext uri="{FF2B5EF4-FFF2-40B4-BE49-F238E27FC236}">
                <a16:creationId xmlns:a16="http://schemas.microsoft.com/office/drawing/2014/main" id="{AC2FE033-BFE2-645E-D437-EB5A7EFD25E5}"/>
              </a:ext>
            </a:extLst>
          </p:cNvPr>
          <p:cNvGrpSpPr/>
          <p:nvPr/>
        </p:nvGrpSpPr>
        <p:grpSpPr>
          <a:xfrm>
            <a:off x="345989" y="1279520"/>
            <a:ext cx="8460260" cy="790402"/>
            <a:chOff x="345989" y="1704108"/>
            <a:chExt cx="8460260" cy="790402"/>
          </a:xfrm>
          <a:solidFill>
            <a:srgbClr val="767F77"/>
          </a:solidFill>
        </p:grpSpPr>
        <p:sp>
          <p:nvSpPr>
            <p:cNvPr id="4" name="Rectangle: Rounded Corners 3">
              <a:extLst>
                <a:ext uri="{FF2B5EF4-FFF2-40B4-BE49-F238E27FC236}">
                  <a16:creationId xmlns:a16="http://schemas.microsoft.com/office/drawing/2014/main" id="{E84CA821-BFC6-462C-938E-ED214FC57531}"/>
                </a:ext>
              </a:extLst>
            </p:cNvPr>
            <p:cNvSpPr/>
            <p:nvPr/>
          </p:nvSpPr>
          <p:spPr>
            <a:xfrm>
              <a:off x="345989" y="1704108"/>
              <a:ext cx="8460260" cy="790402"/>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4400" b="1" dirty="0"/>
                <a:t>划向深处</a:t>
              </a:r>
              <a:endParaRPr lang="zh-TW" altLang="en-US" sz="4400" b="1" dirty="0"/>
            </a:p>
          </p:txBody>
        </p:sp>
        <p:pic>
          <p:nvPicPr>
            <p:cNvPr id="6" name="Graphic 5" descr="Anchor with solid fill">
              <a:extLst>
                <a:ext uri="{FF2B5EF4-FFF2-40B4-BE49-F238E27FC236}">
                  <a16:creationId xmlns:a16="http://schemas.microsoft.com/office/drawing/2014/main" id="{E35D8ED6-ABD0-AF2A-45B8-6A695B3FF90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rot="2606826">
              <a:off x="2835831" y="1774320"/>
              <a:ext cx="578845" cy="578845"/>
            </a:xfrm>
            <a:prstGeom prst="rect">
              <a:avLst/>
            </a:prstGeom>
          </p:spPr>
        </p:pic>
      </p:grpSp>
      <p:sp>
        <p:nvSpPr>
          <p:cNvPr id="7" name="Rectangle: Rounded Corners 6">
            <a:extLst>
              <a:ext uri="{FF2B5EF4-FFF2-40B4-BE49-F238E27FC236}">
                <a16:creationId xmlns:a16="http://schemas.microsoft.com/office/drawing/2014/main" id="{80CEC74C-A97B-4883-EBE1-9F4D004D0C64}"/>
              </a:ext>
            </a:extLst>
          </p:cNvPr>
          <p:cNvSpPr/>
          <p:nvPr/>
        </p:nvSpPr>
        <p:spPr>
          <a:xfrm>
            <a:off x="1879869" y="2319765"/>
            <a:ext cx="6926380" cy="790402"/>
          </a:xfrm>
          <a:prstGeom prst="roundRect">
            <a:avLst>
              <a:gd name="adj" fmla="val 50000"/>
            </a:avLst>
          </a:prstGeom>
          <a:solidFill>
            <a:srgbClr val="767F7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HK" altLang="zh-TW" sz="4800" b="1" dirty="0"/>
              <a:t>6</a:t>
            </a:r>
            <a:r>
              <a:rPr lang="zh-TW" altLang="en-US" sz="4800" b="1" dirty="0"/>
              <a:t>月</a:t>
            </a:r>
            <a:r>
              <a:rPr lang="en-HK" altLang="zh-TW" sz="4800" b="1" dirty="0"/>
              <a:t>21</a:t>
            </a:r>
            <a:r>
              <a:rPr lang="zh-TW" altLang="en-US" sz="4800" b="1" dirty="0"/>
              <a:t>日（</a:t>
            </a:r>
            <a:r>
              <a:rPr lang="zh-CN" altLang="en-US" sz="4800" b="1" dirty="0"/>
              <a:t>今日</a:t>
            </a:r>
            <a:r>
              <a:rPr lang="zh-TW" altLang="en-US" sz="4800" b="1" dirty="0"/>
              <a:t>）</a:t>
            </a:r>
          </a:p>
        </p:txBody>
      </p:sp>
      <p:pic>
        <p:nvPicPr>
          <p:cNvPr id="9" name="Graphic 8" descr="Daily calendar with solid fill">
            <a:extLst>
              <a:ext uri="{FF2B5EF4-FFF2-40B4-BE49-F238E27FC236}">
                <a16:creationId xmlns:a16="http://schemas.microsoft.com/office/drawing/2014/main" id="{689251B2-A52F-ED77-E460-46D11813BBF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45988" y="2156440"/>
            <a:ext cx="1117051" cy="1117051"/>
          </a:xfrm>
          <a:prstGeom prst="rect">
            <a:avLst/>
          </a:prstGeom>
        </p:spPr>
      </p:pic>
      <p:sp>
        <p:nvSpPr>
          <p:cNvPr id="10" name="Rectangle: Rounded Corners 9">
            <a:extLst>
              <a:ext uri="{FF2B5EF4-FFF2-40B4-BE49-F238E27FC236}">
                <a16:creationId xmlns:a16="http://schemas.microsoft.com/office/drawing/2014/main" id="{7D2FB6D7-23C1-0664-3404-6B3333C76452}"/>
              </a:ext>
            </a:extLst>
          </p:cNvPr>
          <p:cNvSpPr/>
          <p:nvPr/>
        </p:nvSpPr>
        <p:spPr>
          <a:xfrm>
            <a:off x="1879869" y="3352633"/>
            <a:ext cx="6830862" cy="790402"/>
          </a:xfrm>
          <a:prstGeom prst="roundRect">
            <a:avLst>
              <a:gd name="adj" fmla="val 50000"/>
            </a:avLst>
          </a:prstGeom>
          <a:solidFill>
            <a:srgbClr val="767F7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altLang="zh-TW" sz="4800" b="1" dirty="0"/>
              <a:t>16</a:t>
            </a:r>
            <a:r>
              <a:rPr lang="zh-CN" altLang="en-US" sz="4800" b="1" dirty="0"/>
              <a:t>：</a:t>
            </a:r>
            <a:r>
              <a:rPr lang="en-AU" altLang="zh-CN" sz="4800" b="1" dirty="0"/>
              <a:t>15-17</a:t>
            </a:r>
            <a:r>
              <a:rPr lang="zh-CN" altLang="en-US" sz="4800" b="1" dirty="0"/>
              <a:t>：</a:t>
            </a:r>
            <a:r>
              <a:rPr lang="en-AU" altLang="zh-CN" sz="4800" b="1" dirty="0"/>
              <a:t>00</a:t>
            </a:r>
            <a:endParaRPr lang="zh-TW" altLang="en-US" sz="4800" b="1" dirty="0"/>
          </a:p>
        </p:txBody>
      </p:sp>
      <p:pic>
        <p:nvPicPr>
          <p:cNvPr id="13" name="Graphic 12" descr="Magnifying glass with solid fill">
            <a:extLst>
              <a:ext uri="{FF2B5EF4-FFF2-40B4-BE49-F238E27FC236}">
                <a16:creationId xmlns:a16="http://schemas.microsoft.com/office/drawing/2014/main" id="{E4454CC8-AF71-68AC-0BC6-493CAC80492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48639" y="5245764"/>
            <a:ext cx="914400" cy="914400"/>
          </a:xfrm>
          <a:prstGeom prst="rect">
            <a:avLst/>
          </a:prstGeom>
        </p:spPr>
      </p:pic>
      <p:pic>
        <p:nvPicPr>
          <p:cNvPr id="15" name="Graphic 14" descr="Marker with solid fill">
            <a:extLst>
              <a:ext uri="{FF2B5EF4-FFF2-40B4-BE49-F238E27FC236}">
                <a16:creationId xmlns:a16="http://schemas.microsoft.com/office/drawing/2014/main" id="{DD16D7BA-7F7A-4EC4-950F-1DBFC8B7C7A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33269" y="4239276"/>
            <a:ext cx="914400" cy="914400"/>
          </a:xfrm>
          <a:prstGeom prst="rect">
            <a:avLst/>
          </a:prstGeom>
        </p:spPr>
      </p:pic>
      <p:pic>
        <p:nvPicPr>
          <p:cNvPr id="17" name="Graphic 16" descr="Clock with solid fill">
            <a:extLst>
              <a:ext uri="{FF2B5EF4-FFF2-40B4-BE49-F238E27FC236}">
                <a16:creationId xmlns:a16="http://schemas.microsoft.com/office/drawing/2014/main" id="{98E81881-AA6E-2D0C-0DC3-EA872555703E}"/>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33269" y="3232788"/>
            <a:ext cx="914400" cy="914400"/>
          </a:xfrm>
          <a:prstGeom prst="rect">
            <a:avLst/>
          </a:prstGeom>
        </p:spPr>
      </p:pic>
      <p:sp>
        <p:nvSpPr>
          <p:cNvPr id="18" name="Rectangle: Rounded Corners 17">
            <a:extLst>
              <a:ext uri="{FF2B5EF4-FFF2-40B4-BE49-F238E27FC236}">
                <a16:creationId xmlns:a16="http://schemas.microsoft.com/office/drawing/2014/main" id="{3D7D7984-288A-6D63-C203-7552642A9372}"/>
              </a:ext>
            </a:extLst>
          </p:cNvPr>
          <p:cNvSpPr/>
          <p:nvPr/>
        </p:nvSpPr>
        <p:spPr>
          <a:xfrm>
            <a:off x="1879868" y="4385501"/>
            <a:ext cx="6830862" cy="790402"/>
          </a:xfrm>
          <a:prstGeom prst="roundRect">
            <a:avLst>
              <a:gd name="adj" fmla="val 50000"/>
            </a:avLst>
          </a:prstGeom>
          <a:solidFill>
            <a:srgbClr val="767F7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4800" b="1" dirty="0"/>
              <a:t>堂区会议室</a:t>
            </a:r>
            <a:endParaRPr lang="zh-TW" altLang="en-US" sz="4800" b="1" dirty="0"/>
          </a:p>
        </p:txBody>
      </p:sp>
      <p:sp>
        <p:nvSpPr>
          <p:cNvPr id="19" name="Rectangle: Rounded Corners 18">
            <a:extLst>
              <a:ext uri="{FF2B5EF4-FFF2-40B4-BE49-F238E27FC236}">
                <a16:creationId xmlns:a16="http://schemas.microsoft.com/office/drawing/2014/main" id="{8FB5CBA9-B545-AE65-5B1E-27163AEDFE86}"/>
              </a:ext>
            </a:extLst>
          </p:cNvPr>
          <p:cNvSpPr/>
          <p:nvPr/>
        </p:nvSpPr>
        <p:spPr>
          <a:xfrm>
            <a:off x="1879868" y="5418369"/>
            <a:ext cx="6830862" cy="790402"/>
          </a:xfrm>
          <a:prstGeom prst="roundRect">
            <a:avLst>
              <a:gd name="adj" fmla="val 50000"/>
            </a:avLst>
          </a:prstGeom>
          <a:solidFill>
            <a:srgbClr val="767F7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4800" b="1" dirty="0"/>
              <a:t>修和圣事</a:t>
            </a:r>
            <a:endParaRPr lang="zh-TW" altLang="en-US" sz="4800" b="1" dirty="0"/>
          </a:p>
        </p:txBody>
      </p:sp>
      <p:pic>
        <p:nvPicPr>
          <p:cNvPr id="3" name="Graphic 2" descr="Anchor with solid fill">
            <a:extLst>
              <a:ext uri="{FF2B5EF4-FFF2-40B4-BE49-F238E27FC236}">
                <a16:creationId xmlns:a16="http://schemas.microsoft.com/office/drawing/2014/main" id="{4E6DDD6F-1B99-36A2-CA25-79718D4303E3}"/>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rot="18980577">
            <a:off x="2760927" y="1392718"/>
            <a:ext cx="614717" cy="614717"/>
          </a:xfrm>
          <a:prstGeom prst="rect">
            <a:avLst/>
          </a:prstGeom>
        </p:spPr>
      </p:pic>
    </p:spTree>
    <p:extLst>
      <p:ext uri="{BB962C8B-B14F-4D97-AF65-F5344CB8AC3E}">
        <p14:creationId xmlns:p14="http://schemas.microsoft.com/office/powerpoint/2010/main" val="37008676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2F57E8-1AA0-3C01-D480-31308B2D6A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AC0E91-8245-E864-18C9-6F958BFB23FF}"/>
              </a:ext>
            </a:extLst>
          </p:cNvPr>
          <p:cNvSpPr>
            <a:spLocks noGrp="1"/>
          </p:cNvSpPr>
          <p:nvPr>
            <p:ph type="title"/>
          </p:nvPr>
        </p:nvSpPr>
        <p:spPr/>
        <p:txBody>
          <a:bodyPr>
            <a:normAutofit/>
          </a:bodyPr>
          <a:lstStyle/>
          <a:p>
            <a:r>
              <a:rPr lang="zh-TW" altLang="en-US" dirty="0">
                <a:solidFill>
                  <a:schemeClr val="bg1"/>
                </a:solidFill>
              </a:rPr>
              <a:t>堂区报告　</a:t>
            </a:r>
            <a:r>
              <a:rPr lang="en-HK" altLang="zh-TW" dirty="0">
                <a:solidFill>
                  <a:schemeClr val="bg1"/>
                </a:solidFill>
              </a:rPr>
              <a:t>Parish Announcements</a:t>
            </a:r>
            <a:endParaRPr lang="en-AU" dirty="0"/>
          </a:p>
        </p:txBody>
      </p:sp>
      <p:grpSp>
        <p:nvGrpSpPr>
          <p:cNvPr id="11" name="Group 10">
            <a:extLst>
              <a:ext uri="{FF2B5EF4-FFF2-40B4-BE49-F238E27FC236}">
                <a16:creationId xmlns:a16="http://schemas.microsoft.com/office/drawing/2014/main" id="{C257B489-0DCA-F793-E60D-1F3530F7F718}"/>
              </a:ext>
            </a:extLst>
          </p:cNvPr>
          <p:cNvGrpSpPr/>
          <p:nvPr/>
        </p:nvGrpSpPr>
        <p:grpSpPr>
          <a:xfrm>
            <a:off x="250470" y="1396353"/>
            <a:ext cx="8460260" cy="790402"/>
            <a:chOff x="345989" y="1704108"/>
            <a:chExt cx="8460260" cy="790402"/>
          </a:xfrm>
          <a:solidFill>
            <a:srgbClr val="767F77"/>
          </a:solidFill>
        </p:grpSpPr>
        <p:sp>
          <p:nvSpPr>
            <p:cNvPr id="4" name="Rectangle: Rounded Corners 3">
              <a:extLst>
                <a:ext uri="{FF2B5EF4-FFF2-40B4-BE49-F238E27FC236}">
                  <a16:creationId xmlns:a16="http://schemas.microsoft.com/office/drawing/2014/main" id="{AD1B1B9F-5D42-C16E-33BB-FB225E2A5742}"/>
                </a:ext>
              </a:extLst>
            </p:cNvPr>
            <p:cNvSpPr/>
            <p:nvPr/>
          </p:nvSpPr>
          <p:spPr>
            <a:xfrm>
              <a:off x="345989" y="1704108"/>
              <a:ext cx="8460260" cy="790402"/>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altLang="zh-TW" sz="4400" b="1" dirty="0"/>
                <a:t>A</a:t>
              </a:r>
              <a:r>
                <a:rPr lang="en-US" altLang="zh-CN" sz="4400" b="1" dirty="0" err="1"/>
                <a:t>lpha</a:t>
              </a:r>
              <a:r>
                <a:rPr lang="en-US" altLang="zh-CN" sz="4400" b="1" dirty="0"/>
                <a:t> </a:t>
              </a:r>
              <a:r>
                <a:rPr lang="zh-CN" altLang="en-US" sz="4400" b="1" dirty="0"/>
                <a:t>启发</a:t>
              </a:r>
              <a:endParaRPr lang="zh-TW" altLang="en-US" sz="4400" b="1" dirty="0"/>
            </a:p>
          </p:txBody>
        </p:sp>
        <p:pic>
          <p:nvPicPr>
            <p:cNvPr id="6" name="Graphic 5" descr="Anchor with solid fill">
              <a:extLst>
                <a:ext uri="{FF2B5EF4-FFF2-40B4-BE49-F238E27FC236}">
                  <a16:creationId xmlns:a16="http://schemas.microsoft.com/office/drawing/2014/main" id="{18A081C4-E3D5-E2E6-3924-657AFABF7A2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rot="2606826">
              <a:off x="2835831" y="1774320"/>
              <a:ext cx="578845" cy="578845"/>
            </a:xfrm>
            <a:prstGeom prst="rect">
              <a:avLst/>
            </a:prstGeom>
          </p:spPr>
        </p:pic>
      </p:grpSp>
      <p:sp>
        <p:nvSpPr>
          <p:cNvPr id="7" name="Rectangle: Rounded Corners 6">
            <a:extLst>
              <a:ext uri="{FF2B5EF4-FFF2-40B4-BE49-F238E27FC236}">
                <a16:creationId xmlns:a16="http://schemas.microsoft.com/office/drawing/2014/main" id="{B477DA3C-CD6F-9424-AD8E-95D04F665BC9}"/>
              </a:ext>
            </a:extLst>
          </p:cNvPr>
          <p:cNvSpPr/>
          <p:nvPr/>
        </p:nvSpPr>
        <p:spPr>
          <a:xfrm>
            <a:off x="1879869" y="2319765"/>
            <a:ext cx="6926380" cy="790402"/>
          </a:xfrm>
          <a:prstGeom prst="roundRect">
            <a:avLst>
              <a:gd name="adj" fmla="val 50000"/>
            </a:avLst>
          </a:prstGeom>
          <a:solidFill>
            <a:srgbClr val="767F7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HK" altLang="zh-TW" sz="4800" b="1" dirty="0"/>
              <a:t>6</a:t>
            </a:r>
            <a:r>
              <a:rPr lang="zh-TW" altLang="en-US" sz="4800" b="1" dirty="0"/>
              <a:t>月</a:t>
            </a:r>
            <a:r>
              <a:rPr lang="en-HK" altLang="zh-TW" sz="4800" b="1" dirty="0"/>
              <a:t>25</a:t>
            </a:r>
            <a:r>
              <a:rPr lang="zh-TW" altLang="en-US" sz="4800" b="1" dirty="0"/>
              <a:t>日（周</a:t>
            </a:r>
            <a:r>
              <a:rPr lang="zh-CN" altLang="en-US" sz="4800" b="1" dirty="0"/>
              <a:t>四</a:t>
            </a:r>
            <a:r>
              <a:rPr lang="zh-TW" altLang="en-US" sz="4800" b="1" dirty="0"/>
              <a:t>）</a:t>
            </a:r>
          </a:p>
        </p:txBody>
      </p:sp>
      <p:pic>
        <p:nvPicPr>
          <p:cNvPr id="9" name="Graphic 8" descr="Daily calendar with solid fill">
            <a:extLst>
              <a:ext uri="{FF2B5EF4-FFF2-40B4-BE49-F238E27FC236}">
                <a16:creationId xmlns:a16="http://schemas.microsoft.com/office/drawing/2014/main" id="{C5A14419-D675-F5E0-4399-6FE99260DD5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45988" y="2156440"/>
            <a:ext cx="1117051" cy="1117051"/>
          </a:xfrm>
          <a:prstGeom prst="rect">
            <a:avLst/>
          </a:prstGeom>
        </p:spPr>
      </p:pic>
      <p:sp>
        <p:nvSpPr>
          <p:cNvPr id="10" name="Rectangle: Rounded Corners 9">
            <a:extLst>
              <a:ext uri="{FF2B5EF4-FFF2-40B4-BE49-F238E27FC236}">
                <a16:creationId xmlns:a16="http://schemas.microsoft.com/office/drawing/2014/main" id="{09620BF1-4225-925C-FF8D-41DFC636EBBA}"/>
              </a:ext>
            </a:extLst>
          </p:cNvPr>
          <p:cNvSpPr/>
          <p:nvPr/>
        </p:nvSpPr>
        <p:spPr>
          <a:xfrm>
            <a:off x="1879869" y="3352633"/>
            <a:ext cx="6830862" cy="790402"/>
          </a:xfrm>
          <a:prstGeom prst="roundRect">
            <a:avLst>
              <a:gd name="adj" fmla="val 50000"/>
            </a:avLst>
          </a:prstGeom>
          <a:solidFill>
            <a:srgbClr val="767F7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HK" sz="4800" b="1" i="0" dirty="0">
                <a:effectLst/>
              </a:rPr>
              <a:t>11</a:t>
            </a:r>
            <a:r>
              <a:rPr lang="zh-CN" altLang="en-US" sz="4800" b="1" i="0" dirty="0">
                <a:effectLst/>
              </a:rPr>
              <a:t>：</a:t>
            </a:r>
            <a:r>
              <a:rPr lang="en-AU" altLang="zh-CN" sz="4800" b="1" i="0" dirty="0">
                <a:effectLst/>
              </a:rPr>
              <a:t>30-13</a:t>
            </a:r>
            <a:r>
              <a:rPr lang="zh-CN" altLang="en-US" sz="4800" b="1" i="0" dirty="0">
                <a:effectLst/>
              </a:rPr>
              <a:t>：</a:t>
            </a:r>
            <a:r>
              <a:rPr lang="en-AU" altLang="zh-CN" sz="4800" b="1" i="0" dirty="0">
                <a:effectLst/>
              </a:rPr>
              <a:t>30</a:t>
            </a:r>
            <a:endParaRPr lang="zh-TW" altLang="en-US" sz="4800" b="1" dirty="0"/>
          </a:p>
        </p:txBody>
      </p:sp>
      <p:pic>
        <p:nvPicPr>
          <p:cNvPr id="13" name="Graphic 12" descr="Magnifying glass with solid fill">
            <a:extLst>
              <a:ext uri="{FF2B5EF4-FFF2-40B4-BE49-F238E27FC236}">
                <a16:creationId xmlns:a16="http://schemas.microsoft.com/office/drawing/2014/main" id="{84C26C82-DE70-35B3-32E7-B4D57178C8D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48639" y="5245764"/>
            <a:ext cx="914400" cy="914400"/>
          </a:xfrm>
          <a:prstGeom prst="rect">
            <a:avLst/>
          </a:prstGeom>
        </p:spPr>
      </p:pic>
      <p:pic>
        <p:nvPicPr>
          <p:cNvPr id="15" name="Graphic 14" descr="Marker with solid fill">
            <a:extLst>
              <a:ext uri="{FF2B5EF4-FFF2-40B4-BE49-F238E27FC236}">
                <a16:creationId xmlns:a16="http://schemas.microsoft.com/office/drawing/2014/main" id="{C6794AF7-D1FA-1D4D-054D-138B2CC1B04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33269" y="4239276"/>
            <a:ext cx="914400" cy="914400"/>
          </a:xfrm>
          <a:prstGeom prst="rect">
            <a:avLst/>
          </a:prstGeom>
        </p:spPr>
      </p:pic>
      <p:pic>
        <p:nvPicPr>
          <p:cNvPr id="17" name="Graphic 16" descr="Clock with solid fill">
            <a:extLst>
              <a:ext uri="{FF2B5EF4-FFF2-40B4-BE49-F238E27FC236}">
                <a16:creationId xmlns:a16="http://schemas.microsoft.com/office/drawing/2014/main" id="{DAE704F7-264A-AE90-431F-36DE9DA27615}"/>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33269" y="3232788"/>
            <a:ext cx="914400" cy="914400"/>
          </a:xfrm>
          <a:prstGeom prst="rect">
            <a:avLst/>
          </a:prstGeom>
        </p:spPr>
      </p:pic>
      <p:sp>
        <p:nvSpPr>
          <p:cNvPr id="18" name="Rectangle: Rounded Corners 17">
            <a:extLst>
              <a:ext uri="{FF2B5EF4-FFF2-40B4-BE49-F238E27FC236}">
                <a16:creationId xmlns:a16="http://schemas.microsoft.com/office/drawing/2014/main" id="{62979538-5E39-469F-2F3E-D61742F58E6F}"/>
              </a:ext>
            </a:extLst>
          </p:cNvPr>
          <p:cNvSpPr/>
          <p:nvPr/>
        </p:nvSpPr>
        <p:spPr>
          <a:xfrm>
            <a:off x="1879868" y="4385501"/>
            <a:ext cx="6830862" cy="790402"/>
          </a:xfrm>
          <a:prstGeom prst="roundRect">
            <a:avLst>
              <a:gd name="adj" fmla="val 50000"/>
            </a:avLst>
          </a:prstGeom>
          <a:solidFill>
            <a:srgbClr val="767F7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4800" b="1" dirty="0"/>
              <a:t>堂区会议室</a:t>
            </a:r>
            <a:endParaRPr lang="zh-TW" altLang="en-US" sz="4800" b="1" dirty="0"/>
          </a:p>
        </p:txBody>
      </p:sp>
      <p:sp>
        <p:nvSpPr>
          <p:cNvPr id="19" name="Rectangle: Rounded Corners 18">
            <a:extLst>
              <a:ext uri="{FF2B5EF4-FFF2-40B4-BE49-F238E27FC236}">
                <a16:creationId xmlns:a16="http://schemas.microsoft.com/office/drawing/2014/main" id="{DA97CC0F-5124-B9C1-150C-14D6663CCA32}"/>
              </a:ext>
            </a:extLst>
          </p:cNvPr>
          <p:cNvSpPr/>
          <p:nvPr/>
        </p:nvSpPr>
        <p:spPr>
          <a:xfrm>
            <a:off x="1879868" y="5418369"/>
            <a:ext cx="6830862" cy="790402"/>
          </a:xfrm>
          <a:prstGeom prst="roundRect">
            <a:avLst>
              <a:gd name="adj" fmla="val 50000"/>
            </a:avLst>
          </a:prstGeom>
          <a:solidFill>
            <a:srgbClr val="767F7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altLang="zh-CN" sz="4800" b="1" dirty="0"/>
              <a:t>04: </a:t>
            </a:r>
            <a:r>
              <a:rPr lang="zh-CN" altLang="en-US" sz="4800" b="1" dirty="0"/>
              <a:t>如何得着信心？</a:t>
            </a:r>
            <a:endParaRPr lang="zh-TW" altLang="en-US" sz="4800" b="1" dirty="0"/>
          </a:p>
        </p:txBody>
      </p:sp>
    </p:spTree>
    <p:extLst>
      <p:ext uri="{BB962C8B-B14F-4D97-AF65-F5344CB8AC3E}">
        <p14:creationId xmlns:p14="http://schemas.microsoft.com/office/powerpoint/2010/main" val="16650069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212F10-2F32-A06A-A297-5BE04F5C2B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574517-9524-643E-036E-063CA5082E14}"/>
              </a:ext>
            </a:extLst>
          </p:cNvPr>
          <p:cNvSpPr>
            <a:spLocks noGrp="1"/>
          </p:cNvSpPr>
          <p:nvPr>
            <p:ph type="title"/>
          </p:nvPr>
        </p:nvSpPr>
        <p:spPr/>
        <p:txBody>
          <a:bodyPr>
            <a:normAutofit/>
          </a:bodyPr>
          <a:lstStyle/>
          <a:p>
            <a:r>
              <a:rPr lang="zh-TW" altLang="en-US" dirty="0">
                <a:solidFill>
                  <a:schemeClr val="bg1"/>
                </a:solidFill>
              </a:rPr>
              <a:t>堂区报告　</a:t>
            </a:r>
            <a:r>
              <a:rPr lang="en-HK" altLang="zh-TW" dirty="0">
                <a:solidFill>
                  <a:schemeClr val="bg1"/>
                </a:solidFill>
              </a:rPr>
              <a:t>Parish Announcements</a:t>
            </a:r>
            <a:endParaRPr lang="en-AU" dirty="0"/>
          </a:p>
        </p:txBody>
      </p:sp>
      <p:sp>
        <p:nvSpPr>
          <p:cNvPr id="4" name="Rectangle: Rounded Corners 3">
            <a:extLst>
              <a:ext uri="{FF2B5EF4-FFF2-40B4-BE49-F238E27FC236}">
                <a16:creationId xmlns:a16="http://schemas.microsoft.com/office/drawing/2014/main" id="{A24EA6F8-4C45-5557-1FBB-04378996BE21}"/>
              </a:ext>
            </a:extLst>
          </p:cNvPr>
          <p:cNvSpPr/>
          <p:nvPr/>
        </p:nvSpPr>
        <p:spPr>
          <a:xfrm>
            <a:off x="345989" y="1279520"/>
            <a:ext cx="8460260" cy="790402"/>
          </a:xfrm>
          <a:prstGeom prst="roundRect">
            <a:avLst>
              <a:gd name="adj" fmla="val 50000"/>
            </a:avLst>
          </a:prstGeom>
          <a:solidFill>
            <a:srgbClr val="767F7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4400" b="1" dirty="0"/>
              <a:t>特别募捐</a:t>
            </a:r>
            <a:endParaRPr lang="zh-TW" altLang="en-US" sz="4400" b="1" dirty="0"/>
          </a:p>
        </p:txBody>
      </p:sp>
      <p:sp>
        <p:nvSpPr>
          <p:cNvPr id="7" name="Rectangle: Rounded Corners 6">
            <a:extLst>
              <a:ext uri="{FF2B5EF4-FFF2-40B4-BE49-F238E27FC236}">
                <a16:creationId xmlns:a16="http://schemas.microsoft.com/office/drawing/2014/main" id="{D5129340-5B28-8C39-37A5-13338D756827}"/>
              </a:ext>
            </a:extLst>
          </p:cNvPr>
          <p:cNvSpPr/>
          <p:nvPr/>
        </p:nvSpPr>
        <p:spPr>
          <a:xfrm>
            <a:off x="1879869" y="2319765"/>
            <a:ext cx="6926380" cy="790402"/>
          </a:xfrm>
          <a:prstGeom prst="roundRect">
            <a:avLst>
              <a:gd name="adj" fmla="val 50000"/>
            </a:avLst>
          </a:prstGeom>
          <a:solidFill>
            <a:srgbClr val="767F7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HK" altLang="zh-TW" sz="4800" b="1" dirty="0"/>
              <a:t>6</a:t>
            </a:r>
            <a:r>
              <a:rPr lang="zh-TW" altLang="en-US" sz="4800" b="1" dirty="0"/>
              <a:t>月</a:t>
            </a:r>
            <a:r>
              <a:rPr lang="en-HK" altLang="zh-TW" sz="4800" b="1" dirty="0"/>
              <a:t>28</a:t>
            </a:r>
            <a:r>
              <a:rPr lang="zh-TW" altLang="en-US" sz="4800" b="1" dirty="0"/>
              <a:t>日</a:t>
            </a:r>
            <a:r>
              <a:rPr lang="zh-CN" altLang="en-US" sz="4800" b="1" dirty="0"/>
              <a:t>弥撒结束前</a:t>
            </a:r>
            <a:endParaRPr lang="zh-TW" altLang="en-US" sz="4800" b="1" dirty="0"/>
          </a:p>
        </p:txBody>
      </p:sp>
      <p:pic>
        <p:nvPicPr>
          <p:cNvPr id="9" name="Graphic 8" descr="Daily calendar with solid fill">
            <a:extLst>
              <a:ext uri="{FF2B5EF4-FFF2-40B4-BE49-F238E27FC236}">
                <a16:creationId xmlns:a16="http://schemas.microsoft.com/office/drawing/2014/main" id="{B182C17C-C539-795E-F44D-B422BDE096A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45988" y="2156440"/>
            <a:ext cx="1117051" cy="1117051"/>
          </a:xfrm>
          <a:prstGeom prst="rect">
            <a:avLst/>
          </a:prstGeom>
        </p:spPr>
      </p:pic>
      <p:sp>
        <p:nvSpPr>
          <p:cNvPr id="6" name="TextBox 5">
            <a:extLst>
              <a:ext uri="{FF2B5EF4-FFF2-40B4-BE49-F238E27FC236}">
                <a16:creationId xmlns:a16="http://schemas.microsoft.com/office/drawing/2014/main" id="{0AE907C9-26F8-0711-090B-682047AB395A}"/>
              </a:ext>
            </a:extLst>
          </p:cNvPr>
          <p:cNvSpPr txBox="1"/>
          <p:nvPr/>
        </p:nvSpPr>
        <p:spPr>
          <a:xfrm>
            <a:off x="854765" y="3429000"/>
            <a:ext cx="7752521" cy="3046988"/>
          </a:xfrm>
          <a:prstGeom prst="rect">
            <a:avLst/>
          </a:prstGeom>
          <a:noFill/>
        </p:spPr>
        <p:txBody>
          <a:bodyPr wrap="square">
            <a:spAutoFit/>
          </a:bodyPr>
          <a:lstStyle/>
          <a:p>
            <a:r>
              <a:rPr lang="zh-CN" altLang="en-US" sz="4800" dirty="0"/>
              <a:t>为响应宗座赈济教宗良十四世在全球的慈善工作，将在弥撒结束前进行第三次特别募捐。</a:t>
            </a:r>
            <a:endParaRPr lang="en-AU" sz="4800" dirty="0"/>
          </a:p>
        </p:txBody>
      </p:sp>
    </p:spTree>
    <p:extLst>
      <p:ext uri="{BB962C8B-B14F-4D97-AF65-F5344CB8AC3E}">
        <p14:creationId xmlns:p14="http://schemas.microsoft.com/office/powerpoint/2010/main" val="41736081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95C955-938E-7043-D3B1-616A9E75A982}"/>
              </a:ext>
            </a:extLst>
          </p:cNvPr>
          <p:cNvSpPr>
            <a:spLocks noGrp="1"/>
          </p:cNvSpPr>
          <p:nvPr>
            <p:ph type="title"/>
          </p:nvPr>
        </p:nvSpPr>
        <p:spPr/>
        <p:txBody>
          <a:bodyPr>
            <a:normAutofit/>
          </a:bodyPr>
          <a:lstStyle/>
          <a:p>
            <a:r>
              <a:rPr lang="zh-TW" altLang="en-US" dirty="0">
                <a:solidFill>
                  <a:schemeClr val="bg1"/>
                </a:solidFill>
              </a:rPr>
              <a:t>堂区报告　</a:t>
            </a:r>
            <a:r>
              <a:rPr lang="en-HK" altLang="zh-TW" dirty="0">
                <a:solidFill>
                  <a:schemeClr val="bg1"/>
                </a:solidFill>
              </a:rPr>
              <a:t>Parish Announcements</a:t>
            </a:r>
            <a:endParaRPr lang="en-AU" dirty="0"/>
          </a:p>
        </p:txBody>
      </p:sp>
      <p:sp>
        <p:nvSpPr>
          <p:cNvPr id="3" name="Content Placeholder 2">
            <a:extLst>
              <a:ext uri="{FF2B5EF4-FFF2-40B4-BE49-F238E27FC236}">
                <a16:creationId xmlns:a16="http://schemas.microsoft.com/office/drawing/2014/main" id="{7BC5CBE5-E4BF-30EB-E16A-35162F683107}"/>
              </a:ext>
            </a:extLst>
          </p:cNvPr>
          <p:cNvSpPr>
            <a:spLocks noGrp="1"/>
          </p:cNvSpPr>
          <p:nvPr>
            <p:ph idx="1"/>
          </p:nvPr>
        </p:nvSpPr>
        <p:spPr>
          <a:xfrm>
            <a:off x="337751" y="2833256"/>
            <a:ext cx="8460260" cy="3699350"/>
          </a:xfrm>
        </p:spPr>
        <p:txBody>
          <a:bodyPr>
            <a:normAutofit/>
          </a:bodyPr>
          <a:lstStyle/>
          <a:p>
            <a:pPr marL="0" indent="0"/>
            <a:r>
              <a:rPr lang="zh-CN" altLang="en-US" sz="4800" b="0" dirty="0"/>
              <a:t>倘若有六年级或以上的青年需要领受坚振圣事，请参阅堂区网页相关资讯报名。</a:t>
            </a:r>
          </a:p>
        </p:txBody>
      </p:sp>
      <p:sp>
        <p:nvSpPr>
          <p:cNvPr id="4" name="Rectangle: Rounded Corners 3">
            <a:extLst>
              <a:ext uri="{FF2B5EF4-FFF2-40B4-BE49-F238E27FC236}">
                <a16:creationId xmlns:a16="http://schemas.microsoft.com/office/drawing/2014/main" id="{C77E2987-1233-6D20-A7EE-49E0E8BF7249}"/>
              </a:ext>
            </a:extLst>
          </p:cNvPr>
          <p:cNvSpPr/>
          <p:nvPr/>
        </p:nvSpPr>
        <p:spPr>
          <a:xfrm>
            <a:off x="345989" y="1704108"/>
            <a:ext cx="8460260" cy="790402"/>
          </a:xfrm>
          <a:prstGeom prst="roundRect">
            <a:avLst>
              <a:gd name="adj" fmla="val 50000"/>
            </a:avLst>
          </a:prstGeom>
          <a:solidFill>
            <a:srgbClr val="767F7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4400" b="1" dirty="0"/>
              <a:t>坚振圣事</a:t>
            </a:r>
          </a:p>
        </p:txBody>
      </p:sp>
    </p:spTree>
    <p:extLst>
      <p:ext uri="{BB962C8B-B14F-4D97-AF65-F5344CB8AC3E}">
        <p14:creationId xmlns:p14="http://schemas.microsoft.com/office/powerpoint/2010/main" val="27655508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8C62EE-3D9D-337C-AADD-F65E5094BA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EAF465-7E6C-1C54-2493-044584DCD3D0}"/>
              </a:ext>
            </a:extLst>
          </p:cNvPr>
          <p:cNvSpPr>
            <a:spLocks noGrp="1"/>
          </p:cNvSpPr>
          <p:nvPr>
            <p:ph type="title"/>
          </p:nvPr>
        </p:nvSpPr>
        <p:spPr/>
        <p:txBody>
          <a:bodyPr>
            <a:normAutofit/>
          </a:bodyPr>
          <a:lstStyle/>
          <a:p>
            <a:r>
              <a:rPr lang="zh-TW" altLang="en-US" dirty="0">
                <a:solidFill>
                  <a:schemeClr val="bg1"/>
                </a:solidFill>
              </a:rPr>
              <a:t>堂区报告　</a:t>
            </a:r>
            <a:r>
              <a:rPr lang="en-HK" altLang="zh-TW" dirty="0">
                <a:solidFill>
                  <a:schemeClr val="bg1"/>
                </a:solidFill>
              </a:rPr>
              <a:t>Parish Announcements</a:t>
            </a:r>
            <a:endParaRPr lang="en-AU" dirty="0"/>
          </a:p>
        </p:txBody>
      </p:sp>
      <p:sp>
        <p:nvSpPr>
          <p:cNvPr id="3" name="Content Placeholder 2">
            <a:extLst>
              <a:ext uri="{FF2B5EF4-FFF2-40B4-BE49-F238E27FC236}">
                <a16:creationId xmlns:a16="http://schemas.microsoft.com/office/drawing/2014/main" id="{27DE9835-0D23-35A5-C6D3-2475F36F742C}"/>
              </a:ext>
            </a:extLst>
          </p:cNvPr>
          <p:cNvSpPr>
            <a:spLocks noGrp="1"/>
          </p:cNvSpPr>
          <p:nvPr>
            <p:ph idx="1"/>
          </p:nvPr>
        </p:nvSpPr>
        <p:spPr>
          <a:xfrm>
            <a:off x="337751" y="2833256"/>
            <a:ext cx="8460260" cy="3699350"/>
          </a:xfrm>
        </p:spPr>
        <p:txBody>
          <a:bodyPr>
            <a:normAutofit/>
          </a:bodyPr>
          <a:lstStyle/>
          <a:p>
            <a:pPr marL="0" indent="0" algn="l"/>
            <a:r>
              <a:rPr lang="zh-CN" altLang="en-US" sz="4800" b="0"/>
              <a:t>对象：</a:t>
            </a:r>
            <a:r>
              <a:rPr lang="en-US" altLang="zh-CN" sz="4800" b="0"/>
              <a:t>16 </a:t>
            </a:r>
            <a:r>
              <a:rPr lang="zh-CN" altLang="en-US" sz="4800" b="0" dirty="0"/>
              <a:t>岁以上教友</a:t>
            </a:r>
            <a:endParaRPr lang="en-AU" altLang="zh-CN" sz="4800" b="0" dirty="0"/>
          </a:p>
          <a:p>
            <a:pPr marL="0" indent="0" algn="l"/>
            <a:r>
              <a:rPr lang="zh-CN" altLang="en-US" sz="4800" b="0" dirty="0"/>
              <a:t>上课日期 ：</a:t>
            </a:r>
            <a:r>
              <a:rPr lang="en-US" altLang="zh-CN" sz="4800" b="0" dirty="0"/>
              <a:t>8</a:t>
            </a:r>
            <a:r>
              <a:rPr lang="zh-CN" altLang="en-US" sz="4800" b="0" dirty="0"/>
              <a:t>月</a:t>
            </a:r>
            <a:r>
              <a:rPr lang="en-US" altLang="zh-CN" sz="4800" b="0" dirty="0"/>
              <a:t>29</a:t>
            </a:r>
            <a:r>
              <a:rPr lang="zh-CN" altLang="en-US" sz="4800" b="0" dirty="0"/>
              <a:t>日（周六）</a:t>
            </a:r>
            <a:endParaRPr lang="en-AU" altLang="zh-CN" sz="4800" b="0" dirty="0"/>
          </a:p>
          <a:p>
            <a:pPr marL="0" indent="0" algn="l"/>
            <a:r>
              <a:rPr lang="zh-CN" altLang="en-US" sz="4800" b="0" dirty="0"/>
              <a:t>领受坚振日期：</a:t>
            </a:r>
            <a:r>
              <a:rPr lang="en-US" altLang="zh-CN" sz="4800" b="0" dirty="0"/>
              <a:t>9 </a:t>
            </a:r>
            <a:r>
              <a:rPr lang="zh-CN" altLang="en-US" sz="4800" b="0" dirty="0"/>
              <a:t>月</a:t>
            </a:r>
            <a:r>
              <a:rPr lang="en-US" altLang="zh-CN" sz="4800" b="0" dirty="0"/>
              <a:t>1</a:t>
            </a:r>
            <a:r>
              <a:rPr lang="zh-CN" altLang="en-US" sz="4800" b="0" dirty="0"/>
              <a:t>日（周二）</a:t>
            </a:r>
          </a:p>
        </p:txBody>
      </p:sp>
      <p:sp>
        <p:nvSpPr>
          <p:cNvPr id="4" name="Rectangle: Rounded Corners 3">
            <a:extLst>
              <a:ext uri="{FF2B5EF4-FFF2-40B4-BE49-F238E27FC236}">
                <a16:creationId xmlns:a16="http://schemas.microsoft.com/office/drawing/2014/main" id="{A86DBEAD-5073-5A4C-53D2-03D57815FD0C}"/>
              </a:ext>
            </a:extLst>
          </p:cNvPr>
          <p:cNvSpPr/>
          <p:nvPr/>
        </p:nvSpPr>
        <p:spPr>
          <a:xfrm>
            <a:off x="345989" y="1704108"/>
            <a:ext cx="8460260" cy="790402"/>
          </a:xfrm>
          <a:prstGeom prst="roundRect">
            <a:avLst>
              <a:gd name="adj" fmla="val 50000"/>
            </a:avLst>
          </a:prstGeom>
          <a:solidFill>
            <a:srgbClr val="767F7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4400" b="1" dirty="0"/>
              <a:t>成人</a:t>
            </a:r>
            <a:r>
              <a:rPr lang="zh-TW" altLang="en-US" sz="4400" b="1" dirty="0"/>
              <a:t>坚振</a:t>
            </a:r>
            <a:r>
              <a:rPr lang="zh-CN" altLang="en-US" sz="4400" b="1" dirty="0"/>
              <a:t>课程</a:t>
            </a:r>
            <a:endParaRPr lang="zh-TW" altLang="en-US" sz="4400" b="1" dirty="0"/>
          </a:p>
        </p:txBody>
      </p:sp>
    </p:spTree>
    <p:extLst>
      <p:ext uri="{BB962C8B-B14F-4D97-AF65-F5344CB8AC3E}">
        <p14:creationId xmlns:p14="http://schemas.microsoft.com/office/powerpoint/2010/main" val="41095954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C6B59-0DA1-7443-8231-1C02CB4285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B9F55F-DB8F-DE5C-98A1-3EAC4BF68419}"/>
              </a:ext>
            </a:extLst>
          </p:cNvPr>
          <p:cNvSpPr>
            <a:spLocks noGrp="1"/>
          </p:cNvSpPr>
          <p:nvPr>
            <p:ph type="title"/>
          </p:nvPr>
        </p:nvSpPr>
        <p:spPr/>
        <p:txBody>
          <a:bodyPr>
            <a:normAutofit fontScale="90000"/>
          </a:bodyPr>
          <a:lstStyle/>
          <a:p>
            <a:br>
              <a:rPr lang="en-AU" altLang="zh-TW" dirty="0"/>
            </a:br>
            <a:r>
              <a:rPr lang="zh-TW" altLang="en-US" dirty="0"/>
              <a:t>降福　</a:t>
            </a:r>
            <a:r>
              <a:rPr lang="en-AU" dirty="0"/>
              <a:t>Final Blessing　</a:t>
            </a:r>
            <a:br>
              <a:rPr lang="en-AU" dirty="0"/>
            </a:br>
            <a:endParaRPr lang="en-AU" dirty="0"/>
          </a:p>
        </p:txBody>
      </p:sp>
      <p:sp>
        <p:nvSpPr>
          <p:cNvPr id="3" name="Content Placeholder 2">
            <a:extLst>
              <a:ext uri="{FF2B5EF4-FFF2-40B4-BE49-F238E27FC236}">
                <a16:creationId xmlns:a16="http://schemas.microsoft.com/office/drawing/2014/main" id="{070A3E3E-A3C6-CA3E-536A-40DD4B24A7B1}"/>
              </a:ext>
            </a:extLst>
          </p:cNvPr>
          <p:cNvSpPr>
            <a:spLocks noGrp="1"/>
          </p:cNvSpPr>
          <p:nvPr>
            <p:ph sz="half" idx="1"/>
          </p:nvPr>
        </p:nvSpPr>
        <p:spPr/>
        <p:txBody>
          <a:bodyPr>
            <a:normAutofit/>
          </a:bodyPr>
          <a:lstStyle/>
          <a:p>
            <a:pPr marL="0" indent="0" algn="just">
              <a:buNone/>
            </a:pPr>
            <a:endParaRPr lang="en-AU" altLang="zh-CN" dirty="0"/>
          </a:p>
          <a:p>
            <a:pPr marL="0" indent="0" algn="just">
              <a:buNone/>
            </a:pPr>
            <a:r>
              <a:rPr lang="zh-CN" altLang="en-US" dirty="0"/>
              <a:t>愿主与你们同在。</a:t>
            </a:r>
          </a:p>
          <a:p>
            <a:pPr marL="0" indent="0" algn="just">
              <a:buNone/>
            </a:pPr>
            <a:endParaRPr lang="en-AU" altLang="zh-CN" b="1" dirty="0"/>
          </a:p>
          <a:p>
            <a:pPr marL="0" indent="0" algn="just">
              <a:buNone/>
            </a:pPr>
            <a:r>
              <a:rPr lang="zh-CN" altLang="en-US" b="1" dirty="0"/>
              <a:t>答：也与你的心灵同在。</a:t>
            </a:r>
            <a:endParaRPr lang="zh-CN" altLang="en-US" dirty="0"/>
          </a:p>
        </p:txBody>
      </p:sp>
      <p:sp>
        <p:nvSpPr>
          <p:cNvPr id="4" name="Content Placeholder 3">
            <a:extLst>
              <a:ext uri="{FF2B5EF4-FFF2-40B4-BE49-F238E27FC236}">
                <a16:creationId xmlns:a16="http://schemas.microsoft.com/office/drawing/2014/main" id="{892BB3A5-F1AD-4115-96B0-4F853EB87EF8}"/>
              </a:ext>
            </a:extLst>
          </p:cNvPr>
          <p:cNvSpPr>
            <a:spLocks noGrp="1"/>
          </p:cNvSpPr>
          <p:nvPr>
            <p:ph sz="half" idx="2"/>
          </p:nvPr>
        </p:nvSpPr>
        <p:spPr/>
        <p:txBody>
          <a:bodyPr>
            <a:normAutofit/>
          </a:bodyPr>
          <a:lstStyle/>
          <a:p>
            <a:pPr marL="0" indent="0" algn="just">
              <a:buNone/>
            </a:pPr>
            <a:endParaRPr lang="en-GB" sz="3200" dirty="0"/>
          </a:p>
          <a:p>
            <a:pPr marL="0" indent="0" algn="just">
              <a:buNone/>
            </a:pPr>
            <a:r>
              <a:rPr lang="en-GB" sz="3200" dirty="0"/>
              <a:t>The Lord be with you.</a:t>
            </a:r>
          </a:p>
          <a:p>
            <a:pPr marL="0" indent="0" algn="just">
              <a:buNone/>
            </a:pPr>
            <a:endParaRPr lang="en-GB" sz="3200" dirty="0"/>
          </a:p>
          <a:p>
            <a:pPr marL="0" indent="0" algn="just">
              <a:buNone/>
            </a:pPr>
            <a:r>
              <a:rPr lang="en-GB" sz="3200" b="1" dirty="0"/>
              <a:t>R. And with your spirit.</a:t>
            </a:r>
          </a:p>
          <a:p>
            <a:pPr algn="just"/>
            <a:endParaRPr lang="en-GB" dirty="0"/>
          </a:p>
          <a:p>
            <a:pPr algn="just"/>
            <a:endParaRPr lang="en-GB" dirty="0"/>
          </a:p>
          <a:p>
            <a:pPr algn="just"/>
            <a:endParaRPr lang="en-GB" dirty="0"/>
          </a:p>
          <a:p>
            <a:pPr algn="just"/>
            <a:endParaRPr lang="en-AU" dirty="0"/>
          </a:p>
        </p:txBody>
      </p:sp>
      <p:grpSp>
        <p:nvGrpSpPr>
          <p:cNvPr id="6" name="Group 5">
            <a:extLst>
              <a:ext uri="{FF2B5EF4-FFF2-40B4-BE49-F238E27FC236}">
                <a16:creationId xmlns:a16="http://schemas.microsoft.com/office/drawing/2014/main" id="{58BFB9E3-53F3-598D-7B8D-6786C6FA6614}"/>
              </a:ext>
            </a:extLst>
          </p:cNvPr>
          <p:cNvGrpSpPr/>
          <p:nvPr/>
        </p:nvGrpSpPr>
        <p:grpSpPr>
          <a:xfrm>
            <a:off x="7514746" y="5835491"/>
            <a:ext cx="1193338" cy="590417"/>
            <a:chOff x="7615646" y="5917473"/>
            <a:chExt cx="1193338" cy="590417"/>
          </a:xfrm>
        </p:grpSpPr>
        <p:sp>
          <p:nvSpPr>
            <p:cNvPr id="7" name="Rectangle: Rounded Corners 6">
              <a:extLst>
                <a:ext uri="{FF2B5EF4-FFF2-40B4-BE49-F238E27FC236}">
                  <a16:creationId xmlns:a16="http://schemas.microsoft.com/office/drawing/2014/main" id="{83EC1194-C44C-0F8C-C530-4A3623EDC98A}"/>
                </a:ext>
              </a:extLst>
            </p:cNvPr>
            <p:cNvSpPr/>
            <p:nvPr/>
          </p:nvSpPr>
          <p:spPr>
            <a:xfrm>
              <a:off x="7615646" y="5917473"/>
              <a:ext cx="1193338" cy="590417"/>
            </a:xfrm>
            <a:prstGeom prst="roundRect">
              <a:avLst/>
            </a:prstGeom>
            <a:solidFill>
              <a:srgbClr val="55725D"/>
            </a:solidFill>
            <a:ln>
              <a:solidFill>
                <a:srgbClr val="557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zh-TW" altLang="en-US" sz="2400" b="1" dirty="0"/>
                <a:t>站立</a:t>
              </a:r>
              <a:endParaRPr lang="en-HK" sz="2400" b="1" dirty="0"/>
            </a:p>
          </p:txBody>
        </p:sp>
        <p:pic>
          <p:nvPicPr>
            <p:cNvPr id="8" name="Picture 7" descr="A black silhouette of a person and two children&#10;&#10;AI-generated content may be incorrect.">
              <a:extLst>
                <a:ext uri="{FF2B5EF4-FFF2-40B4-BE49-F238E27FC236}">
                  <a16:creationId xmlns:a16="http://schemas.microsoft.com/office/drawing/2014/main" id="{DE1D7189-23CF-F8A4-F390-514503F9D307}"/>
                </a:ext>
              </a:extLst>
            </p:cNvPr>
            <p:cNvPicPr>
              <a:picLocks noChangeAspect="1"/>
            </p:cNvPicPr>
            <p:nvPr/>
          </p:nvPicPr>
          <p:blipFill>
            <a:blip r:embed="rId2">
              <a:lum bright="70000" contrast="-70000"/>
              <a:extLst>
                <a:ext uri="{BEBA8EAE-BF5A-486C-A8C5-ECC9F3942E4B}">
                  <a14:imgProps xmlns:a14="http://schemas.microsoft.com/office/drawing/2010/main">
                    <a14:imgLayer r:embed="rId3">
                      <a14:imgEffect>
                        <a14:backgroundRemoval t="10000" b="90000" l="10000" r="90000"/>
                      </a14:imgEffect>
                    </a14:imgLayer>
                  </a14:imgProps>
                </a:ext>
              </a:extLst>
            </a:blip>
            <a:stretch>
              <a:fillRect/>
            </a:stretch>
          </p:blipFill>
          <p:spPr>
            <a:xfrm>
              <a:off x="7662476" y="6018360"/>
              <a:ext cx="444466" cy="388641"/>
            </a:xfrm>
            <a:prstGeom prst="rect">
              <a:avLst/>
            </a:prstGeom>
            <a:noFill/>
            <a:ln>
              <a:noFill/>
            </a:ln>
          </p:spPr>
        </p:pic>
      </p:grpSp>
    </p:spTree>
    <p:extLst>
      <p:ext uri="{BB962C8B-B14F-4D97-AF65-F5344CB8AC3E}">
        <p14:creationId xmlns:p14="http://schemas.microsoft.com/office/powerpoint/2010/main" val="30579435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D1D127-9F1E-3C84-A789-43CD26979D79}"/>
              </a:ext>
            </a:extLst>
          </p:cNvPr>
          <p:cNvSpPr>
            <a:spLocks noGrp="1"/>
          </p:cNvSpPr>
          <p:nvPr>
            <p:ph type="title"/>
          </p:nvPr>
        </p:nvSpPr>
        <p:spPr/>
        <p:txBody>
          <a:bodyPr>
            <a:normAutofit fontScale="90000"/>
          </a:bodyPr>
          <a:lstStyle/>
          <a:p>
            <a:br>
              <a:rPr lang="en-AU" altLang="zh-TW" dirty="0"/>
            </a:br>
            <a:r>
              <a:rPr lang="zh-TW" altLang="en-US" dirty="0"/>
              <a:t>降福　</a:t>
            </a:r>
            <a:r>
              <a:rPr lang="en-AU" dirty="0"/>
              <a:t>Final Blessing　</a:t>
            </a:r>
            <a:br>
              <a:rPr lang="en-AU" dirty="0"/>
            </a:br>
            <a:endParaRPr lang="en-AU" dirty="0"/>
          </a:p>
        </p:txBody>
      </p:sp>
      <p:sp>
        <p:nvSpPr>
          <p:cNvPr id="3" name="Content Placeholder 2">
            <a:extLst>
              <a:ext uri="{FF2B5EF4-FFF2-40B4-BE49-F238E27FC236}">
                <a16:creationId xmlns:a16="http://schemas.microsoft.com/office/drawing/2014/main" id="{6C64BF9A-2379-0B12-E035-77E8C6F62B94}"/>
              </a:ext>
            </a:extLst>
          </p:cNvPr>
          <p:cNvSpPr>
            <a:spLocks noGrp="1"/>
          </p:cNvSpPr>
          <p:nvPr>
            <p:ph sz="half" idx="1"/>
          </p:nvPr>
        </p:nvSpPr>
        <p:spPr/>
        <p:txBody>
          <a:bodyPr>
            <a:normAutofit/>
          </a:bodyPr>
          <a:lstStyle/>
          <a:p>
            <a:pPr marL="0" indent="0" algn="just">
              <a:buNone/>
            </a:pPr>
            <a:r>
              <a:rPr lang="zh-CN" altLang="en-US" dirty="0"/>
              <a:t>愿全能的天主，圣父、圣子、圣神，降福你们。</a:t>
            </a:r>
            <a:endParaRPr lang="en-AU" altLang="zh-CN" dirty="0"/>
          </a:p>
          <a:p>
            <a:pPr marL="0" indent="0" algn="just">
              <a:buNone/>
            </a:pPr>
            <a:endParaRPr lang="zh-CN" altLang="en-US" dirty="0"/>
          </a:p>
          <a:p>
            <a:pPr marL="0" indent="0" algn="just">
              <a:buNone/>
            </a:pPr>
            <a:r>
              <a:rPr lang="zh-CN" altLang="en-US" b="1" dirty="0"/>
              <a:t>答：阿们。</a:t>
            </a:r>
            <a:endParaRPr lang="en-AU" b="1" dirty="0"/>
          </a:p>
        </p:txBody>
      </p:sp>
      <p:sp>
        <p:nvSpPr>
          <p:cNvPr id="4" name="Content Placeholder 3">
            <a:extLst>
              <a:ext uri="{FF2B5EF4-FFF2-40B4-BE49-F238E27FC236}">
                <a16:creationId xmlns:a16="http://schemas.microsoft.com/office/drawing/2014/main" id="{538C4E1C-6C8F-89F9-17E3-2B4858D38CB7}"/>
              </a:ext>
            </a:extLst>
          </p:cNvPr>
          <p:cNvSpPr>
            <a:spLocks noGrp="1"/>
          </p:cNvSpPr>
          <p:nvPr>
            <p:ph sz="half" idx="2"/>
          </p:nvPr>
        </p:nvSpPr>
        <p:spPr/>
        <p:txBody>
          <a:bodyPr>
            <a:normAutofit/>
          </a:bodyPr>
          <a:lstStyle/>
          <a:p>
            <a:pPr marL="0" indent="0" algn="just">
              <a:buNone/>
            </a:pPr>
            <a:r>
              <a:rPr lang="en-GB" sz="3200" dirty="0"/>
              <a:t>May almighty God bless you, the Father, and the son, and the Holy Spirit.</a:t>
            </a:r>
          </a:p>
          <a:p>
            <a:pPr marL="0" indent="0" algn="just">
              <a:buNone/>
            </a:pPr>
            <a:endParaRPr lang="en-GB" sz="3200" dirty="0"/>
          </a:p>
          <a:p>
            <a:pPr marL="0" indent="0" algn="just">
              <a:buNone/>
            </a:pPr>
            <a:r>
              <a:rPr lang="en-GB" sz="3200" b="1" dirty="0"/>
              <a:t>R. Amen.</a:t>
            </a:r>
          </a:p>
          <a:p>
            <a:pPr algn="just"/>
            <a:endParaRPr lang="en-AU" dirty="0"/>
          </a:p>
        </p:txBody>
      </p:sp>
    </p:spTree>
    <p:extLst>
      <p:ext uri="{BB962C8B-B14F-4D97-AF65-F5344CB8AC3E}">
        <p14:creationId xmlns:p14="http://schemas.microsoft.com/office/powerpoint/2010/main" val="15289256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39B624-14D0-9D4E-4484-7F2BC0C86B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F16445-8719-BB42-572B-6594E736C8DC}"/>
              </a:ext>
            </a:extLst>
          </p:cNvPr>
          <p:cNvSpPr>
            <a:spLocks noGrp="1"/>
          </p:cNvSpPr>
          <p:nvPr>
            <p:ph type="title"/>
          </p:nvPr>
        </p:nvSpPr>
        <p:spPr/>
        <p:txBody>
          <a:bodyPr>
            <a:normAutofit fontScale="90000"/>
          </a:bodyPr>
          <a:lstStyle/>
          <a:p>
            <a:br>
              <a:rPr lang="en-AU" altLang="zh-TW" dirty="0"/>
            </a:br>
            <a:r>
              <a:rPr lang="zh-TW" altLang="en-US" dirty="0"/>
              <a:t>降福　</a:t>
            </a:r>
            <a:r>
              <a:rPr lang="en-AU" dirty="0"/>
              <a:t>Final Blessing　</a:t>
            </a:r>
            <a:br>
              <a:rPr lang="en-AU" dirty="0"/>
            </a:br>
            <a:endParaRPr lang="en-AU" dirty="0"/>
          </a:p>
        </p:txBody>
      </p:sp>
      <p:sp>
        <p:nvSpPr>
          <p:cNvPr id="3" name="Content Placeholder 2">
            <a:extLst>
              <a:ext uri="{FF2B5EF4-FFF2-40B4-BE49-F238E27FC236}">
                <a16:creationId xmlns:a16="http://schemas.microsoft.com/office/drawing/2014/main" id="{FC5ECF7B-B037-05A8-0862-72EBD007B560}"/>
              </a:ext>
            </a:extLst>
          </p:cNvPr>
          <p:cNvSpPr>
            <a:spLocks noGrp="1"/>
          </p:cNvSpPr>
          <p:nvPr>
            <p:ph sz="half" idx="1"/>
          </p:nvPr>
        </p:nvSpPr>
        <p:spPr/>
        <p:txBody>
          <a:bodyPr>
            <a:normAutofit/>
          </a:bodyPr>
          <a:lstStyle/>
          <a:p>
            <a:pPr marL="0" indent="0" algn="just">
              <a:buNone/>
            </a:pPr>
            <a:r>
              <a:rPr lang="zh-CN" altLang="en-US" dirty="0"/>
              <a:t>弥撒礼成。</a:t>
            </a:r>
          </a:p>
          <a:p>
            <a:pPr marL="0" indent="0" algn="just">
              <a:buNone/>
            </a:pPr>
            <a:endParaRPr lang="zh-CN" altLang="en-US" dirty="0"/>
          </a:p>
          <a:p>
            <a:pPr marL="0" indent="0" algn="just">
              <a:buNone/>
            </a:pPr>
            <a:r>
              <a:rPr lang="zh-CN" altLang="en-US" b="1" dirty="0"/>
              <a:t>答：感谢天主</a:t>
            </a:r>
            <a:r>
              <a:rPr lang="zh-CN" altLang="en-US" dirty="0"/>
              <a:t>。</a:t>
            </a:r>
          </a:p>
        </p:txBody>
      </p:sp>
      <p:sp>
        <p:nvSpPr>
          <p:cNvPr id="4" name="Content Placeholder 3">
            <a:extLst>
              <a:ext uri="{FF2B5EF4-FFF2-40B4-BE49-F238E27FC236}">
                <a16:creationId xmlns:a16="http://schemas.microsoft.com/office/drawing/2014/main" id="{085BFE75-DDB7-5E1C-46B5-1594B1400E72}"/>
              </a:ext>
            </a:extLst>
          </p:cNvPr>
          <p:cNvSpPr>
            <a:spLocks noGrp="1"/>
          </p:cNvSpPr>
          <p:nvPr>
            <p:ph sz="half" idx="2"/>
          </p:nvPr>
        </p:nvSpPr>
        <p:spPr/>
        <p:txBody>
          <a:bodyPr>
            <a:normAutofit/>
          </a:bodyPr>
          <a:lstStyle/>
          <a:p>
            <a:pPr marL="0" indent="0" algn="just">
              <a:buNone/>
            </a:pPr>
            <a:r>
              <a:rPr lang="en-GB" sz="3200" dirty="0"/>
              <a:t>Go forth, the Mass is ended. </a:t>
            </a:r>
          </a:p>
          <a:p>
            <a:pPr marL="0" indent="0" algn="just">
              <a:buNone/>
            </a:pPr>
            <a:endParaRPr lang="en-GB" sz="3200" dirty="0"/>
          </a:p>
          <a:p>
            <a:pPr marL="0" indent="0" algn="just">
              <a:buNone/>
            </a:pPr>
            <a:r>
              <a:rPr lang="en-GB" sz="3200" b="1" dirty="0"/>
              <a:t>R. Thanks be to God.</a:t>
            </a:r>
          </a:p>
          <a:p>
            <a:pPr algn="just"/>
            <a:endParaRPr lang="en-AU" dirty="0"/>
          </a:p>
        </p:txBody>
      </p:sp>
      <p:sp>
        <p:nvSpPr>
          <p:cNvPr id="5" name="Arrow: Right 4">
            <a:hlinkClick r:id="rId2" action="ppaction://hlinksldjump"/>
            <a:extLst>
              <a:ext uri="{FF2B5EF4-FFF2-40B4-BE49-F238E27FC236}">
                <a16:creationId xmlns:a16="http://schemas.microsoft.com/office/drawing/2014/main" id="{C1A9BC59-69E8-0F13-0B91-E819B07D7C2A}"/>
              </a:ext>
            </a:extLst>
          </p:cNvPr>
          <p:cNvSpPr/>
          <p:nvPr/>
        </p:nvSpPr>
        <p:spPr>
          <a:xfrm>
            <a:off x="7239971" y="6070985"/>
            <a:ext cx="1551973" cy="436906"/>
          </a:xfrm>
          <a:prstGeom prst="rightArrow">
            <a:avLst>
              <a:gd name="adj1" fmla="val 100000"/>
              <a:gd name="adj2" fmla="val 50000"/>
            </a:avLst>
          </a:prstGeom>
          <a:solidFill>
            <a:srgbClr val="5572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b="1" dirty="0"/>
              <a:t>祷文</a:t>
            </a:r>
            <a:endParaRPr lang="en-HK" b="1" dirty="0"/>
          </a:p>
        </p:txBody>
      </p:sp>
    </p:spTree>
    <p:extLst>
      <p:ext uri="{BB962C8B-B14F-4D97-AF65-F5344CB8AC3E}">
        <p14:creationId xmlns:p14="http://schemas.microsoft.com/office/powerpoint/2010/main" val="37626864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C004F2-B214-C068-655E-17922EEC3589}"/>
              </a:ext>
            </a:extLst>
          </p:cNvPr>
          <p:cNvSpPr>
            <a:spLocks noGrp="1"/>
          </p:cNvSpPr>
          <p:nvPr>
            <p:ph type="title"/>
          </p:nvPr>
        </p:nvSpPr>
        <p:spPr/>
        <p:txBody>
          <a:bodyPr>
            <a:normAutofit fontScale="90000"/>
          </a:bodyPr>
          <a:lstStyle/>
          <a:p>
            <a:br>
              <a:rPr lang="en-AU" altLang="zh-TW" dirty="0"/>
            </a:br>
            <a:r>
              <a:rPr lang="zh-TW" altLang="en-US" dirty="0"/>
              <a:t>圣弥额尔总领天使祷文　</a:t>
            </a:r>
            <a:r>
              <a:rPr lang="en-AU" dirty="0"/>
              <a:t>St. Michael’s Prayer</a:t>
            </a:r>
            <a:br>
              <a:rPr lang="en-AU" dirty="0"/>
            </a:br>
            <a:endParaRPr lang="en-AU" dirty="0"/>
          </a:p>
        </p:txBody>
      </p:sp>
      <p:sp>
        <p:nvSpPr>
          <p:cNvPr id="3" name="Content Placeholder 2">
            <a:extLst>
              <a:ext uri="{FF2B5EF4-FFF2-40B4-BE49-F238E27FC236}">
                <a16:creationId xmlns:a16="http://schemas.microsoft.com/office/drawing/2014/main" id="{2FB09AD5-F841-DE23-30CC-2D7C910CC67B}"/>
              </a:ext>
            </a:extLst>
          </p:cNvPr>
          <p:cNvSpPr>
            <a:spLocks noGrp="1"/>
          </p:cNvSpPr>
          <p:nvPr>
            <p:ph sz="half" idx="1"/>
          </p:nvPr>
        </p:nvSpPr>
        <p:spPr/>
        <p:txBody>
          <a:bodyPr>
            <a:normAutofit/>
          </a:bodyPr>
          <a:lstStyle/>
          <a:p>
            <a:pPr marL="0" indent="0" algn="just" hangingPunct="0">
              <a:buNone/>
            </a:pPr>
            <a:r>
              <a:rPr lang="zh-CN" altLang="en-US" b="1" dirty="0"/>
              <a:t>圣弥额尔总领天使在战争的日子里保卫我们，免我们陷入魔鬼邪恶的阴谋，和奸诈的陷阱中，</a:t>
            </a:r>
          </a:p>
          <a:p>
            <a:pPr algn="just" hangingPunct="0"/>
            <a:endParaRPr lang="en-AU" dirty="0"/>
          </a:p>
        </p:txBody>
      </p:sp>
      <p:sp>
        <p:nvSpPr>
          <p:cNvPr id="4" name="Content Placeholder 3">
            <a:extLst>
              <a:ext uri="{FF2B5EF4-FFF2-40B4-BE49-F238E27FC236}">
                <a16:creationId xmlns:a16="http://schemas.microsoft.com/office/drawing/2014/main" id="{9004EDAA-6055-8EEB-AA81-5741E51779A3}"/>
              </a:ext>
            </a:extLst>
          </p:cNvPr>
          <p:cNvSpPr>
            <a:spLocks noGrp="1"/>
          </p:cNvSpPr>
          <p:nvPr>
            <p:ph sz="half" idx="2"/>
          </p:nvPr>
        </p:nvSpPr>
        <p:spPr/>
        <p:txBody>
          <a:bodyPr>
            <a:normAutofit/>
          </a:bodyPr>
          <a:lstStyle/>
          <a:p>
            <a:pPr marL="0" indent="0" algn="just">
              <a:buNone/>
            </a:pPr>
            <a:r>
              <a:rPr lang="en-GB" b="1" dirty="0"/>
              <a:t>St Michael the Archangel, defend us in the hour of battle; be our defence against the wickedness and snares of the devil. </a:t>
            </a:r>
            <a:endParaRPr lang="en-AU" dirty="0"/>
          </a:p>
        </p:txBody>
      </p:sp>
    </p:spTree>
    <p:extLst>
      <p:ext uri="{BB962C8B-B14F-4D97-AF65-F5344CB8AC3E}">
        <p14:creationId xmlns:p14="http://schemas.microsoft.com/office/powerpoint/2010/main" val="5281503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8F8093-D576-BA03-BCD5-EFDE61A34B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8F1BF5-4C7A-6698-0F95-4C8C448E2780}"/>
              </a:ext>
            </a:extLst>
          </p:cNvPr>
          <p:cNvSpPr>
            <a:spLocks noGrp="1"/>
          </p:cNvSpPr>
          <p:nvPr>
            <p:ph type="title"/>
          </p:nvPr>
        </p:nvSpPr>
        <p:spPr/>
        <p:txBody>
          <a:bodyPr>
            <a:normAutofit fontScale="90000"/>
          </a:bodyPr>
          <a:lstStyle/>
          <a:p>
            <a:br>
              <a:rPr lang="en-AU" altLang="zh-TW" dirty="0"/>
            </a:br>
            <a:r>
              <a:rPr lang="zh-TW" altLang="en-US" dirty="0"/>
              <a:t>圣弥额尔总领天使祷文　</a:t>
            </a:r>
            <a:r>
              <a:rPr lang="en-AU" dirty="0"/>
              <a:t>St. Michael’s Prayer</a:t>
            </a:r>
            <a:br>
              <a:rPr lang="en-AU" dirty="0"/>
            </a:br>
            <a:endParaRPr lang="en-AU" dirty="0"/>
          </a:p>
        </p:txBody>
      </p:sp>
      <p:sp>
        <p:nvSpPr>
          <p:cNvPr id="3" name="Content Placeholder 2">
            <a:extLst>
              <a:ext uri="{FF2B5EF4-FFF2-40B4-BE49-F238E27FC236}">
                <a16:creationId xmlns:a16="http://schemas.microsoft.com/office/drawing/2014/main" id="{DDB67671-C4BF-BD23-4FD0-8C83A22CCF3A}"/>
              </a:ext>
            </a:extLst>
          </p:cNvPr>
          <p:cNvSpPr>
            <a:spLocks noGrp="1"/>
          </p:cNvSpPr>
          <p:nvPr>
            <p:ph sz="half" idx="1"/>
          </p:nvPr>
        </p:nvSpPr>
        <p:spPr/>
        <p:txBody>
          <a:bodyPr>
            <a:normAutofit/>
          </a:bodyPr>
          <a:lstStyle/>
          <a:p>
            <a:pPr marL="0" indent="0" algn="just" hangingPunct="0">
              <a:buNone/>
            </a:pPr>
            <a:r>
              <a:rPr lang="zh-CN" altLang="en-US" b="1" dirty="0"/>
              <a:t>我们谦卑地祈求，但愿上主谴责它。</a:t>
            </a:r>
          </a:p>
          <a:p>
            <a:pPr algn="just" hangingPunct="0"/>
            <a:endParaRPr lang="en-AU" dirty="0"/>
          </a:p>
        </p:txBody>
      </p:sp>
      <p:sp>
        <p:nvSpPr>
          <p:cNvPr id="4" name="Content Placeholder 3">
            <a:extLst>
              <a:ext uri="{FF2B5EF4-FFF2-40B4-BE49-F238E27FC236}">
                <a16:creationId xmlns:a16="http://schemas.microsoft.com/office/drawing/2014/main" id="{453FC452-0DDF-63AF-E54A-D8C7F692144C}"/>
              </a:ext>
            </a:extLst>
          </p:cNvPr>
          <p:cNvSpPr>
            <a:spLocks noGrp="1"/>
          </p:cNvSpPr>
          <p:nvPr>
            <p:ph sz="half" idx="2"/>
          </p:nvPr>
        </p:nvSpPr>
        <p:spPr/>
        <p:txBody>
          <a:bodyPr>
            <a:normAutofit/>
          </a:bodyPr>
          <a:lstStyle/>
          <a:p>
            <a:pPr marL="0" indent="0" algn="just">
              <a:buNone/>
            </a:pPr>
            <a:r>
              <a:rPr lang="en-GB" b="1" dirty="0"/>
              <a:t>May God rebuke him, we humbly pray; </a:t>
            </a:r>
          </a:p>
          <a:p>
            <a:pPr algn="just"/>
            <a:endParaRPr lang="en-AU" dirty="0"/>
          </a:p>
        </p:txBody>
      </p:sp>
    </p:spTree>
    <p:extLst>
      <p:ext uri="{BB962C8B-B14F-4D97-AF65-F5344CB8AC3E}">
        <p14:creationId xmlns:p14="http://schemas.microsoft.com/office/powerpoint/2010/main" val="26592034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BD28B5-0832-267C-F096-88B120977A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21EF0E-06FC-D0E0-2A65-C568FEF240B5}"/>
              </a:ext>
            </a:extLst>
          </p:cNvPr>
          <p:cNvSpPr>
            <a:spLocks noGrp="1"/>
          </p:cNvSpPr>
          <p:nvPr>
            <p:ph type="title"/>
          </p:nvPr>
        </p:nvSpPr>
        <p:spPr/>
        <p:txBody>
          <a:bodyPr>
            <a:normAutofit fontScale="90000"/>
          </a:bodyPr>
          <a:lstStyle/>
          <a:p>
            <a:br>
              <a:rPr lang="en-AU" altLang="zh-TW" dirty="0"/>
            </a:br>
            <a:r>
              <a:rPr lang="zh-TW" altLang="en-US" dirty="0"/>
              <a:t>圣弥额尔总领天使祷文　</a:t>
            </a:r>
            <a:r>
              <a:rPr lang="en-AU" dirty="0"/>
              <a:t>St. Michael’s Prayer</a:t>
            </a:r>
            <a:br>
              <a:rPr lang="en-AU" dirty="0"/>
            </a:br>
            <a:endParaRPr lang="en-AU" dirty="0"/>
          </a:p>
        </p:txBody>
      </p:sp>
      <p:sp>
        <p:nvSpPr>
          <p:cNvPr id="3" name="Content Placeholder 2">
            <a:extLst>
              <a:ext uri="{FF2B5EF4-FFF2-40B4-BE49-F238E27FC236}">
                <a16:creationId xmlns:a16="http://schemas.microsoft.com/office/drawing/2014/main" id="{0D3F9859-134F-840F-6D68-B44838D08E05}"/>
              </a:ext>
            </a:extLst>
          </p:cNvPr>
          <p:cNvSpPr>
            <a:spLocks noGrp="1"/>
          </p:cNvSpPr>
          <p:nvPr>
            <p:ph sz="half" idx="1"/>
          </p:nvPr>
        </p:nvSpPr>
        <p:spPr/>
        <p:txBody>
          <a:bodyPr>
            <a:normAutofit lnSpcReduction="10000"/>
          </a:bodyPr>
          <a:lstStyle/>
          <a:p>
            <a:pPr marL="0" indent="0" algn="just" hangingPunct="0">
              <a:buNone/>
            </a:pPr>
            <a:r>
              <a:rPr lang="zh-CN" altLang="en-US" b="1" dirty="0"/>
              <a:t>上主万军的统帅，求你因上主的威能，把徘徊人间，引诱人灵，使其丧亡的撒殚及其他邪灵，抛下地狱里去。阿们。</a:t>
            </a:r>
          </a:p>
          <a:p>
            <a:pPr marL="0" indent="0" algn="just" hangingPunct="0">
              <a:buNone/>
            </a:pPr>
            <a:endParaRPr lang="en-AU" dirty="0"/>
          </a:p>
        </p:txBody>
      </p:sp>
      <p:sp>
        <p:nvSpPr>
          <p:cNvPr id="4" name="Content Placeholder 3">
            <a:extLst>
              <a:ext uri="{FF2B5EF4-FFF2-40B4-BE49-F238E27FC236}">
                <a16:creationId xmlns:a16="http://schemas.microsoft.com/office/drawing/2014/main" id="{C346BF97-E974-8DDC-C6BF-3FC59B9D7F77}"/>
              </a:ext>
            </a:extLst>
          </p:cNvPr>
          <p:cNvSpPr>
            <a:spLocks noGrp="1"/>
          </p:cNvSpPr>
          <p:nvPr>
            <p:ph sz="half" idx="2"/>
          </p:nvPr>
        </p:nvSpPr>
        <p:spPr/>
        <p:txBody>
          <a:bodyPr>
            <a:normAutofit lnSpcReduction="10000"/>
          </a:bodyPr>
          <a:lstStyle/>
          <a:p>
            <a:pPr marL="0" indent="0" algn="just">
              <a:buNone/>
            </a:pPr>
            <a:r>
              <a:rPr lang="en-GB" b="1" dirty="0"/>
              <a:t>and do you, O Prince of the heavenly host, by the power of God, cast into hell Satan and all the evil spirits who prowl about the world for the ruin of souls. Amen. </a:t>
            </a:r>
          </a:p>
        </p:txBody>
      </p:sp>
    </p:spTree>
    <p:extLst>
      <p:ext uri="{BB962C8B-B14F-4D97-AF65-F5344CB8AC3E}">
        <p14:creationId xmlns:p14="http://schemas.microsoft.com/office/powerpoint/2010/main" val="10794073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432719-4BE6-F774-F86E-320986AE137E}"/>
              </a:ext>
            </a:extLst>
          </p:cNvPr>
          <p:cNvSpPr>
            <a:spLocks noGrp="1"/>
          </p:cNvSpPr>
          <p:nvPr>
            <p:ph type="title"/>
          </p:nvPr>
        </p:nvSpPr>
        <p:spPr/>
        <p:txBody>
          <a:bodyPr>
            <a:normAutofit fontScale="90000"/>
          </a:bodyPr>
          <a:lstStyle/>
          <a:p>
            <a:br>
              <a:rPr lang="en-AU" altLang="zh-TW" dirty="0"/>
            </a:br>
            <a:r>
              <a:rPr lang="zh-TW" altLang="en-US" dirty="0"/>
              <a:t>求圣母护佑颂　</a:t>
            </a:r>
            <a:r>
              <a:rPr lang="en-AU" dirty="0"/>
              <a:t>Sub Tuum </a:t>
            </a:r>
            <a:r>
              <a:rPr lang="en-AU" dirty="0" err="1"/>
              <a:t>Præsidium</a:t>
            </a:r>
            <a:br>
              <a:rPr lang="en-AU" dirty="0"/>
            </a:br>
            <a:endParaRPr lang="en-AU" dirty="0"/>
          </a:p>
        </p:txBody>
      </p:sp>
      <p:sp>
        <p:nvSpPr>
          <p:cNvPr id="3" name="Content Placeholder 2">
            <a:extLst>
              <a:ext uri="{FF2B5EF4-FFF2-40B4-BE49-F238E27FC236}">
                <a16:creationId xmlns:a16="http://schemas.microsoft.com/office/drawing/2014/main" id="{3CF680A0-48F8-ADA9-7FB6-94572F707068}"/>
              </a:ext>
            </a:extLst>
          </p:cNvPr>
          <p:cNvSpPr>
            <a:spLocks noGrp="1"/>
          </p:cNvSpPr>
          <p:nvPr>
            <p:ph sz="half" idx="1"/>
          </p:nvPr>
        </p:nvSpPr>
        <p:spPr/>
        <p:txBody>
          <a:bodyPr>
            <a:normAutofit lnSpcReduction="10000"/>
          </a:bodyPr>
          <a:lstStyle/>
          <a:p>
            <a:pPr marL="0" indent="0" algn="just">
              <a:buNone/>
            </a:pPr>
            <a:r>
              <a:rPr lang="zh-CN" altLang="en-US" b="1" dirty="0"/>
              <a:t>天主圣母，我们投奔到您的庇佑之下；当我们在危难中，请勿弃绝我们的祈祷。荣福的童贞女，求您拯救我们于危险之中。</a:t>
            </a:r>
          </a:p>
          <a:p>
            <a:pPr algn="just"/>
            <a:endParaRPr lang="en-AU" dirty="0"/>
          </a:p>
        </p:txBody>
      </p:sp>
      <p:sp>
        <p:nvSpPr>
          <p:cNvPr id="4" name="Content Placeholder 3">
            <a:extLst>
              <a:ext uri="{FF2B5EF4-FFF2-40B4-BE49-F238E27FC236}">
                <a16:creationId xmlns:a16="http://schemas.microsoft.com/office/drawing/2014/main" id="{AF0549D9-2012-44F9-39C0-3226BB4F31B4}"/>
              </a:ext>
            </a:extLst>
          </p:cNvPr>
          <p:cNvSpPr>
            <a:spLocks noGrp="1"/>
          </p:cNvSpPr>
          <p:nvPr>
            <p:ph sz="half" idx="2"/>
          </p:nvPr>
        </p:nvSpPr>
        <p:spPr/>
        <p:txBody>
          <a:bodyPr>
            <a:normAutofit lnSpcReduction="10000"/>
          </a:bodyPr>
          <a:lstStyle/>
          <a:p>
            <a:pPr marL="0" indent="0" algn="just">
              <a:buNone/>
            </a:pPr>
            <a:r>
              <a:rPr lang="en-GB" b="1" dirty="0"/>
              <a:t>We fly to thy protection, O holy Mother of God; despise not our petitions in our necessities, but deliver us always from all dangers, O glorious and blessed Virgin.</a:t>
            </a:r>
          </a:p>
          <a:p>
            <a:pPr marL="0" indent="0" algn="just">
              <a:buNone/>
            </a:pPr>
            <a:endParaRPr lang="en-GB" b="1" dirty="0"/>
          </a:p>
          <a:p>
            <a:pPr marL="0" indent="0" algn="just">
              <a:buNone/>
            </a:pPr>
            <a:r>
              <a:rPr lang="en-GB" b="1" dirty="0"/>
              <a:t>Amen.</a:t>
            </a:r>
          </a:p>
          <a:p>
            <a:pPr algn="just"/>
            <a:endParaRPr lang="en-AU" dirty="0"/>
          </a:p>
        </p:txBody>
      </p:sp>
    </p:spTree>
    <p:extLst>
      <p:ext uri="{BB962C8B-B14F-4D97-AF65-F5344CB8AC3E}">
        <p14:creationId xmlns:p14="http://schemas.microsoft.com/office/powerpoint/2010/main" val="40330560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5CC645-45C4-CBD2-AD63-05B7E3957D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399DAA-7D4D-C45E-8BD6-AEA68013A0EF}"/>
              </a:ext>
            </a:extLst>
          </p:cNvPr>
          <p:cNvSpPr>
            <a:spLocks noGrp="1"/>
          </p:cNvSpPr>
          <p:nvPr>
            <p:ph type="ctrTitle"/>
          </p:nvPr>
        </p:nvSpPr>
        <p:spPr/>
        <p:txBody>
          <a:bodyPr/>
          <a:lstStyle/>
          <a:p>
            <a:endParaRPr lang="en-HK"/>
          </a:p>
        </p:txBody>
      </p:sp>
      <p:sp>
        <p:nvSpPr>
          <p:cNvPr id="3" name="Subtitle 2">
            <a:extLst>
              <a:ext uri="{FF2B5EF4-FFF2-40B4-BE49-F238E27FC236}">
                <a16:creationId xmlns:a16="http://schemas.microsoft.com/office/drawing/2014/main" id="{9CB88308-FA44-FEE9-4089-DC56BB5C50D2}"/>
              </a:ext>
            </a:extLst>
          </p:cNvPr>
          <p:cNvSpPr>
            <a:spLocks noGrp="1"/>
          </p:cNvSpPr>
          <p:nvPr>
            <p:ph type="subTitle" idx="1"/>
          </p:nvPr>
        </p:nvSpPr>
        <p:spPr/>
        <p:txBody>
          <a:bodyPr/>
          <a:lstStyle/>
          <a:p>
            <a:endParaRPr lang="en-HK"/>
          </a:p>
        </p:txBody>
      </p:sp>
      <p:pic>
        <p:nvPicPr>
          <p:cNvPr id="7" name="Picture 6">
            <a:extLst>
              <a:ext uri="{FF2B5EF4-FFF2-40B4-BE49-F238E27FC236}">
                <a16:creationId xmlns:a16="http://schemas.microsoft.com/office/drawing/2014/main" id="{0CE6E306-875E-2BC7-9641-3A46481602D3}"/>
              </a:ext>
            </a:extLst>
          </p:cNvPr>
          <p:cNvPicPr>
            <a:picLocks noChangeAspect="1"/>
          </p:cNvPicPr>
          <p:nvPr/>
        </p:nvPicPr>
        <p:blipFill>
          <a:blip r:embed="rId2">
            <a:extLst>
              <a:ext uri="{28A0092B-C50C-407E-A947-70E740481C1C}">
                <a14:useLocalDpi xmlns:a14="http://schemas.microsoft.com/office/drawing/2010/main" val="0"/>
              </a:ext>
            </a:extLst>
          </a:blip>
          <a:srcRect b="25000"/>
          <a:stretch>
            <a:fillRect/>
          </a:stretch>
        </p:blipFill>
        <p:spPr>
          <a:xfrm>
            <a:off x="0" y="1"/>
            <a:ext cx="9144001" cy="6858000"/>
          </a:xfrm>
          <a:prstGeom prst="rect">
            <a:avLst/>
          </a:prstGeom>
        </p:spPr>
      </p:pic>
      <p:sp>
        <p:nvSpPr>
          <p:cNvPr id="8" name="Rectangle: Rounded Corners 7">
            <a:extLst>
              <a:ext uri="{FF2B5EF4-FFF2-40B4-BE49-F238E27FC236}">
                <a16:creationId xmlns:a16="http://schemas.microsoft.com/office/drawing/2014/main" id="{5AC88698-C81A-E8F4-13B7-266E41854415}"/>
              </a:ext>
            </a:extLst>
          </p:cNvPr>
          <p:cNvSpPr/>
          <p:nvPr/>
        </p:nvSpPr>
        <p:spPr>
          <a:xfrm>
            <a:off x="220714" y="1122363"/>
            <a:ext cx="8702565" cy="5524237"/>
          </a:xfrm>
          <a:prstGeom prst="roundRect">
            <a:avLst>
              <a:gd name="adj" fmla="val 2712"/>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t"/>
          <a:lstStyle/>
          <a:p>
            <a:pPr algn="ctr"/>
            <a:r>
              <a:rPr lang="zh-TW" sz="6000" b="1" dirty="0">
                <a:solidFill>
                  <a:schemeClr val="tx1"/>
                </a:solidFill>
                <a:ea typeface="DFKai-SB"/>
              </a:rPr>
              <a:t>大</a:t>
            </a:r>
            <a:r>
              <a:rPr lang="zh-TW" altLang="en-US" sz="6000" b="1" dirty="0">
                <a:solidFill>
                  <a:schemeClr val="tx1"/>
                </a:solidFill>
                <a:ea typeface="DFKai-SB"/>
              </a:rPr>
              <a:t>赞</a:t>
            </a:r>
            <a:r>
              <a:rPr lang="zh-TW" sz="6000" b="1" dirty="0">
                <a:solidFill>
                  <a:schemeClr val="tx1"/>
                </a:solidFill>
                <a:ea typeface="DFKai-SB"/>
              </a:rPr>
              <a:t>歌</a:t>
            </a:r>
            <a:endParaRPr lang="en-US" sz="6000" dirty="0">
              <a:solidFill>
                <a:schemeClr val="tx1"/>
              </a:solidFill>
            </a:endParaRPr>
          </a:p>
          <a:p>
            <a:pPr algn="ctr"/>
            <a:endParaRPr lang="en-HK" altLang="zh-TW" sz="6000" b="1" dirty="0">
              <a:solidFill>
                <a:schemeClr val="tx1"/>
              </a:solidFill>
              <a:latin typeface="DFKai-SB" panose="03000509000000000000" pitchFamily="65" charset="-120"/>
              <a:ea typeface="DFKai-SB" panose="03000509000000000000" pitchFamily="65" charset="-120"/>
            </a:endParaRPr>
          </a:p>
          <a:p>
            <a:pPr marL="114300" indent="0" algn="ctr">
              <a:lnSpc>
                <a:spcPct val="80000"/>
              </a:lnSpc>
              <a:buNone/>
            </a:pPr>
            <a:r>
              <a:rPr lang="zh-CN" sz="6000" b="1" dirty="0">
                <a:solidFill>
                  <a:schemeClr val="tx1"/>
                </a:solidFill>
                <a:latin typeface="DFKai-SB" panose="03000509000000000000" pitchFamily="65" charset="-120"/>
                <a:ea typeface="DFKai-SB" panose="03000509000000000000" pitchFamily="65" charset="-120"/>
              </a:rPr>
              <a:t>你们应当</a:t>
            </a:r>
            <a:r>
              <a:rPr lang="zh-CN" altLang="en-US" sz="6000" b="1" dirty="0">
                <a:solidFill>
                  <a:schemeClr val="tx1"/>
                </a:solidFill>
                <a:latin typeface="DFKai-SB" panose="03000509000000000000" pitchFamily="65" charset="-120"/>
                <a:ea typeface="DFKai-SB" panose="03000509000000000000" pitchFamily="65" charset="-120"/>
              </a:rPr>
              <a:t>称谢</a:t>
            </a:r>
            <a:r>
              <a:rPr lang="zh-CN" sz="6000" b="1" dirty="0">
                <a:solidFill>
                  <a:schemeClr val="tx1"/>
                </a:solidFill>
                <a:latin typeface="DFKai-SB" panose="03000509000000000000" pitchFamily="65" charset="-120"/>
                <a:ea typeface="DFKai-SB" panose="03000509000000000000" pitchFamily="65" charset="-120"/>
              </a:rPr>
              <a:t>天主，</a:t>
            </a:r>
            <a:endParaRPr lang="zh-CN" altLang="en-US" sz="6000" b="1" dirty="0">
              <a:solidFill>
                <a:schemeClr val="tx1"/>
              </a:solidFill>
              <a:ea typeface="DFKai-SB"/>
            </a:endParaRPr>
          </a:p>
          <a:p>
            <a:pPr marL="114300" indent="0" algn="ctr">
              <a:lnSpc>
                <a:spcPct val="80000"/>
              </a:lnSpc>
              <a:buNone/>
            </a:pPr>
            <a:r>
              <a:rPr lang="zh-CN" altLang="en-US" sz="6000" b="1" dirty="0">
                <a:solidFill>
                  <a:schemeClr val="tx1"/>
                </a:solidFill>
                <a:latin typeface="DFKai-SB" panose="03000509000000000000" pitchFamily="65" charset="-120"/>
                <a:ea typeface="DFKai-SB" panose="03000509000000000000" pitchFamily="65" charset="-120"/>
              </a:rPr>
              <a:t>因为</a:t>
            </a:r>
            <a:r>
              <a:rPr lang="zh-CN" sz="6000" b="1" dirty="0">
                <a:solidFill>
                  <a:schemeClr val="tx1"/>
                </a:solidFill>
                <a:latin typeface="DFKai-SB" panose="03000509000000000000" pitchFamily="65" charset="-120"/>
                <a:ea typeface="DFKai-SB" panose="03000509000000000000" pitchFamily="65" charset="-120"/>
              </a:rPr>
              <a:t>祂是至善的，</a:t>
            </a:r>
            <a:endParaRPr lang="zh-CN" sz="6000" dirty="0">
              <a:solidFill>
                <a:schemeClr val="tx1"/>
              </a:solidFill>
            </a:endParaRPr>
          </a:p>
          <a:p>
            <a:pPr marL="114300" algn="ctr">
              <a:lnSpc>
                <a:spcPct val="80000"/>
              </a:lnSpc>
            </a:pPr>
            <a:r>
              <a:rPr lang="zh-CN" sz="6000" b="1" dirty="0">
                <a:solidFill>
                  <a:schemeClr val="tx1"/>
                </a:solidFill>
                <a:latin typeface="DFKai-SB" panose="03000509000000000000" pitchFamily="65" charset="-120"/>
                <a:ea typeface="DFKai-SB" panose="03000509000000000000" pitchFamily="65" charset="-120"/>
              </a:rPr>
              <a:t>因祂的仁慈永</a:t>
            </a:r>
            <a:r>
              <a:rPr lang="zh-CN" altLang="en-US" sz="6000" b="1" dirty="0">
                <a:solidFill>
                  <a:schemeClr val="tx1"/>
                </a:solidFill>
                <a:latin typeface="DFKai-SB" panose="03000509000000000000" pitchFamily="65" charset="-120"/>
                <a:ea typeface="DFKai-SB" panose="03000509000000000000" pitchFamily="65" charset="-120"/>
              </a:rPr>
              <a:t>远长</a:t>
            </a:r>
            <a:r>
              <a:rPr lang="zh-CN" sz="6000" b="1" dirty="0">
                <a:solidFill>
                  <a:schemeClr val="tx1"/>
                </a:solidFill>
                <a:latin typeface="DFKai-SB" panose="03000509000000000000" pitchFamily="65" charset="-120"/>
                <a:ea typeface="DFKai-SB" panose="03000509000000000000" pitchFamily="65" charset="-120"/>
              </a:rPr>
              <a:t>存，</a:t>
            </a:r>
            <a:endParaRPr lang="zh-CN" sz="6000" dirty="0">
              <a:solidFill>
                <a:schemeClr val="tx1"/>
              </a:solidFill>
            </a:endParaRPr>
          </a:p>
          <a:p>
            <a:pPr marL="114300" algn="ctr">
              <a:lnSpc>
                <a:spcPct val="80000"/>
              </a:lnSpc>
            </a:pPr>
            <a:r>
              <a:rPr lang="zh-CN" sz="6000" b="1" dirty="0">
                <a:solidFill>
                  <a:schemeClr val="tx1"/>
                </a:solidFill>
                <a:latin typeface="DFKai-SB" panose="03000509000000000000" pitchFamily="65" charset="-120"/>
                <a:ea typeface="DFKai-SB" panose="03000509000000000000" pitchFamily="65" charset="-120"/>
              </a:rPr>
              <a:t>祂的仁慈永</a:t>
            </a:r>
            <a:r>
              <a:rPr lang="zh-CN" altLang="en-US" sz="6000" b="1" dirty="0">
                <a:solidFill>
                  <a:schemeClr val="tx1"/>
                </a:solidFill>
                <a:latin typeface="DFKai-SB" panose="03000509000000000000" pitchFamily="65" charset="-120"/>
                <a:ea typeface="DFKai-SB" panose="03000509000000000000" pitchFamily="65" charset="-120"/>
              </a:rPr>
              <a:t>长</a:t>
            </a:r>
            <a:r>
              <a:rPr lang="zh-CN" sz="6000" b="1" dirty="0">
                <a:solidFill>
                  <a:schemeClr val="tx1"/>
                </a:solidFill>
                <a:latin typeface="DFKai-SB" panose="03000509000000000000" pitchFamily="65" charset="-120"/>
                <a:ea typeface="DFKai-SB" panose="03000509000000000000" pitchFamily="65" charset="-120"/>
              </a:rPr>
              <a:t>存。</a:t>
            </a:r>
            <a:endParaRPr lang="zh-CN" sz="6000" dirty="0">
              <a:solidFill>
                <a:schemeClr val="tx1"/>
              </a:solidFill>
            </a:endParaRPr>
          </a:p>
          <a:p>
            <a:pPr marL="114300" indent="0" algn="ctr">
              <a:lnSpc>
                <a:spcPct val="80000"/>
              </a:lnSpc>
              <a:buNone/>
            </a:pPr>
            <a:endParaRPr lang="zh-CN" altLang="en-US" sz="4800" b="1" dirty="0">
              <a:solidFill>
                <a:schemeClr val="tx1"/>
              </a:solidFill>
              <a:latin typeface="DFKai-SB" panose="03000509000000000000" pitchFamily="65" charset="-120"/>
              <a:ea typeface="DFKai-SB" panose="03000509000000000000" pitchFamily="65" charset="-120"/>
            </a:endParaRPr>
          </a:p>
          <a:p>
            <a:pPr algn="ctr"/>
            <a:r>
              <a:rPr lang="zh-TW" altLang="en-US" sz="4800" b="1" dirty="0">
                <a:solidFill>
                  <a:schemeClr val="tx1"/>
                </a:solidFill>
                <a:latin typeface="DFKai-SB" panose="03000509000000000000" pitchFamily="65" charset="-120"/>
                <a:ea typeface="DFKai-SB"/>
              </a:rPr>
              <a:t> </a:t>
            </a:r>
            <a:endParaRPr lang="en-HK" sz="4800" b="1" dirty="0">
              <a:solidFill>
                <a:schemeClr val="tx1"/>
              </a:solidFill>
              <a:ea typeface="DFKai-SB"/>
            </a:endParaRPr>
          </a:p>
        </p:txBody>
      </p:sp>
      <p:sp>
        <p:nvSpPr>
          <p:cNvPr id="10" name="Rectangle: Rounded Corners 9">
            <a:extLst>
              <a:ext uri="{FF2B5EF4-FFF2-40B4-BE49-F238E27FC236}">
                <a16:creationId xmlns:a16="http://schemas.microsoft.com/office/drawing/2014/main" id="{19217626-6958-6DE5-612C-355D0884FD0B}"/>
              </a:ext>
            </a:extLst>
          </p:cNvPr>
          <p:cNvSpPr/>
          <p:nvPr/>
        </p:nvSpPr>
        <p:spPr>
          <a:xfrm>
            <a:off x="220717" y="168142"/>
            <a:ext cx="8702566" cy="790401"/>
          </a:xfrm>
          <a:prstGeom prst="roundRect">
            <a:avLst>
              <a:gd name="adj" fmla="val 11488"/>
            </a:avLst>
          </a:prstGeom>
          <a:solidFill>
            <a:srgbClr val="5572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3600" b="1">
                <a:solidFill>
                  <a:schemeClr val="bg1"/>
                </a:solidFill>
              </a:rPr>
              <a:t>礼成咏　</a:t>
            </a:r>
            <a:r>
              <a:rPr lang="en-US" altLang="zh-TW" sz="3600" b="1">
                <a:solidFill>
                  <a:schemeClr val="bg1"/>
                </a:solidFill>
              </a:rPr>
              <a:t>Recessional Hymn</a:t>
            </a:r>
            <a:endParaRPr lang="en-HK" sz="3600" b="1">
              <a:solidFill>
                <a:schemeClr val="bg1"/>
              </a:solidFill>
            </a:endParaRPr>
          </a:p>
        </p:txBody>
      </p:sp>
    </p:spTree>
    <p:extLst>
      <p:ext uri="{BB962C8B-B14F-4D97-AF65-F5344CB8AC3E}">
        <p14:creationId xmlns:p14="http://schemas.microsoft.com/office/powerpoint/2010/main" val="1129726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637E2D-66BA-4338-EB05-33E8A327FF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7B93F7-D8CA-CD0F-721B-D415754570AC}"/>
              </a:ext>
            </a:extLst>
          </p:cNvPr>
          <p:cNvSpPr>
            <a:spLocks noGrp="1"/>
          </p:cNvSpPr>
          <p:nvPr>
            <p:ph type="ctrTitle"/>
          </p:nvPr>
        </p:nvSpPr>
        <p:spPr/>
        <p:txBody>
          <a:bodyPr/>
          <a:lstStyle/>
          <a:p>
            <a:endParaRPr lang="en-HK"/>
          </a:p>
        </p:txBody>
      </p:sp>
      <p:sp>
        <p:nvSpPr>
          <p:cNvPr id="3" name="Subtitle 2">
            <a:extLst>
              <a:ext uri="{FF2B5EF4-FFF2-40B4-BE49-F238E27FC236}">
                <a16:creationId xmlns:a16="http://schemas.microsoft.com/office/drawing/2014/main" id="{A1332FC1-C2D3-2D0E-5A71-0F478AAC4FAF}"/>
              </a:ext>
            </a:extLst>
          </p:cNvPr>
          <p:cNvSpPr>
            <a:spLocks noGrp="1"/>
          </p:cNvSpPr>
          <p:nvPr>
            <p:ph type="subTitle" idx="1"/>
          </p:nvPr>
        </p:nvSpPr>
        <p:spPr/>
        <p:txBody>
          <a:bodyPr/>
          <a:lstStyle/>
          <a:p>
            <a:endParaRPr lang="en-HK"/>
          </a:p>
        </p:txBody>
      </p:sp>
      <p:pic>
        <p:nvPicPr>
          <p:cNvPr id="7" name="Picture 6">
            <a:extLst>
              <a:ext uri="{FF2B5EF4-FFF2-40B4-BE49-F238E27FC236}">
                <a16:creationId xmlns:a16="http://schemas.microsoft.com/office/drawing/2014/main" id="{12012E08-7A85-1262-44BF-7E1985BBCF0E}"/>
              </a:ext>
            </a:extLst>
          </p:cNvPr>
          <p:cNvPicPr>
            <a:picLocks noChangeAspect="1"/>
          </p:cNvPicPr>
          <p:nvPr/>
        </p:nvPicPr>
        <p:blipFill>
          <a:blip r:embed="rId2">
            <a:extLst>
              <a:ext uri="{28A0092B-C50C-407E-A947-70E740481C1C}">
                <a14:useLocalDpi xmlns:a14="http://schemas.microsoft.com/office/drawing/2010/main" val="0"/>
              </a:ext>
            </a:extLst>
          </a:blip>
          <a:srcRect b="25000"/>
          <a:stretch>
            <a:fillRect/>
          </a:stretch>
        </p:blipFill>
        <p:spPr>
          <a:xfrm>
            <a:off x="0" y="1"/>
            <a:ext cx="9144001" cy="6858000"/>
          </a:xfrm>
          <a:prstGeom prst="rect">
            <a:avLst/>
          </a:prstGeom>
        </p:spPr>
      </p:pic>
      <p:sp>
        <p:nvSpPr>
          <p:cNvPr id="8" name="Rectangle: Rounded Corners 7">
            <a:extLst>
              <a:ext uri="{FF2B5EF4-FFF2-40B4-BE49-F238E27FC236}">
                <a16:creationId xmlns:a16="http://schemas.microsoft.com/office/drawing/2014/main" id="{325771C0-95D9-327F-D1BF-D369901E390F}"/>
              </a:ext>
            </a:extLst>
          </p:cNvPr>
          <p:cNvSpPr/>
          <p:nvPr/>
        </p:nvSpPr>
        <p:spPr>
          <a:xfrm>
            <a:off x="220714" y="1122363"/>
            <a:ext cx="8702565" cy="5524237"/>
          </a:xfrm>
          <a:prstGeom prst="roundRect">
            <a:avLst>
              <a:gd name="adj" fmla="val 2712"/>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t"/>
          <a:lstStyle/>
          <a:p>
            <a:pPr algn="ctr"/>
            <a:r>
              <a:rPr lang="zh-TW" sz="6000" b="1" dirty="0">
                <a:solidFill>
                  <a:schemeClr val="tx1"/>
                </a:solidFill>
                <a:ea typeface="DFKai-SB"/>
              </a:rPr>
              <a:t>大</a:t>
            </a:r>
            <a:r>
              <a:rPr lang="zh-TW" altLang="en-US" sz="6000" b="1" dirty="0">
                <a:solidFill>
                  <a:schemeClr val="tx1"/>
                </a:solidFill>
                <a:ea typeface="DFKai-SB"/>
              </a:rPr>
              <a:t>赞</a:t>
            </a:r>
            <a:r>
              <a:rPr lang="zh-TW" sz="6000" b="1" dirty="0">
                <a:solidFill>
                  <a:schemeClr val="tx1"/>
                </a:solidFill>
                <a:ea typeface="DFKai-SB"/>
              </a:rPr>
              <a:t>歌</a:t>
            </a:r>
            <a:endParaRPr lang="en-US" sz="6000" dirty="0">
              <a:solidFill>
                <a:schemeClr val="tx1"/>
              </a:solidFill>
            </a:endParaRPr>
          </a:p>
          <a:p>
            <a:pPr algn="ctr"/>
            <a:endParaRPr lang="en-HK" altLang="zh-TW" sz="6000" b="1" dirty="0">
              <a:solidFill>
                <a:schemeClr val="tx1"/>
              </a:solidFill>
              <a:latin typeface="DFKai-SB" panose="03000509000000000000" pitchFamily="65" charset="-120"/>
              <a:ea typeface="DFKai-SB" panose="03000509000000000000" pitchFamily="65" charset="-120"/>
            </a:endParaRPr>
          </a:p>
          <a:p>
            <a:pPr marL="114300" indent="0" algn="ctr">
              <a:lnSpc>
                <a:spcPct val="80000"/>
              </a:lnSpc>
              <a:buNone/>
            </a:pPr>
            <a:r>
              <a:rPr lang="zh-CN" altLang="en-US" sz="6000" b="1" dirty="0">
                <a:solidFill>
                  <a:schemeClr val="tx1"/>
                </a:solidFill>
                <a:latin typeface="DFKai-SB" panose="03000509000000000000" pitchFamily="65" charset="-120"/>
                <a:ea typeface="DFKai-SB" panose="03000509000000000000" pitchFamily="65" charset="-120"/>
              </a:rPr>
              <a:t>你们应当称谢天主，</a:t>
            </a:r>
            <a:endParaRPr lang="zh-CN" altLang="en-US" sz="6000" b="1" dirty="0">
              <a:solidFill>
                <a:schemeClr val="tx1"/>
              </a:solidFill>
              <a:ea typeface="DFKai-SB"/>
            </a:endParaRPr>
          </a:p>
          <a:p>
            <a:pPr marL="114300" indent="0" algn="ctr">
              <a:lnSpc>
                <a:spcPct val="80000"/>
              </a:lnSpc>
              <a:buNone/>
            </a:pPr>
            <a:r>
              <a:rPr lang="zh-CN" altLang="en-US" sz="6000" b="1" dirty="0">
                <a:solidFill>
                  <a:schemeClr val="tx1"/>
                </a:solidFill>
                <a:latin typeface="DFKai-SB" panose="03000509000000000000" pitchFamily="65" charset="-120"/>
                <a:ea typeface="DFKai-SB" panose="03000509000000000000" pitchFamily="65" charset="-120"/>
              </a:rPr>
              <a:t>因为</a:t>
            </a:r>
            <a:r>
              <a:rPr lang="zh-CN" sz="6000" b="1" dirty="0">
                <a:solidFill>
                  <a:schemeClr val="tx1"/>
                </a:solidFill>
                <a:latin typeface="DFKai-SB" panose="03000509000000000000" pitchFamily="65" charset="-120"/>
                <a:ea typeface="DFKai-SB" panose="03000509000000000000" pitchFamily="65" charset="-120"/>
              </a:rPr>
              <a:t>祂是至</a:t>
            </a:r>
            <a:r>
              <a:rPr lang="zh-CN" altLang="en-US" sz="6000" b="1" dirty="0">
                <a:solidFill>
                  <a:schemeClr val="tx1"/>
                </a:solidFill>
                <a:latin typeface="DFKai-SB" panose="03000509000000000000" pitchFamily="65" charset="-120"/>
                <a:ea typeface="DFKai-SB" panose="03000509000000000000" pitchFamily="65" charset="-120"/>
              </a:rPr>
              <a:t>美</a:t>
            </a:r>
            <a:r>
              <a:rPr lang="zh-CN" sz="6000" b="1" dirty="0">
                <a:solidFill>
                  <a:schemeClr val="tx1"/>
                </a:solidFill>
                <a:latin typeface="DFKai-SB" panose="03000509000000000000" pitchFamily="65" charset="-120"/>
                <a:ea typeface="DFKai-SB" panose="03000509000000000000" pitchFamily="65" charset="-120"/>
              </a:rPr>
              <a:t>的，</a:t>
            </a:r>
            <a:endParaRPr lang="zh-CN" sz="6000" dirty="0">
              <a:solidFill>
                <a:schemeClr val="tx1"/>
              </a:solidFill>
            </a:endParaRPr>
          </a:p>
          <a:p>
            <a:pPr marL="114300" algn="ctr">
              <a:lnSpc>
                <a:spcPct val="80000"/>
              </a:lnSpc>
            </a:pPr>
            <a:r>
              <a:rPr lang="zh-CN" sz="6000" b="1" dirty="0">
                <a:solidFill>
                  <a:schemeClr val="tx1"/>
                </a:solidFill>
                <a:latin typeface="DFKai-SB" panose="03000509000000000000" pitchFamily="65" charset="-120"/>
                <a:ea typeface="DFKai-SB" panose="03000509000000000000" pitchFamily="65" charset="-120"/>
              </a:rPr>
              <a:t>因祂的仁慈永远</a:t>
            </a:r>
            <a:r>
              <a:rPr lang="zh-CN" altLang="en-US" sz="6000" b="1" dirty="0">
                <a:solidFill>
                  <a:schemeClr val="tx1"/>
                </a:solidFill>
                <a:latin typeface="DFKai-SB" panose="03000509000000000000" pitchFamily="65" charset="-120"/>
                <a:ea typeface="DFKai-SB" panose="03000509000000000000" pitchFamily="65" charset="-120"/>
              </a:rPr>
              <a:t>长</a:t>
            </a:r>
            <a:r>
              <a:rPr lang="zh-CN" sz="6000" b="1" dirty="0">
                <a:solidFill>
                  <a:schemeClr val="tx1"/>
                </a:solidFill>
                <a:latin typeface="DFKai-SB" panose="03000509000000000000" pitchFamily="65" charset="-120"/>
                <a:ea typeface="DFKai-SB" panose="03000509000000000000" pitchFamily="65" charset="-120"/>
              </a:rPr>
              <a:t>存，</a:t>
            </a:r>
            <a:endParaRPr lang="zh-CN" sz="6000" b="1" dirty="0">
              <a:solidFill>
                <a:schemeClr val="tx1"/>
              </a:solidFill>
            </a:endParaRPr>
          </a:p>
          <a:p>
            <a:pPr marL="114300" algn="ctr">
              <a:lnSpc>
                <a:spcPct val="80000"/>
              </a:lnSpc>
            </a:pPr>
            <a:r>
              <a:rPr lang="zh-CN" sz="6000" b="1" dirty="0">
                <a:solidFill>
                  <a:schemeClr val="tx1"/>
                </a:solidFill>
                <a:latin typeface="DFKai-SB" panose="03000509000000000000" pitchFamily="65" charset="-120"/>
                <a:ea typeface="DFKai-SB" panose="03000509000000000000" pitchFamily="65" charset="-120"/>
              </a:rPr>
              <a:t>祂的仁慈永</a:t>
            </a:r>
            <a:r>
              <a:rPr lang="zh-CN" altLang="en-US" sz="6000" b="1" dirty="0">
                <a:solidFill>
                  <a:schemeClr val="tx1"/>
                </a:solidFill>
                <a:latin typeface="DFKai-SB" panose="03000509000000000000" pitchFamily="65" charset="-120"/>
                <a:ea typeface="DFKai-SB" panose="03000509000000000000" pitchFamily="65" charset="-120"/>
              </a:rPr>
              <a:t>长</a:t>
            </a:r>
            <a:r>
              <a:rPr lang="zh-CN" sz="6000" b="1" dirty="0">
                <a:solidFill>
                  <a:schemeClr val="tx1"/>
                </a:solidFill>
                <a:latin typeface="DFKai-SB" panose="03000509000000000000" pitchFamily="65" charset="-120"/>
                <a:ea typeface="DFKai-SB" panose="03000509000000000000" pitchFamily="65" charset="-120"/>
              </a:rPr>
              <a:t>存。</a:t>
            </a:r>
            <a:endParaRPr lang="zh-CN" altLang="en-US" sz="6000" dirty="0">
              <a:solidFill>
                <a:schemeClr val="tx1"/>
              </a:solidFill>
            </a:endParaRPr>
          </a:p>
          <a:p>
            <a:pPr marL="114300" algn="ctr">
              <a:lnSpc>
                <a:spcPct val="80000"/>
              </a:lnSpc>
            </a:pPr>
            <a:endParaRPr lang="zh-CN" sz="4800" b="1" dirty="0">
              <a:solidFill>
                <a:schemeClr val="tx1"/>
              </a:solidFill>
            </a:endParaRPr>
          </a:p>
          <a:p>
            <a:pPr marL="114300" indent="0" algn="ctr">
              <a:lnSpc>
                <a:spcPct val="80000"/>
              </a:lnSpc>
              <a:buNone/>
            </a:pPr>
            <a:endParaRPr lang="zh-CN" altLang="en-US" sz="4800" b="1" dirty="0">
              <a:solidFill>
                <a:schemeClr val="tx1"/>
              </a:solidFill>
              <a:latin typeface="DFKai-SB" panose="03000509000000000000" pitchFamily="65" charset="-120"/>
              <a:ea typeface="DFKai-SB" panose="03000509000000000000" pitchFamily="65" charset="-120"/>
            </a:endParaRPr>
          </a:p>
          <a:p>
            <a:pPr algn="ctr"/>
            <a:r>
              <a:rPr lang="zh-TW" altLang="en-US" sz="4800" b="1" dirty="0">
                <a:solidFill>
                  <a:schemeClr val="tx1"/>
                </a:solidFill>
                <a:latin typeface="DFKai-SB" panose="03000509000000000000" pitchFamily="65" charset="-120"/>
                <a:ea typeface="DFKai-SB"/>
              </a:rPr>
              <a:t> </a:t>
            </a:r>
            <a:endParaRPr lang="en-HK" sz="4800" b="1" dirty="0">
              <a:solidFill>
                <a:schemeClr val="tx1"/>
              </a:solidFill>
              <a:ea typeface="DFKai-SB"/>
            </a:endParaRPr>
          </a:p>
        </p:txBody>
      </p:sp>
      <p:sp>
        <p:nvSpPr>
          <p:cNvPr id="10" name="Rectangle: Rounded Corners 9">
            <a:extLst>
              <a:ext uri="{FF2B5EF4-FFF2-40B4-BE49-F238E27FC236}">
                <a16:creationId xmlns:a16="http://schemas.microsoft.com/office/drawing/2014/main" id="{3F451D4F-2180-6783-269B-D09813D0940F}"/>
              </a:ext>
            </a:extLst>
          </p:cNvPr>
          <p:cNvSpPr/>
          <p:nvPr/>
        </p:nvSpPr>
        <p:spPr>
          <a:xfrm>
            <a:off x="220717" y="168142"/>
            <a:ext cx="8702566" cy="790401"/>
          </a:xfrm>
          <a:prstGeom prst="roundRect">
            <a:avLst>
              <a:gd name="adj" fmla="val 11488"/>
            </a:avLst>
          </a:prstGeom>
          <a:solidFill>
            <a:srgbClr val="5572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3600" b="1">
                <a:solidFill>
                  <a:schemeClr val="bg1"/>
                </a:solidFill>
              </a:rPr>
              <a:t>礼成咏　</a:t>
            </a:r>
            <a:r>
              <a:rPr lang="en-US" altLang="zh-TW" sz="3600" b="1">
                <a:solidFill>
                  <a:schemeClr val="bg1"/>
                </a:solidFill>
              </a:rPr>
              <a:t>Recessional Hymn</a:t>
            </a:r>
            <a:endParaRPr lang="en-HK" sz="3600" b="1">
              <a:solidFill>
                <a:schemeClr val="bg1"/>
              </a:solidFill>
            </a:endParaRPr>
          </a:p>
        </p:txBody>
      </p:sp>
    </p:spTree>
    <p:extLst>
      <p:ext uri="{BB962C8B-B14F-4D97-AF65-F5344CB8AC3E}">
        <p14:creationId xmlns:p14="http://schemas.microsoft.com/office/powerpoint/2010/main" val="24124817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4F8DE-7925-A204-A3E7-D5DCCFA811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97CCF5-3CFB-6F47-B70B-6A103B933A8B}"/>
              </a:ext>
            </a:extLst>
          </p:cNvPr>
          <p:cNvSpPr>
            <a:spLocks noGrp="1"/>
          </p:cNvSpPr>
          <p:nvPr>
            <p:ph type="ctrTitle"/>
          </p:nvPr>
        </p:nvSpPr>
        <p:spPr/>
        <p:txBody>
          <a:bodyPr/>
          <a:lstStyle/>
          <a:p>
            <a:endParaRPr lang="en-HK"/>
          </a:p>
        </p:txBody>
      </p:sp>
      <p:sp>
        <p:nvSpPr>
          <p:cNvPr id="3" name="Subtitle 2">
            <a:extLst>
              <a:ext uri="{FF2B5EF4-FFF2-40B4-BE49-F238E27FC236}">
                <a16:creationId xmlns:a16="http://schemas.microsoft.com/office/drawing/2014/main" id="{E440021E-79DF-135E-CEE0-C843BC2DE112}"/>
              </a:ext>
            </a:extLst>
          </p:cNvPr>
          <p:cNvSpPr>
            <a:spLocks noGrp="1"/>
          </p:cNvSpPr>
          <p:nvPr>
            <p:ph type="subTitle" idx="1"/>
          </p:nvPr>
        </p:nvSpPr>
        <p:spPr/>
        <p:txBody>
          <a:bodyPr/>
          <a:lstStyle/>
          <a:p>
            <a:endParaRPr lang="en-HK"/>
          </a:p>
        </p:txBody>
      </p:sp>
      <p:pic>
        <p:nvPicPr>
          <p:cNvPr id="7" name="Picture 6">
            <a:extLst>
              <a:ext uri="{FF2B5EF4-FFF2-40B4-BE49-F238E27FC236}">
                <a16:creationId xmlns:a16="http://schemas.microsoft.com/office/drawing/2014/main" id="{D4351283-9F9A-8848-6F69-498FA10E992A}"/>
              </a:ext>
            </a:extLst>
          </p:cNvPr>
          <p:cNvPicPr>
            <a:picLocks noChangeAspect="1"/>
          </p:cNvPicPr>
          <p:nvPr/>
        </p:nvPicPr>
        <p:blipFill>
          <a:blip r:embed="rId2">
            <a:extLst>
              <a:ext uri="{28A0092B-C50C-407E-A947-70E740481C1C}">
                <a14:useLocalDpi xmlns:a14="http://schemas.microsoft.com/office/drawing/2010/main" val="0"/>
              </a:ext>
            </a:extLst>
          </a:blip>
          <a:srcRect b="25000"/>
          <a:stretch>
            <a:fillRect/>
          </a:stretch>
        </p:blipFill>
        <p:spPr>
          <a:xfrm>
            <a:off x="0" y="1"/>
            <a:ext cx="9144001" cy="6858000"/>
          </a:xfrm>
          <a:prstGeom prst="rect">
            <a:avLst/>
          </a:prstGeom>
        </p:spPr>
      </p:pic>
      <p:sp>
        <p:nvSpPr>
          <p:cNvPr id="8" name="Rectangle: Rounded Corners 7">
            <a:extLst>
              <a:ext uri="{FF2B5EF4-FFF2-40B4-BE49-F238E27FC236}">
                <a16:creationId xmlns:a16="http://schemas.microsoft.com/office/drawing/2014/main" id="{C680EB79-9B9A-10F5-F589-39F2821626E3}"/>
              </a:ext>
            </a:extLst>
          </p:cNvPr>
          <p:cNvSpPr/>
          <p:nvPr/>
        </p:nvSpPr>
        <p:spPr>
          <a:xfrm>
            <a:off x="220714" y="1122363"/>
            <a:ext cx="8702565" cy="5524237"/>
          </a:xfrm>
          <a:prstGeom prst="roundRect">
            <a:avLst>
              <a:gd name="adj" fmla="val 2712"/>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t"/>
          <a:lstStyle/>
          <a:p>
            <a:pPr algn="ctr"/>
            <a:r>
              <a:rPr lang="zh-TW" sz="6000" b="1" dirty="0">
                <a:solidFill>
                  <a:schemeClr val="tx1"/>
                </a:solidFill>
                <a:ea typeface="DFKai-SB"/>
              </a:rPr>
              <a:t>大</a:t>
            </a:r>
            <a:r>
              <a:rPr lang="zh-TW" altLang="en-US" sz="6000" b="1" dirty="0">
                <a:solidFill>
                  <a:schemeClr val="tx1"/>
                </a:solidFill>
                <a:ea typeface="DFKai-SB"/>
              </a:rPr>
              <a:t>赞</a:t>
            </a:r>
            <a:r>
              <a:rPr lang="zh-TW" sz="6000" b="1" dirty="0">
                <a:solidFill>
                  <a:schemeClr val="tx1"/>
                </a:solidFill>
                <a:ea typeface="DFKai-SB"/>
              </a:rPr>
              <a:t>歌</a:t>
            </a:r>
            <a:endParaRPr lang="en-US" sz="6000" dirty="0">
              <a:solidFill>
                <a:schemeClr val="tx1"/>
              </a:solidFill>
            </a:endParaRPr>
          </a:p>
          <a:p>
            <a:pPr algn="ctr"/>
            <a:endParaRPr lang="en-HK" altLang="zh-TW" sz="6000" b="1" dirty="0">
              <a:solidFill>
                <a:schemeClr val="tx1"/>
              </a:solidFill>
              <a:latin typeface="DFKai-SB" panose="03000509000000000000" pitchFamily="65" charset="-120"/>
              <a:ea typeface="DFKai-SB" panose="03000509000000000000" pitchFamily="65" charset="-120"/>
            </a:endParaRPr>
          </a:p>
          <a:p>
            <a:pPr marL="114300" indent="0" algn="ctr">
              <a:lnSpc>
                <a:spcPct val="80000"/>
              </a:lnSpc>
              <a:buNone/>
            </a:pPr>
            <a:r>
              <a:rPr lang="zh-CN" altLang="en-US" sz="6000" b="1" dirty="0">
                <a:solidFill>
                  <a:schemeClr val="tx1"/>
                </a:solidFill>
                <a:latin typeface="DFKai-SB" panose="03000509000000000000" pitchFamily="65" charset="-120"/>
                <a:ea typeface="DFKai-SB" panose="03000509000000000000" pitchFamily="65" charset="-120"/>
              </a:rPr>
              <a:t>称谢那以睿智</a:t>
            </a:r>
            <a:r>
              <a:rPr lang="zh-CN" sz="6000" b="1" dirty="0">
                <a:solidFill>
                  <a:schemeClr val="tx1"/>
                </a:solidFill>
                <a:latin typeface="DFKai-SB" panose="03000509000000000000" pitchFamily="65" charset="-120"/>
                <a:ea typeface="DFKai-SB" panose="03000509000000000000" pitchFamily="65" charset="-120"/>
              </a:rPr>
              <a:t>，</a:t>
            </a:r>
            <a:endParaRPr lang="en-US" sz="6000" dirty="0">
              <a:solidFill>
                <a:schemeClr val="tx1"/>
              </a:solidFill>
              <a:ea typeface="DFKai-SB"/>
            </a:endParaRPr>
          </a:p>
          <a:p>
            <a:pPr marL="114300" indent="0" algn="ctr">
              <a:lnSpc>
                <a:spcPct val="80000"/>
              </a:lnSpc>
              <a:buNone/>
            </a:pPr>
            <a:r>
              <a:rPr lang="zh-CN" altLang="en-US" sz="6000" b="1" dirty="0">
                <a:solidFill>
                  <a:schemeClr val="tx1"/>
                </a:solidFill>
                <a:latin typeface="DFKai-SB" panose="03000509000000000000" pitchFamily="65" charset="-120"/>
                <a:ea typeface="DFKai-SB" panose="03000509000000000000" pitchFamily="65" charset="-120"/>
              </a:rPr>
              <a:t>创造宇宙</a:t>
            </a:r>
            <a:r>
              <a:rPr lang="zh-CN" sz="6000" b="1" dirty="0">
                <a:solidFill>
                  <a:schemeClr val="tx1"/>
                </a:solidFill>
                <a:latin typeface="DFKai-SB" panose="03000509000000000000" pitchFamily="65" charset="-120"/>
                <a:ea typeface="DFKai-SB" panose="03000509000000000000" pitchFamily="65" charset="-120"/>
              </a:rPr>
              <a:t>的，</a:t>
            </a:r>
            <a:endParaRPr lang="zh-CN" sz="6000" dirty="0">
              <a:solidFill>
                <a:schemeClr val="tx1"/>
              </a:solidFill>
            </a:endParaRPr>
          </a:p>
          <a:p>
            <a:pPr marL="114300" algn="ctr">
              <a:lnSpc>
                <a:spcPct val="80000"/>
              </a:lnSpc>
            </a:pPr>
            <a:r>
              <a:rPr lang="zh-CN" sz="6000" b="1" dirty="0">
                <a:solidFill>
                  <a:schemeClr val="tx1"/>
                </a:solidFill>
                <a:latin typeface="DFKai-SB" panose="03000509000000000000" pitchFamily="65" charset="-120"/>
                <a:ea typeface="DFKai-SB" panose="03000509000000000000" pitchFamily="65" charset="-120"/>
              </a:rPr>
              <a:t>因祂的仁慈永</a:t>
            </a:r>
            <a:r>
              <a:rPr lang="zh-CN" altLang="en-US" sz="6000" b="1" dirty="0">
                <a:solidFill>
                  <a:schemeClr val="tx1"/>
                </a:solidFill>
                <a:latin typeface="DFKai-SB" panose="03000509000000000000" pitchFamily="65" charset="-120"/>
                <a:ea typeface="DFKai-SB" panose="03000509000000000000" pitchFamily="65" charset="-120"/>
              </a:rPr>
              <a:t>远长</a:t>
            </a:r>
            <a:r>
              <a:rPr lang="zh-CN" sz="6000" b="1" dirty="0">
                <a:solidFill>
                  <a:schemeClr val="tx1"/>
                </a:solidFill>
                <a:latin typeface="DFKai-SB" panose="03000509000000000000" pitchFamily="65" charset="-120"/>
                <a:ea typeface="DFKai-SB" panose="03000509000000000000" pitchFamily="65" charset="-120"/>
              </a:rPr>
              <a:t>存，</a:t>
            </a:r>
            <a:endParaRPr lang="zh-CN" sz="6000" dirty="0">
              <a:solidFill>
                <a:schemeClr val="tx1"/>
              </a:solidFill>
            </a:endParaRPr>
          </a:p>
          <a:p>
            <a:pPr marL="114300" algn="ctr">
              <a:lnSpc>
                <a:spcPct val="80000"/>
              </a:lnSpc>
            </a:pPr>
            <a:r>
              <a:rPr lang="zh-CN" sz="6000" b="1" dirty="0">
                <a:solidFill>
                  <a:schemeClr val="tx1"/>
                </a:solidFill>
                <a:latin typeface="DFKai-SB" panose="03000509000000000000" pitchFamily="65" charset="-120"/>
                <a:ea typeface="DFKai-SB" panose="03000509000000000000" pitchFamily="65" charset="-120"/>
              </a:rPr>
              <a:t>祂的仁慈永</a:t>
            </a:r>
            <a:r>
              <a:rPr lang="zh-CN" altLang="en-US" sz="6000" b="1" dirty="0">
                <a:solidFill>
                  <a:schemeClr val="tx1"/>
                </a:solidFill>
                <a:latin typeface="DFKai-SB" panose="03000509000000000000" pitchFamily="65" charset="-120"/>
                <a:ea typeface="DFKai-SB" panose="03000509000000000000" pitchFamily="65" charset="-120"/>
              </a:rPr>
              <a:t>长</a:t>
            </a:r>
            <a:r>
              <a:rPr lang="zh-CN" sz="6000" b="1" dirty="0">
                <a:solidFill>
                  <a:schemeClr val="tx1"/>
                </a:solidFill>
                <a:latin typeface="DFKai-SB" panose="03000509000000000000" pitchFamily="65" charset="-120"/>
                <a:ea typeface="DFKai-SB" panose="03000509000000000000" pitchFamily="65" charset="-120"/>
              </a:rPr>
              <a:t>存。</a:t>
            </a:r>
            <a:endParaRPr lang="zh-CN" altLang="en-US" sz="6000" dirty="0">
              <a:solidFill>
                <a:schemeClr val="tx1"/>
              </a:solidFill>
            </a:endParaRPr>
          </a:p>
          <a:p>
            <a:pPr marL="114300" algn="ctr">
              <a:lnSpc>
                <a:spcPct val="80000"/>
              </a:lnSpc>
            </a:pPr>
            <a:endParaRPr lang="zh-CN" sz="4800" b="1" dirty="0">
              <a:solidFill>
                <a:schemeClr val="tx1"/>
              </a:solidFill>
            </a:endParaRPr>
          </a:p>
          <a:p>
            <a:pPr marL="114300" algn="ctr">
              <a:lnSpc>
                <a:spcPct val="80000"/>
              </a:lnSpc>
            </a:pPr>
            <a:endParaRPr lang="zh-CN" sz="4800" b="1" dirty="0">
              <a:solidFill>
                <a:schemeClr val="tx1"/>
              </a:solidFill>
            </a:endParaRPr>
          </a:p>
          <a:p>
            <a:pPr marL="114300" indent="0" algn="ctr">
              <a:lnSpc>
                <a:spcPct val="80000"/>
              </a:lnSpc>
              <a:buNone/>
            </a:pPr>
            <a:endParaRPr lang="zh-CN" altLang="en-US" sz="4800" b="1" dirty="0">
              <a:solidFill>
                <a:schemeClr val="tx1"/>
              </a:solidFill>
              <a:latin typeface="DFKai-SB" panose="03000509000000000000" pitchFamily="65" charset="-120"/>
              <a:ea typeface="DFKai-SB" panose="03000509000000000000" pitchFamily="65" charset="-120"/>
            </a:endParaRPr>
          </a:p>
          <a:p>
            <a:pPr algn="ctr"/>
            <a:r>
              <a:rPr lang="zh-TW" altLang="en-US" sz="4800" b="1" dirty="0">
                <a:solidFill>
                  <a:schemeClr val="tx1"/>
                </a:solidFill>
                <a:latin typeface="DFKai-SB" panose="03000509000000000000" pitchFamily="65" charset="-120"/>
                <a:ea typeface="DFKai-SB"/>
              </a:rPr>
              <a:t> </a:t>
            </a:r>
            <a:endParaRPr lang="en-HK" sz="4800" b="1" dirty="0">
              <a:solidFill>
                <a:schemeClr val="tx1"/>
              </a:solidFill>
              <a:ea typeface="DFKai-SB"/>
            </a:endParaRPr>
          </a:p>
        </p:txBody>
      </p:sp>
      <p:sp>
        <p:nvSpPr>
          <p:cNvPr id="10" name="Rectangle: Rounded Corners 9">
            <a:extLst>
              <a:ext uri="{FF2B5EF4-FFF2-40B4-BE49-F238E27FC236}">
                <a16:creationId xmlns:a16="http://schemas.microsoft.com/office/drawing/2014/main" id="{2DA70647-70BA-1B3B-A004-5F3545E9939A}"/>
              </a:ext>
            </a:extLst>
          </p:cNvPr>
          <p:cNvSpPr/>
          <p:nvPr/>
        </p:nvSpPr>
        <p:spPr>
          <a:xfrm>
            <a:off x="220717" y="168142"/>
            <a:ext cx="8702566" cy="790401"/>
          </a:xfrm>
          <a:prstGeom prst="roundRect">
            <a:avLst>
              <a:gd name="adj" fmla="val 11488"/>
            </a:avLst>
          </a:prstGeom>
          <a:solidFill>
            <a:srgbClr val="5572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3600" b="1">
                <a:solidFill>
                  <a:schemeClr val="bg1"/>
                </a:solidFill>
              </a:rPr>
              <a:t>礼成咏　</a:t>
            </a:r>
            <a:r>
              <a:rPr lang="en-US" altLang="zh-TW" sz="3600" b="1">
                <a:solidFill>
                  <a:schemeClr val="bg1"/>
                </a:solidFill>
              </a:rPr>
              <a:t>Recessional Hymn</a:t>
            </a:r>
            <a:endParaRPr lang="en-HK" sz="3600" b="1">
              <a:solidFill>
                <a:schemeClr val="bg1"/>
              </a:solidFill>
            </a:endParaRPr>
          </a:p>
        </p:txBody>
      </p:sp>
    </p:spTree>
    <p:extLst>
      <p:ext uri="{BB962C8B-B14F-4D97-AF65-F5344CB8AC3E}">
        <p14:creationId xmlns:p14="http://schemas.microsoft.com/office/powerpoint/2010/main" val="29400330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EB677F-37E0-DCFE-2BDA-B07CD3F69D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6E2C6B-FD3C-17CC-D04A-D92607B4941A}"/>
              </a:ext>
            </a:extLst>
          </p:cNvPr>
          <p:cNvSpPr>
            <a:spLocks noGrp="1"/>
          </p:cNvSpPr>
          <p:nvPr>
            <p:ph type="ctrTitle"/>
          </p:nvPr>
        </p:nvSpPr>
        <p:spPr/>
        <p:txBody>
          <a:bodyPr/>
          <a:lstStyle/>
          <a:p>
            <a:endParaRPr lang="en-HK"/>
          </a:p>
        </p:txBody>
      </p:sp>
      <p:sp>
        <p:nvSpPr>
          <p:cNvPr id="3" name="Subtitle 2">
            <a:extLst>
              <a:ext uri="{FF2B5EF4-FFF2-40B4-BE49-F238E27FC236}">
                <a16:creationId xmlns:a16="http://schemas.microsoft.com/office/drawing/2014/main" id="{D25EC81D-8DB3-CD58-8100-C68C53DB7FB8}"/>
              </a:ext>
            </a:extLst>
          </p:cNvPr>
          <p:cNvSpPr>
            <a:spLocks noGrp="1"/>
          </p:cNvSpPr>
          <p:nvPr>
            <p:ph type="subTitle" idx="1"/>
          </p:nvPr>
        </p:nvSpPr>
        <p:spPr/>
        <p:txBody>
          <a:bodyPr/>
          <a:lstStyle/>
          <a:p>
            <a:endParaRPr lang="en-HK"/>
          </a:p>
        </p:txBody>
      </p:sp>
      <p:pic>
        <p:nvPicPr>
          <p:cNvPr id="7" name="Picture 6">
            <a:extLst>
              <a:ext uri="{FF2B5EF4-FFF2-40B4-BE49-F238E27FC236}">
                <a16:creationId xmlns:a16="http://schemas.microsoft.com/office/drawing/2014/main" id="{76768679-7EBC-F615-00D9-22AB1E14B36B}"/>
              </a:ext>
            </a:extLst>
          </p:cNvPr>
          <p:cNvPicPr>
            <a:picLocks noChangeAspect="1"/>
          </p:cNvPicPr>
          <p:nvPr/>
        </p:nvPicPr>
        <p:blipFill>
          <a:blip r:embed="rId2">
            <a:extLst>
              <a:ext uri="{28A0092B-C50C-407E-A947-70E740481C1C}">
                <a14:useLocalDpi xmlns:a14="http://schemas.microsoft.com/office/drawing/2010/main" val="0"/>
              </a:ext>
            </a:extLst>
          </a:blip>
          <a:srcRect b="25000"/>
          <a:stretch>
            <a:fillRect/>
          </a:stretch>
        </p:blipFill>
        <p:spPr>
          <a:xfrm>
            <a:off x="0" y="1"/>
            <a:ext cx="9144001" cy="6858000"/>
          </a:xfrm>
          <a:prstGeom prst="rect">
            <a:avLst/>
          </a:prstGeom>
        </p:spPr>
      </p:pic>
      <p:sp>
        <p:nvSpPr>
          <p:cNvPr id="8" name="Rectangle: Rounded Corners 7">
            <a:extLst>
              <a:ext uri="{FF2B5EF4-FFF2-40B4-BE49-F238E27FC236}">
                <a16:creationId xmlns:a16="http://schemas.microsoft.com/office/drawing/2014/main" id="{832D7409-8EF1-0D60-CFE4-7777965EBD2D}"/>
              </a:ext>
            </a:extLst>
          </p:cNvPr>
          <p:cNvSpPr/>
          <p:nvPr/>
        </p:nvSpPr>
        <p:spPr>
          <a:xfrm>
            <a:off x="220714" y="1122363"/>
            <a:ext cx="8702565" cy="5524237"/>
          </a:xfrm>
          <a:prstGeom prst="roundRect">
            <a:avLst>
              <a:gd name="adj" fmla="val 2712"/>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t"/>
          <a:lstStyle/>
          <a:p>
            <a:pPr algn="ctr"/>
            <a:r>
              <a:rPr lang="zh-TW" altLang="en-US" sz="6000" b="1" dirty="0">
                <a:solidFill>
                  <a:schemeClr val="tx1"/>
                </a:solidFill>
                <a:ea typeface="DFKai-SB"/>
              </a:rPr>
              <a:t>大赞</a:t>
            </a:r>
            <a:r>
              <a:rPr lang="zh-TW" sz="6000" b="1" dirty="0">
                <a:solidFill>
                  <a:schemeClr val="tx1"/>
                </a:solidFill>
                <a:ea typeface="DFKai-SB"/>
              </a:rPr>
              <a:t>歌</a:t>
            </a:r>
            <a:endParaRPr lang="en-US" sz="6000" dirty="0">
              <a:solidFill>
                <a:schemeClr val="tx1"/>
              </a:solidFill>
            </a:endParaRPr>
          </a:p>
          <a:p>
            <a:pPr algn="ctr"/>
            <a:endParaRPr lang="en-HK" altLang="zh-TW" sz="6000" b="1" dirty="0">
              <a:solidFill>
                <a:schemeClr val="tx1"/>
              </a:solidFill>
              <a:latin typeface="DFKai-SB" panose="03000509000000000000" pitchFamily="65" charset="-120"/>
              <a:ea typeface="DFKai-SB" panose="03000509000000000000" pitchFamily="65" charset="-120"/>
            </a:endParaRPr>
          </a:p>
          <a:p>
            <a:pPr marL="114300" indent="0" algn="ctr">
              <a:lnSpc>
                <a:spcPct val="80000"/>
              </a:lnSpc>
              <a:buNone/>
            </a:pPr>
            <a:r>
              <a:rPr lang="zh-CN" altLang="en-US" sz="6000" b="1" dirty="0">
                <a:solidFill>
                  <a:schemeClr val="tx1"/>
                </a:solidFill>
                <a:latin typeface="DFKai-SB" panose="03000509000000000000" pitchFamily="65" charset="-120"/>
                <a:ea typeface="DFKai-SB" panose="03000509000000000000" pitchFamily="65" charset="-120"/>
              </a:rPr>
              <a:t>在我们困难的</a:t>
            </a:r>
            <a:r>
              <a:rPr lang="zh-CN" sz="6000" b="1" dirty="0">
                <a:solidFill>
                  <a:schemeClr val="tx1"/>
                </a:solidFill>
                <a:latin typeface="DFKai-SB" panose="03000509000000000000" pitchFamily="65" charset="-120"/>
                <a:ea typeface="DFKai-SB" panose="03000509000000000000" pitchFamily="65" charset="-120"/>
              </a:rPr>
              <a:t>境地，</a:t>
            </a:r>
            <a:endParaRPr lang="en-US" sz="6000" dirty="0">
              <a:solidFill>
                <a:schemeClr val="tx1"/>
              </a:solidFill>
              <a:ea typeface="DFKai-SB"/>
            </a:endParaRPr>
          </a:p>
          <a:p>
            <a:pPr marL="114300" indent="0" algn="ctr">
              <a:lnSpc>
                <a:spcPct val="80000"/>
              </a:lnSpc>
              <a:buNone/>
            </a:pPr>
            <a:r>
              <a:rPr lang="zh-CN" sz="6000" b="1" dirty="0">
                <a:solidFill>
                  <a:schemeClr val="tx1"/>
                </a:solidFill>
                <a:latin typeface="DFKai-SB" panose="03000509000000000000" pitchFamily="65" charset="-120"/>
                <a:ea typeface="DFKai-SB" panose="03000509000000000000" pitchFamily="65" charset="-120"/>
              </a:rPr>
              <a:t>祂</a:t>
            </a:r>
            <a:r>
              <a:rPr lang="zh-CN" altLang="en-US" sz="6000" b="1" dirty="0">
                <a:solidFill>
                  <a:schemeClr val="tx1"/>
                </a:solidFill>
                <a:latin typeface="DFKai-SB" panose="03000509000000000000" pitchFamily="65" charset="-120"/>
                <a:ea typeface="DFKai-SB" panose="03000509000000000000" pitchFamily="65" charset="-120"/>
              </a:rPr>
              <a:t>顾</a:t>
            </a:r>
            <a:r>
              <a:rPr lang="zh-CN" sz="6000" b="1" dirty="0">
                <a:solidFill>
                  <a:schemeClr val="tx1"/>
                </a:solidFill>
                <a:latin typeface="DFKai-SB" panose="03000509000000000000" pitchFamily="65" charset="-120"/>
                <a:ea typeface="DFKai-SB" panose="03000509000000000000" pitchFamily="65" charset="-120"/>
              </a:rPr>
              <a:t>念了我</a:t>
            </a:r>
            <a:r>
              <a:rPr lang="zh-CN" altLang="en-US" sz="6000" b="1" dirty="0">
                <a:solidFill>
                  <a:schemeClr val="tx1"/>
                </a:solidFill>
                <a:latin typeface="DFKai-SB" panose="03000509000000000000" pitchFamily="65" charset="-120"/>
                <a:ea typeface="DFKai-SB" panose="03000509000000000000" pitchFamily="65" charset="-120"/>
              </a:rPr>
              <a:t>们</a:t>
            </a:r>
            <a:r>
              <a:rPr lang="zh-CN" sz="6000" b="1" dirty="0">
                <a:solidFill>
                  <a:schemeClr val="tx1"/>
                </a:solidFill>
                <a:latin typeface="DFKai-SB" panose="03000509000000000000" pitchFamily="65" charset="-120"/>
                <a:ea typeface="DFKai-SB" panose="03000509000000000000" pitchFamily="65" charset="-120"/>
              </a:rPr>
              <a:t>，</a:t>
            </a:r>
            <a:endParaRPr lang="zh-CN" sz="6000" dirty="0">
              <a:solidFill>
                <a:schemeClr val="tx1"/>
              </a:solidFill>
            </a:endParaRPr>
          </a:p>
          <a:p>
            <a:pPr marL="114300" algn="ctr">
              <a:lnSpc>
                <a:spcPct val="80000"/>
              </a:lnSpc>
            </a:pPr>
            <a:r>
              <a:rPr lang="zh-CN" sz="6000" b="1" dirty="0">
                <a:solidFill>
                  <a:schemeClr val="tx1"/>
                </a:solidFill>
                <a:latin typeface="DFKai-SB" panose="03000509000000000000" pitchFamily="65" charset="-120"/>
                <a:ea typeface="DFKai-SB" panose="03000509000000000000" pitchFamily="65" charset="-120"/>
              </a:rPr>
              <a:t>因祂的仁慈永远</a:t>
            </a:r>
            <a:r>
              <a:rPr lang="zh-CN" altLang="en-US" sz="6000" b="1" dirty="0">
                <a:solidFill>
                  <a:schemeClr val="tx1"/>
                </a:solidFill>
                <a:latin typeface="DFKai-SB" panose="03000509000000000000" pitchFamily="65" charset="-120"/>
                <a:ea typeface="DFKai-SB" panose="03000509000000000000" pitchFamily="65" charset="-120"/>
              </a:rPr>
              <a:t>长</a:t>
            </a:r>
            <a:r>
              <a:rPr lang="zh-CN" sz="6000" b="1" dirty="0">
                <a:solidFill>
                  <a:schemeClr val="tx1"/>
                </a:solidFill>
                <a:latin typeface="DFKai-SB" panose="03000509000000000000" pitchFamily="65" charset="-120"/>
                <a:ea typeface="DFKai-SB" panose="03000509000000000000" pitchFamily="65" charset="-120"/>
              </a:rPr>
              <a:t>存，</a:t>
            </a:r>
            <a:endParaRPr lang="zh-CN" sz="6000" b="1" dirty="0">
              <a:solidFill>
                <a:schemeClr val="tx1"/>
              </a:solidFill>
            </a:endParaRPr>
          </a:p>
          <a:p>
            <a:pPr marL="114300" algn="ctr">
              <a:lnSpc>
                <a:spcPct val="80000"/>
              </a:lnSpc>
            </a:pPr>
            <a:r>
              <a:rPr lang="zh-CN" sz="6000" b="1" dirty="0">
                <a:solidFill>
                  <a:schemeClr val="tx1"/>
                </a:solidFill>
                <a:latin typeface="DFKai-SB" panose="03000509000000000000" pitchFamily="65" charset="-120"/>
                <a:ea typeface="DFKai-SB" panose="03000509000000000000" pitchFamily="65" charset="-120"/>
              </a:rPr>
              <a:t>祂的仁慈永</a:t>
            </a:r>
            <a:r>
              <a:rPr lang="zh-CN" altLang="en-US" sz="6000" b="1" dirty="0">
                <a:solidFill>
                  <a:schemeClr val="tx1"/>
                </a:solidFill>
                <a:latin typeface="DFKai-SB" panose="03000509000000000000" pitchFamily="65" charset="-120"/>
                <a:ea typeface="DFKai-SB" panose="03000509000000000000" pitchFamily="65" charset="-120"/>
              </a:rPr>
              <a:t>长</a:t>
            </a:r>
            <a:r>
              <a:rPr lang="zh-CN" sz="6000" b="1" dirty="0">
                <a:solidFill>
                  <a:schemeClr val="tx1"/>
                </a:solidFill>
                <a:latin typeface="DFKai-SB" panose="03000509000000000000" pitchFamily="65" charset="-120"/>
                <a:ea typeface="DFKai-SB" panose="03000509000000000000" pitchFamily="65" charset="-120"/>
              </a:rPr>
              <a:t>存。</a:t>
            </a:r>
            <a:endParaRPr lang="zh-CN" altLang="en-US" sz="6000" dirty="0">
              <a:solidFill>
                <a:schemeClr val="tx1"/>
              </a:solidFill>
            </a:endParaRPr>
          </a:p>
          <a:p>
            <a:pPr marL="114300" algn="ctr">
              <a:lnSpc>
                <a:spcPct val="80000"/>
              </a:lnSpc>
            </a:pPr>
            <a:endParaRPr lang="zh-CN" sz="4800" b="1" dirty="0">
              <a:solidFill>
                <a:schemeClr val="tx1"/>
              </a:solidFill>
            </a:endParaRPr>
          </a:p>
          <a:p>
            <a:pPr marL="114300" algn="ctr">
              <a:lnSpc>
                <a:spcPct val="80000"/>
              </a:lnSpc>
            </a:pPr>
            <a:endParaRPr lang="zh-CN" sz="4800" b="1" dirty="0">
              <a:solidFill>
                <a:schemeClr val="tx1"/>
              </a:solidFill>
            </a:endParaRPr>
          </a:p>
          <a:p>
            <a:pPr marL="114300" algn="ctr">
              <a:lnSpc>
                <a:spcPct val="80000"/>
              </a:lnSpc>
            </a:pPr>
            <a:endParaRPr lang="zh-CN" sz="4800" b="1" dirty="0">
              <a:solidFill>
                <a:schemeClr val="tx1"/>
              </a:solidFill>
            </a:endParaRPr>
          </a:p>
          <a:p>
            <a:pPr marL="114300" indent="0" algn="ctr">
              <a:lnSpc>
                <a:spcPct val="80000"/>
              </a:lnSpc>
              <a:buNone/>
            </a:pPr>
            <a:endParaRPr lang="zh-CN" altLang="en-US" sz="4800" b="1" dirty="0">
              <a:solidFill>
                <a:schemeClr val="tx1"/>
              </a:solidFill>
              <a:latin typeface="DFKai-SB" panose="03000509000000000000" pitchFamily="65" charset="-120"/>
              <a:ea typeface="DFKai-SB" panose="03000509000000000000" pitchFamily="65" charset="-120"/>
            </a:endParaRPr>
          </a:p>
          <a:p>
            <a:pPr algn="ctr"/>
            <a:r>
              <a:rPr lang="zh-TW" altLang="en-US" sz="4800" b="1" dirty="0">
                <a:solidFill>
                  <a:schemeClr val="tx1"/>
                </a:solidFill>
                <a:latin typeface="DFKai-SB" panose="03000509000000000000" pitchFamily="65" charset="-120"/>
                <a:ea typeface="DFKai-SB"/>
              </a:rPr>
              <a:t> </a:t>
            </a:r>
            <a:endParaRPr lang="en-HK" sz="4800" b="1" dirty="0">
              <a:solidFill>
                <a:schemeClr val="tx1"/>
              </a:solidFill>
              <a:ea typeface="DFKai-SB"/>
            </a:endParaRPr>
          </a:p>
        </p:txBody>
      </p:sp>
      <p:sp>
        <p:nvSpPr>
          <p:cNvPr id="10" name="Rectangle: Rounded Corners 9">
            <a:extLst>
              <a:ext uri="{FF2B5EF4-FFF2-40B4-BE49-F238E27FC236}">
                <a16:creationId xmlns:a16="http://schemas.microsoft.com/office/drawing/2014/main" id="{523EFDA8-9E31-1F37-202C-1DABEFE51CCE}"/>
              </a:ext>
            </a:extLst>
          </p:cNvPr>
          <p:cNvSpPr/>
          <p:nvPr/>
        </p:nvSpPr>
        <p:spPr>
          <a:xfrm>
            <a:off x="220717" y="168142"/>
            <a:ext cx="8702566" cy="790401"/>
          </a:xfrm>
          <a:prstGeom prst="roundRect">
            <a:avLst>
              <a:gd name="adj" fmla="val 11488"/>
            </a:avLst>
          </a:prstGeom>
          <a:solidFill>
            <a:srgbClr val="5572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3600" b="1">
                <a:solidFill>
                  <a:schemeClr val="bg1"/>
                </a:solidFill>
              </a:rPr>
              <a:t>礼成咏　</a:t>
            </a:r>
            <a:r>
              <a:rPr lang="en-US" altLang="zh-TW" sz="3600" b="1">
                <a:solidFill>
                  <a:schemeClr val="bg1"/>
                </a:solidFill>
              </a:rPr>
              <a:t>Recessional Hymn</a:t>
            </a:r>
            <a:endParaRPr lang="en-HK" sz="3600" b="1">
              <a:solidFill>
                <a:schemeClr val="bg1"/>
              </a:solidFill>
            </a:endParaRPr>
          </a:p>
        </p:txBody>
      </p:sp>
    </p:spTree>
    <p:extLst>
      <p:ext uri="{BB962C8B-B14F-4D97-AF65-F5344CB8AC3E}">
        <p14:creationId xmlns:p14="http://schemas.microsoft.com/office/powerpoint/2010/main" val="10534368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4962C6-4F0C-AF84-DD63-D10E9BDBAF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D8FBB7-A97C-2DA8-4FD3-9EDF26510383}"/>
              </a:ext>
            </a:extLst>
          </p:cNvPr>
          <p:cNvSpPr>
            <a:spLocks noGrp="1"/>
          </p:cNvSpPr>
          <p:nvPr>
            <p:ph type="ctrTitle"/>
          </p:nvPr>
        </p:nvSpPr>
        <p:spPr/>
        <p:txBody>
          <a:bodyPr/>
          <a:lstStyle/>
          <a:p>
            <a:endParaRPr lang="en-HK"/>
          </a:p>
        </p:txBody>
      </p:sp>
      <p:sp>
        <p:nvSpPr>
          <p:cNvPr id="3" name="Subtitle 2">
            <a:extLst>
              <a:ext uri="{FF2B5EF4-FFF2-40B4-BE49-F238E27FC236}">
                <a16:creationId xmlns:a16="http://schemas.microsoft.com/office/drawing/2014/main" id="{1B295A81-D13F-0693-E069-A73713DDE053}"/>
              </a:ext>
            </a:extLst>
          </p:cNvPr>
          <p:cNvSpPr>
            <a:spLocks noGrp="1"/>
          </p:cNvSpPr>
          <p:nvPr>
            <p:ph type="subTitle" idx="1"/>
          </p:nvPr>
        </p:nvSpPr>
        <p:spPr/>
        <p:txBody>
          <a:bodyPr/>
          <a:lstStyle/>
          <a:p>
            <a:endParaRPr lang="en-HK"/>
          </a:p>
        </p:txBody>
      </p:sp>
      <p:pic>
        <p:nvPicPr>
          <p:cNvPr id="7" name="Picture 6">
            <a:extLst>
              <a:ext uri="{FF2B5EF4-FFF2-40B4-BE49-F238E27FC236}">
                <a16:creationId xmlns:a16="http://schemas.microsoft.com/office/drawing/2014/main" id="{9218A54C-AB51-778A-D48F-E720D18FF9BE}"/>
              </a:ext>
            </a:extLst>
          </p:cNvPr>
          <p:cNvPicPr>
            <a:picLocks noChangeAspect="1"/>
          </p:cNvPicPr>
          <p:nvPr/>
        </p:nvPicPr>
        <p:blipFill>
          <a:blip r:embed="rId2">
            <a:extLst>
              <a:ext uri="{28A0092B-C50C-407E-A947-70E740481C1C}">
                <a14:useLocalDpi xmlns:a14="http://schemas.microsoft.com/office/drawing/2010/main" val="0"/>
              </a:ext>
            </a:extLst>
          </a:blip>
          <a:srcRect b="25000"/>
          <a:stretch>
            <a:fillRect/>
          </a:stretch>
        </p:blipFill>
        <p:spPr>
          <a:xfrm>
            <a:off x="0" y="1"/>
            <a:ext cx="9144001" cy="6858000"/>
          </a:xfrm>
          <a:prstGeom prst="rect">
            <a:avLst/>
          </a:prstGeom>
        </p:spPr>
      </p:pic>
      <p:sp>
        <p:nvSpPr>
          <p:cNvPr id="8" name="Rectangle: Rounded Corners 7">
            <a:extLst>
              <a:ext uri="{FF2B5EF4-FFF2-40B4-BE49-F238E27FC236}">
                <a16:creationId xmlns:a16="http://schemas.microsoft.com/office/drawing/2014/main" id="{273E31E5-846E-D72C-D341-1264335C723E}"/>
              </a:ext>
            </a:extLst>
          </p:cNvPr>
          <p:cNvSpPr/>
          <p:nvPr/>
        </p:nvSpPr>
        <p:spPr>
          <a:xfrm>
            <a:off x="220714" y="1122363"/>
            <a:ext cx="8702565" cy="5524237"/>
          </a:xfrm>
          <a:prstGeom prst="roundRect">
            <a:avLst>
              <a:gd name="adj" fmla="val 2712"/>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t"/>
          <a:lstStyle/>
          <a:p>
            <a:pPr algn="ctr"/>
            <a:r>
              <a:rPr lang="zh-TW" sz="6000" b="1" dirty="0">
                <a:solidFill>
                  <a:schemeClr val="tx1"/>
                </a:solidFill>
                <a:latin typeface="+mn-ea"/>
              </a:rPr>
              <a:t>大</a:t>
            </a:r>
            <a:r>
              <a:rPr lang="zh-TW" altLang="en-US" sz="6000" b="1" dirty="0">
                <a:solidFill>
                  <a:schemeClr val="tx1"/>
                </a:solidFill>
                <a:latin typeface="+mn-ea"/>
              </a:rPr>
              <a:t>赞</a:t>
            </a:r>
            <a:r>
              <a:rPr lang="zh-TW" sz="6000" b="1" dirty="0">
                <a:solidFill>
                  <a:schemeClr val="tx1"/>
                </a:solidFill>
                <a:latin typeface="+mn-ea"/>
              </a:rPr>
              <a:t>歌</a:t>
            </a:r>
            <a:endParaRPr lang="en-US" sz="6000" b="1" dirty="0">
              <a:solidFill>
                <a:schemeClr val="tx1"/>
              </a:solidFill>
              <a:latin typeface="+mn-ea"/>
            </a:endParaRPr>
          </a:p>
          <a:p>
            <a:pPr algn="ctr"/>
            <a:endParaRPr lang="en-HK" altLang="zh-TW" sz="6000" b="1" dirty="0">
              <a:solidFill>
                <a:schemeClr val="tx1"/>
              </a:solidFill>
              <a:latin typeface="KaiTi"/>
              <a:ea typeface="DFKai-SB" panose="03000509000000000000" pitchFamily="65" charset="-120"/>
            </a:endParaRPr>
          </a:p>
          <a:p>
            <a:pPr marL="114300" algn="ctr">
              <a:lnSpc>
                <a:spcPct val="80000"/>
              </a:lnSpc>
            </a:pPr>
            <a:r>
              <a:rPr lang="zh-CN" altLang="en-US" sz="6000" b="1" dirty="0">
                <a:solidFill>
                  <a:schemeClr val="tx1"/>
                </a:solidFill>
                <a:latin typeface="KaiTi"/>
                <a:ea typeface="KaiTi"/>
              </a:rPr>
              <a:t>你们应当称谢天主，</a:t>
            </a:r>
          </a:p>
          <a:p>
            <a:pPr marL="114300" indent="0" algn="ctr">
              <a:lnSpc>
                <a:spcPct val="80000"/>
              </a:lnSpc>
              <a:buNone/>
            </a:pPr>
            <a:r>
              <a:rPr lang="zh-CN" altLang="en-US" sz="6000" b="1" dirty="0">
                <a:solidFill>
                  <a:schemeClr val="tx1"/>
                </a:solidFill>
                <a:latin typeface="KaiTi"/>
                <a:ea typeface="KaiTi"/>
              </a:rPr>
              <a:t>因为祂是全能的，</a:t>
            </a:r>
          </a:p>
          <a:p>
            <a:pPr marL="114300" algn="ctr">
              <a:lnSpc>
                <a:spcPct val="80000"/>
              </a:lnSpc>
            </a:pPr>
            <a:r>
              <a:rPr lang="zh-CN" altLang="en-US" sz="6000" b="1" dirty="0">
                <a:solidFill>
                  <a:schemeClr val="tx1"/>
                </a:solidFill>
                <a:latin typeface="KaiTi"/>
                <a:ea typeface="KaiTi"/>
              </a:rPr>
              <a:t>因祂的仁慈永远長存，</a:t>
            </a:r>
          </a:p>
          <a:p>
            <a:pPr marL="114300" algn="ctr">
              <a:lnSpc>
                <a:spcPct val="80000"/>
              </a:lnSpc>
            </a:pPr>
            <a:r>
              <a:rPr lang="zh-CN" altLang="en-US" sz="6000" b="1" dirty="0">
                <a:solidFill>
                  <a:schemeClr val="tx1"/>
                </a:solidFill>
                <a:latin typeface="KaiTi"/>
                <a:ea typeface="KaiTi"/>
              </a:rPr>
              <a:t>祂的仁慈永長存。</a:t>
            </a:r>
          </a:p>
          <a:p>
            <a:pPr marL="114300" algn="ctr">
              <a:lnSpc>
                <a:spcPct val="80000"/>
              </a:lnSpc>
            </a:pPr>
            <a:endParaRPr lang="zh-CN" sz="5400" b="1" dirty="0">
              <a:solidFill>
                <a:schemeClr val="tx1"/>
              </a:solidFill>
            </a:endParaRPr>
          </a:p>
          <a:p>
            <a:pPr marL="114300" algn="ctr">
              <a:lnSpc>
                <a:spcPct val="80000"/>
              </a:lnSpc>
            </a:pPr>
            <a:endParaRPr lang="zh-CN" sz="5400" b="1" dirty="0">
              <a:solidFill>
                <a:schemeClr val="tx1"/>
              </a:solidFill>
            </a:endParaRPr>
          </a:p>
          <a:p>
            <a:pPr marL="114300" algn="ctr">
              <a:lnSpc>
                <a:spcPct val="80000"/>
              </a:lnSpc>
            </a:pPr>
            <a:endParaRPr lang="zh-CN" sz="5400" b="1" dirty="0">
              <a:solidFill>
                <a:schemeClr val="tx1"/>
              </a:solidFill>
            </a:endParaRPr>
          </a:p>
          <a:p>
            <a:pPr marL="114300" algn="ctr">
              <a:lnSpc>
                <a:spcPct val="80000"/>
              </a:lnSpc>
            </a:pPr>
            <a:endParaRPr lang="zh-CN" sz="5400" b="1" dirty="0">
              <a:solidFill>
                <a:schemeClr val="tx1"/>
              </a:solidFill>
            </a:endParaRPr>
          </a:p>
          <a:p>
            <a:pPr marL="114300" indent="0" algn="ctr">
              <a:lnSpc>
                <a:spcPct val="80000"/>
              </a:lnSpc>
              <a:buNone/>
            </a:pPr>
            <a:endParaRPr lang="zh-CN" altLang="en-US" sz="5400" b="1" dirty="0">
              <a:solidFill>
                <a:schemeClr val="tx1"/>
              </a:solidFill>
              <a:latin typeface="DFKai-SB" panose="03000509000000000000" pitchFamily="65" charset="-120"/>
              <a:ea typeface="DFKai-SB" panose="03000509000000000000" pitchFamily="65" charset="-120"/>
            </a:endParaRPr>
          </a:p>
          <a:p>
            <a:pPr algn="ctr"/>
            <a:r>
              <a:rPr lang="zh-TW" altLang="en-US" sz="5400" b="1" dirty="0">
                <a:solidFill>
                  <a:schemeClr val="tx1"/>
                </a:solidFill>
                <a:latin typeface="DFKai-SB" panose="03000509000000000000" pitchFamily="65" charset="-120"/>
                <a:ea typeface="DFKai-SB"/>
              </a:rPr>
              <a:t> </a:t>
            </a:r>
            <a:endParaRPr lang="en-HK" sz="5400" b="1" dirty="0">
              <a:solidFill>
                <a:schemeClr val="tx1"/>
              </a:solidFill>
              <a:ea typeface="DFKai-SB"/>
            </a:endParaRPr>
          </a:p>
        </p:txBody>
      </p:sp>
      <p:sp>
        <p:nvSpPr>
          <p:cNvPr id="10" name="Rectangle: Rounded Corners 9">
            <a:extLst>
              <a:ext uri="{FF2B5EF4-FFF2-40B4-BE49-F238E27FC236}">
                <a16:creationId xmlns:a16="http://schemas.microsoft.com/office/drawing/2014/main" id="{392EE292-96B7-69C8-6BFB-7671CF7817AA}"/>
              </a:ext>
            </a:extLst>
          </p:cNvPr>
          <p:cNvSpPr/>
          <p:nvPr/>
        </p:nvSpPr>
        <p:spPr>
          <a:xfrm>
            <a:off x="220717" y="168142"/>
            <a:ext cx="8702566" cy="790401"/>
          </a:xfrm>
          <a:prstGeom prst="roundRect">
            <a:avLst>
              <a:gd name="adj" fmla="val 11488"/>
            </a:avLst>
          </a:prstGeom>
          <a:solidFill>
            <a:srgbClr val="5572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3600" b="1">
                <a:solidFill>
                  <a:schemeClr val="bg1"/>
                </a:solidFill>
              </a:rPr>
              <a:t>礼成咏　</a:t>
            </a:r>
            <a:r>
              <a:rPr lang="en-US" altLang="zh-TW" sz="3600" b="1">
                <a:solidFill>
                  <a:schemeClr val="bg1"/>
                </a:solidFill>
              </a:rPr>
              <a:t>Recessional Hymn</a:t>
            </a:r>
            <a:endParaRPr lang="en-HK" sz="3600" b="1">
              <a:solidFill>
                <a:schemeClr val="bg1"/>
              </a:solidFill>
            </a:endParaRPr>
          </a:p>
        </p:txBody>
      </p:sp>
    </p:spTree>
    <p:extLst>
      <p:ext uri="{BB962C8B-B14F-4D97-AF65-F5344CB8AC3E}">
        <p14:creationId xmlns:p14="http://schemas.microsoft.com/office/powerpoint/2010/main" val="39589505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EB Garamond + DFKai">
      <a:majorFont>
        <a:latin typeface="EB Garamond"/>
        <a:ea typeface="楷体"/>
        <a:cs typeface=""/>
      </a:majorFont>
      <a:minorFont>
        <a:latin typeface="EB Garamond"/>
        <a:ea typeface="楷体"/>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1372</TotalTime>
  <Words>18034</Words>
  <Application>Microsoft Office PowerPoint</Application>
  <PresentationFormat>On-screen Show (4:3)</PresentationFormat>
  <Paragraphs>1122</Paragraphs>
  <Slides>264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264</vt:i4>
      </vt:variant>
    </vt:vector>
  </HeadingPairs>
  <TitlesOfParts>
    <vt:vector size="270" baseType="lpstr">
      <vt:lpstr>KaiTi</vt:lpstr>
      <vt:lpstr>Aptos</vt:lpstr>
      <vt:lpstr>Arial</vt:lpstr>
      <vt:lpstr>DFKai-SB</vt:lpstr>
      <vt:lpstr>EB Garamond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忏悔礼　Penitential Rite　 </vt:lpstr>
      <vt:lpstr>光荣颂　Gloria</vt:lpstr>
      <vt:lpstr>光荣颂　Gloria</vt:lpstr>
      <vt:lpstr> 光荣颂　Gloria </vt:lpstr>
      <vt:lpstr> 光荣颂　Gloria </vt:lpstr>
      <vt:lpstr> 光荣颂　Gloria </vt:lpstr>
      <vt:lpstr> 集祷经 Collect </vt:lpstr>
      <vt:lpstr> 集祷经 Collect </vt:lpstr>
      <vt:lpstr>PowerPoint Presentation</vt:lpstr>
      <vt:lpstr>PowerPoint Presentation</vt:lpstr>
      <vt:lpstr> 读经一  First Reading　 </vt:lpstr>
      <vt:lpstr> 读经一  First Reading　 </vt:lpstr>
      <vt:lpstr> 读经一  First Reading　 </vt:lpstr>
      <vt:lpstr> 读经一  First Reading　 </vt:lpstr>
      <vt:lpstr> 读经一  First Reading　 </vt:lpstr>
      <vt:lpstr> 读经一  First Reading　 </vt:lpstr>
      <vt:lpstr> 读经一  First Reading　 </vt:lpstr>
      <vt:lpstr> 读经一  First Reading　 </vt:lpstr>
      <vt:lpstr> 答唱咏  Responsorial Psalm　 </vt:lpstr>
      <vt:lpstr> 答唱咏  Responsorial Psalm　 </vt:lpstr>
      <vt:lpstr> 答唱咏  Responsorial Psalm　 </vt:lpstr>
      <vt:lpstr> 答唱咏  Responsorial Psalm　 </vt:lpstr>
      <vt:lpstr> 答唱咏  Responsorial Psalm　 </vt:lpstr>
      <vt:lpstr> 答唱咏  Responsorial Psalm　 </vt:lpstr>
      <vt:lpstr> 答唱咏  Responsorial Psalm　 </vt:lpstr>
      <vt:lpstr> 答唱咏  Responsorial Psalm　 </vt:lpstr>
      <vt:lpstr> 答唱咏  Responsorial Psalm　 </vt:lpstr>
      <vt:lpstr> 答唱咏  Responsorial Psalm　 </vt:lpstr>
      <vt:lpstr> 读经二  Second Reading　 </vt:lpstr>
      <vt:lpstr> 读经二  Second Reading　 </vt:lpstr>
      <vt:lpstr>读经二  Second Reading　</vt:lpstr>
      <vt:lpstr>读经二  Second Reading　</vt:lpstr>
      <vt:lpstr>读经二  Second Reading　</vt:lpstr>
      <vt:lpstr> 福音前欢呼  Gospel Acclamation　 </vt:lpstr>
      <vt:lpstr>福音 Gospel</vt:lpstr>
      <vt:lpstr>福音 Gospel</vt:lpstr>
      <vt:lpstr>福音 Gospel</vt:lpstr>
      <vt:lpstr>福音 Gospel</vt:lpstr>
      <vt:lpstr>福音 Gospel</vt:lpstr>
      <vt:lpstr>福音 Gospel</vt:lpstr>
      <vt:lpstr>福音 Gospel</vt:lpstr>
      <vt:lpstr>福音 Gospel</vt:lpstr>
      <vt:lpstr>福音 Gospel</vt:lpstr>
      <vt:lpstr>PowerPoint Presentation</vt:lpstr>
      <vt:lpstr> 信经　Creed </vt:lpstr>
      <vt:lpstr> 信经　Creed </vt:lpstr>
      <vt:lpstr> 信经　Creed </vt:lpstr>
      <vt:lpstr> 信经　Creed </vt:lpstr>
      <vt:lpstr> 信经　Creed </vt:lpstr>
      <vt:lpstr> 信经　Creed </vt:lpstr>
      <vt:lpstr> 信经　Creed </vt:lpstr>
      <vt:lpstr> 信经　Creed </vt:lpstr>
      <vt:lpstr> Prayers of the Faithful　信友祷文 </vt:lpstr>
      <vt:lpstr> Prayers of the Faithful　信友祷文 </vt:lpstr>
      <vt:lpstr> Prayers of the Faithful　信友祷文 </vt:lpstr>
      <vt:lpstr> Prayers of the Faithful　信友祷文 </vt:lpstr>
      <vt:lpstr> Prayers of the Faithful　信友祷文 </vt:lpstr>
      <vt:lpstr> Prayers of the Faithful　信友祷文 </vt:lpstr>
      <vt:lpstr> Prayers of the Faithful　信友祷文 </vt:lpstr>
      <vt:lpstr> Prayers of the Faithful　信友祷文 </vt:lpstr>
      <vt:lpstr> Prayers of the Faithful　信友祷文 </vt:lpstr>
      <vt:lpstr> Prayers of the Faithful　信友祷文 </vt:lpstr>
      <vt:lpstr> Prayers of the Faithful　信友祷文 </vt:lpstr>
      <vt:lpstr> Prayers of the Faithful　信友祷文 </vt:lpstr>
      <vt:lpstr>PowerPoint Presentation</vt:lpstr>
      <vt:lpstr>PowerPoint Presentation</vt:lpstr>
      <vt:lpstr>PowerPoint Presentation</vt:lpstr>
      <vt:lpstr>PowerPoint Presentation</vt:lpstr>
      <vt:lpstr>PowerPoint Presentation</vt:lpstr>
      <vt:lpstr>献礼经　Prayer over the Offerings</vt:lpstr>
      <vt:lpstr>献礼经　Prayer over the Offerings</vt:lpstr>
      <vt:lpstr> 献礼经　Prayer over the Offerings </vt:lpstr>
      <vt:lpstr>PowerPoint Presentation</vt:lpstr>
      <vt:lpstr> 感恩经　Eucharistic Prayer </vt:lpstr>
      <vt:lpstr>PowerPoint Presentation</vt:lpstr>
      <vt:lpstr>PowerPoint Presentation</vt:lpstr>
      <vt:lpstr> 常年期主日颂谢词（一）　Preface I </vt:lpstr>
      <vt:lpstr> 常年期主日颂谢词（一）　Preface I </vt:lpstr>
      <vt:lpstr> 常年期主日颂谢词（一）　Preface I </vt:lpstr>
      <vt:lpstr> 常年期主日颂谢词（一）　Preface I </vt:lpstr>
      <vt:lpstr> 常年期主日颂谢词（二）　Preface II </vt:lpstr>
      <vt:lpstr> 常年期主日颂谢词（二）　Preface II </vt:lpstr>
      <vt:lpstr> 常年期主日颂谢词（二）　Preface II </vt:lpstr>
      <vt:lpstr> 常年期主日颂谢词（三）　Preface III </vt:lpstr>
      <vt:lpstr> 常年期主日颂谢词（三）　Preface III </vt:lpstr>
      <vt:lpstr> 常年期主日颂谢词（三）　Preface III </vt:lpstr>
      <vt:lpstr> 常年期主日颂谢词（三）　Preface III </vt:lpstr>
      <vt:lpstr>  常年期主日颂谢词（四）　Preface IV  </vt:lpstr>
      <vt:lpstr>  常年期主日颂谢词（四）　Preface IV  </vt:lpstr>
      <vt:lpstr>  常年期主日颂谢词（四）　Preface IV  </vt:lpstr>
      <vt:lpstr>  常年期主日颂谢词（五）　Preface V  </vt:lpstr>
      <vt:lpstr>  常年期主日颂谢词（五）　Preface V  </vt:lpstr>
      <vt:lpstr>  常年期主日颂谢词（五）　Preface V  </vt:lpstr>
      <vt:lpstr>  常年期主日颂谢词（六）　Preface VI  </vt:lpstr>
      <vt:lpstr>  常年期主日颂谢词（六）　Preface VI  </vt:lpstr>
      <vt:lpstr>  常年期主日颂谢词（六）　Preface VI  </vt:lpstr>
      <vt:lpstr>  常年期主日颂谢词（六）　Preface VI  </vt:lpstr>
      <vt:lpstr>  常年期主日颂谢词（七）　Preface VII  </vt:lpstr>
      <vt:lpstr>  常年期主日颂谢词（七）　Preface VII  </vt:lpstr>
      <vt:lpstr>  常年期主日颂谢词（七）　Preface VII  </vt:lpstr>
      <vt:lpstr>  常年期主日颂谢词（七）　Preface VII  </vt:lpstr>
      <vt:lpstr> 常年期主日颂谢词（八）　Preface VIII </vt:lpstr>
      <vt:lpstr> 常年期主日颂谢词（八）　Preface VIII </vt:lpstr>
      <vt:lpstr> 常年期主日颂谢词（八）　Preface VIII </vt:lpstr>
      <vt:lpstr> 常年期主日颂谢词（八）　Preface VIII </vt:lpstr>
      <vt:lpstr>PowerPoint Presentation</vt:lpstr>
      <vt:lpstr> 感恩经（一）　Eucharistic Prayer I </vt:lpstr>
      <vt:lpstr> 感恩经（一）　Eucharistic Prayer I </vt:lpstr>
      <vt:lpstr> 感恩经（一）　Eucharistic Prayer I </vt:lpstr>
      <vt:lpstr> 感恩经（一）　Eucharistic Prayer I </vt:lpstr>
      <vt:lpstr> 感恩经（一）　Eucharistic Prayer I </vt:lpstr>
      <vt:lpstr> 感恩经（一）　Eucharistic Prayer I </vt:lpstr>
      <vt:lpstr> 感恩经（一）　Eucharistic Prayer I </vt:lpstr>
      <vt:lpstr> 感恩经（一）　Eucharistic Prayer I </vt:lpstr>
      <vt:lpstr> 感恩经（一）　Eucharistic Prayer I </vt:lpstr>
      <vt:lpstr> 感恩经（一）　Eucharistic Prayer I </vt:lpstr>
      <vt:lpstr> 感恩经（一）　Eucharistic Prayer I </vt:lpstr>
      <vt:lpstr> 感恩经（一）　Eucharistic Prayer I </vt:lpstr>
      <vt:lpstr> 感恩经（一）　Eucharistic Prayer I </vt:lpstr>
      <vt:lpstr> 感恩经（一）　Eucharistic Prayer I </vt:lpstr>
      <vt:lpstr> 感恩经（一）　Eucharistic Prayer I </vt:lpstr>
      <vt:lpstr> 感恩经（一）　Eucharistic Prayer I </vt:lpstr>
      <vt:lpstr> Memorial Acclamation　祝圣后欢呼 </vt:lpstr>
      <vt:lpstr> 感恩经（一）　Eucharistic Prayer I </vt:lpstr>
      <vt:lpstr> 感恩经（一）　Eucharistic Prayer I </vt:lpstr>
      <vt:lpstr> 感恩经（一）　Eucharistic Prayer I </vt:lpstr>
      <vt:lpstr> 感恩经（一）　Eucharistic Prayer I </vt:lpstr>
      <vt:lpstr> 感恩经（一）　Eucharistic Prayer I </vt:lpstr>
      <vt:lpstr> 感恩经（一）　Eucharistic Prayer I </vt:lpstr>
      <vt:lpstr> 感恩经（一）　Eucharistic Prayer I </vt:lpstr>
      <vt:lpstr> 感恩经（一）　Eucharistic Prayer I </vt:lpstr>
      <vt:lpstr> 感恩经（一）　Eucharistic Prayer I </vt:lpstr>
      <vt:lpstr> 感恩经（一）　Eucharistic Prayer I </vt:lpstr>
      <vt:lpstr> 感恩经（一）　Eucharistic Prayer I </vt:lpstr>
      <vt:lpstr> 感恩经（一）　Eucharistic Prayer I </vt:lpstr>
      <vt:lpstr> 感恩经（一）　Eucharistic Prayer I </vt:lpstr>
      <vt:lpstr> 颂谢词　Preface </vt:lpstr>
      <vt:lpstr> 颂谢词　Preface </vt:lpstr>
      <vt:lpstr> 颂谢词　Preface </vt:lpstr>
      <vt:lpstr> 颂谢词　Preface </vt:lpstr>
      <vt:lpstr>PowerPoint Presentation</vt:lpstr>
      <vt:lpstr> 感恩经（二）　Eucharistic Prayer II </vt:lpstr>
      <vt:lpstr> 感恩经（二）　Eucharistic Prayer II </vt:lpstr>
      <vt:lpstr> 感恩经（二）　Eucharistic Prayer II </vt:lpstr>
      <vt:lpstr> 感恩经（二）　Eucharistic Prayer II </vt:lpstr>
      <vt:lpstr> 感恩经（二）　Eucharistic Prayer II </vt:lpstr>
      <vt:lpstr> 感恩经（二）　Eucharistic Prayer II </vt:lpstr>
      <vt:lpstr> Memorial Acclamation　祝圣后欢呼 </vt:lpstr>
      <vt:lpstr> 感恩经（二）　Eucharistic Prayer II </vt:lpstr>
      <vt:lpstr> 感恩经（二）　Eucharistic Prayer II </vt:lpstr>
      <vt:lpstr> 感恩经（二）　Eucharistic Prayer II </vt:lpstr>
      <vt:lpstr> 感恩经（二）　Eucharistic Prayer II </vt:lpstr>
      <vt:lpstr> 感恩经（二）　Eucharistic Prayer II </vt:lpstr>
      <vt:lpstr> 感恩经（二）　Eucharistic Prayer II </vt:lpstr>
      <vt:lpstr> 感恩经（二）　Eucharistic Prayer II </vt:lpstr>
      <vt:lpstr> 感恩经（三）　Eucharistic Prayer III </vt:lpstr>
      <vt:lpstr> 感恩经（三）　Eucharistic Prayer III </vt:lpstr>
      <vt:lpstr> 感恩经（三）　Eucharistic Prayer III </vt:lpstr>
      <vt:lpstr> 感恩经（三）　Eucharistic Prayer III </vt:lpstr>
      <vt:lpstr> 感恩经（三）　Eucharistic Prayer III </vt:lpstr>
      <vt:lpstr> 感恩经（三）　Eucharistic Prayer III </vt:lpstr>
      <vt:lpstr> 感恩经（三）　Eucharistic Prayer III </vt:lpstr>
      <vt:lpstr> Memorial Acclamation　祝圣后欢呼 </vt:lpstr>
      <vt:lpstr> 感恩经（三）　Eucharistic Prayer III </vt:lpstr>
      <vt:lpstr>感恩经（三）　Eucharistic Prayer III</vt:lpstr>
      <vt:lpstr>感恩经（三）　Eucharistic Prayer III</vt:lpstr>
      <vt:lpstr>感恩经（三）　Eucharistic Prayer III</vt:lpstr>
      <vt:lpstr>感恩经（三）　Eucharistic Prayer III</vt:lpstr>
      <vt:lpstr>感恩经（三）　Eucharistic Prayer III</vt:lpstr>
      <vt:lpstr>感恩经（三）　Eucharistic Prayer III</vt:lpstr>
      <vt:lpstr>感恩经（三）　Eucharistic Prayer III</vt:lpstr>
      <vt:lpstr>感恩经（三）　Eucharistic Prayer III</vt:lpstr>
      <vt:lpstr>感恩经（三）　Eucharistic Prayer III</vt:lpstr>
      <vt:lpstr>感恩经（三）　Eucharistic Prayer III</vt:lpstr>
      <vt:lpstr>感恩经（三）　Eucharistic Prayer III</vt:lpstr>
      <vt:lpstr>感恩经（三）　Eucharistic Prayer III</vt:lpstr>
      <vt:lpstr>感恩经（三）　Eucharistic Prayer III</vt:lpstr>
      <vt:lpstr>感恩经（三）　Eucharistic Prayer III</vt:lpstr>
      <vt:lpstr>感恩经（三）　Eucharistic Prayer III</vt:lpstr>
      <vt:lpstr> 感恩经（四）　Eucharistic Prayer IV </vt:lpstr>
      <vt:lpstr> 感恩经（四）　Eucharistic Prayer IV </vt:lpstr>
      <vt:lpstr> 感恩经（四）　Eucharistic Prayer IV </vt:lpstr>
      <vt:lpstr> 感恩经（四）　Eucharistic Prayer IV </vt:lpstr>
      <vt:lpstr>PowerPoint Presentation</vt:lpstr>
      <vt:lpstr> 感恩经（四）　Eucharistic Prayer IV </vt:lpstr>
      <vt:lpstr> 感恩经（四）　Eucharistic Prayer IV </vt:lpstr>
      <vt:lpstr> 感恩经（四）　Eucharistic Prayer IV </vt:lpstr>
      <vt:lpstr> 感恩经（四）　Eucharistic Prayer IV </vt:lpstr>
      <vt:lpstr> 感恩经（四）　Eucharistic Prayer IV </vt:lpstr>
      <vt:lpstr> 感恩经（四）　Eucharistic Prayer IV </vt:lpstr>
      <vt:lpstr> 感恩经（四）　Eucharistic Prayer IV </vt:lpstr>
      <vt:lpstr> 感恩经（四）　Eucharistic Prayer IV </vt:lpstr>
      <vt:lpstr> 感恩经（四）　Eucharistic Prayer IV </vt:lpstr>
      <vt:lpstr> 感恩经（四）　Eucharistic Prayer IV </vt:lpstr>
      <vt:lpstr> 感恩经（四）　Eucharistic Prayer IV </vt:lpstr>
      <vt:lpstr> 感恩经（四）　Eucharistic Prayer IV </vt:lpstr>
      <vt:lpstr> 感恩经（四）　Eucharistic Prayer IV </vt:lpstr>
      <vt:lpstr> 感恩经（四）　Eucharistic Prayer IV </vt:lpstr>
      <vt:lpstr> 感恩经（四）　Eucharistic Prayer IV </vt:lpstr>
      <vt:lpstr> 感恩经（四）　Eucharistic Prayer IV </vt:lpstr>
      <vt:lpstr> 感恩经（四）　Eucharistic Prayer IV </vt:lpstr>
      <vt:lpstr> Memorial Acclamation　祝圣后欢呼 </vt:lpstr>
      <vt:lpstr> 感恩经（四）　Eucharistic Prayer IV </vt:lpstr>
      <vt:lpstr> 感恩经（四）　Eucharistic Prayer IV </vt:lpstr>
      <vt:lpstr> 感恩经（四）　Eucharistic Prayer IV </vt:lpstr>
      <vt:lpstr> 感恩经（四）　Eucharistic Prayer IV </vt:lpstr>
      <vt:lpstr> 感恩经（四）　Eucharistic Prayer IV </vt:lpstr>
      <vt:lpstr> 感恩经（四）　Eucharistic Prayer IV </vt:lpstr>
      <vt:lpstr> 感恩经（四）　Eucharistic Prayer IV </vt:lpstr>
      <vt:lpstr> 感恩经（四）　Eucharistic Prayer IV </vt:lpstr>
      <vt:lpstr> 感恩经（四）　Eucharistic Prayer IV </vt:lpstr>
      <vt:lpstr> Doxology　圣三颂 </vt:lpstr>
      <vt:lpstr>PowerPoint Presentation</vt:lpstr>
      <vt:lpstr> 天主经　The Lord’s Prayer </vt:lpstr>
      <vt:lpstr> 天主经　The Lord’s Prayer </vt:lpstr>
      <vt:lpstr> 天主经　The Lord’s Prayer </vt:lpstr>
      <vt:lpstr> 天主经　The Lord’s Prayer </vt:lpstr>
      <vt:lpstr> 天主经　The Lord’s Prayer </vt:lpstr>
      <vt:lpstr> 天主经　The Lord’s Prayer </vt:lpstr>
      <vt:lpstr> 平安礼　Sign of Peace </vt:lpstr>
      <vt:lpstr> 平安礼　Sign of Peace </vt:lpstr>
      <vt:lpstr> 平安礼　Sign of Peace </vt:lpstr>
      <vt:lpstr> 羔羊颂　Agnus Dei </vt:lpstr>
      <vt:lpstr> 领圣体礼　Communion Rite </vt:lpstr>
      <vt:lpstr> 领圣体礼　Communion Rite </vt:lpstr>
      <vt:lpstr> 领主咏　Communion Hymn </vt:lpstr>
      <vt:lpstr>PowerPoint Presentation</vt:lpstr>
      <vt:lpstr>PowerPoint Presentation</vt:lpstr>
      <vt:lpstr>PowerPoint Presentation</vt:lpstr>
      <vt:lpstr>PowerPoint Presentation</vt:lpstr>
      <vt:lpstr> 领圣体后经　Prayer after Communion </vt:lpstr>
      <vt:lpstr> 领圣体后经　Prayer after Communion </vt:lpstr>
      <vt:lpstr> 堂区报告 Parish Announcements </vt:lpstr>
      <vt:lpstr>堂区报告　Parish Announcements</vt:lpstr>
      <vt:lpstr>堂区报告　Parish Announcements</vt:lpstr>
      <vt:lpstr>堂区报告　Parish Announcements</vt:lpstr>
      <vt:lpstr>堂区报告　Parish Announcements</vt:lpstr>
      <vt:lpstr>堂区报告　Parish Announcements</vt:lpstr>
      <vt:lpstr> 降福　Final Blessing　 </vt:lpstr>
      <vt:lpstr> 降福　Final Blessing　 </vt:lpstr>
      <vt:lpstr> 降福　Final Blessing　 </vt:lpstr>
      <vt:lpstr> 圣弥额尔总领天使祷文　St. Michael’s Prayer </vt:lpstr>
      <vt:lpstr> 圣弥额尔总领天使祷文　St. Michael’s Prayer </vt:lpstr>
      <vt:lpstr> 圣弥额尔总领天使祷文　St. Michael’s Prayer </vt:lpstr>
      <vt:lpstr> 求圣母护佑颂　Sub Tuum Præsidium </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Fr Vince To</dc:creator>
  <cp:lastModifiedBy>Evelyn Wu</cp:lastModifiedBy>
  <cp:revision>86</cp:revision>
  <dcterms:created xsi:type="dcterms:W3CDTF">2026-01-19T06:18:25Z</dcterms:created>
  <dcterms:modified xsi:type="dcterms:W3CDTF">2026-06-26T03:48:49Z</dcterms:modified>
</cp:coreProperties>
</file>
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0.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9"/>
  </p:notesMasterIdLst>
  <p:handoutMasterIdLst>
    <p:handoutMasterId r:id="rId210"/>
  </p:handoutMasterIdLst>
  <p:sldIdLst>
    <p:sldId id="16777014" r:id="rId3"/>
    <p:sldId id="16777015" r:id="rId4"/>
    <p:sldId id="16777016" r:id="rId5"/>
    <p:sldId id="16777017" r:id="rId6"/>
    <p:sldId id="16777018" r:id="rId7"/>
    <p:sldId id="16777019" r:id="rId8"/>
    <p:sldId id="16777020" r:id="rId9"/>
    <p:sldId id="16777021" r:id="rId10"/>
    <p:sldId id="16777022" r:id="rId11"/>
    <p:sldId id="16777023" r:id="rId12"/>
    <p:sldId id="16777024" r:id="rId13"/>
    <p:sldId id="16777025" r:id="rId14"/>
    <p:sldId id="16777026" r:id="rId15"/>
    <p:sldId id="16777027" r:id="rId16"/>
    <p:sldId id="16777028" r:id="rId17"/>
    <p:sldId id="16777029" r:id="rId18"/>
    <p:sldId id="16777030" r:id="rId19"/>
    <p:sldId id="16777031" r:id="rId20"/>
    <p:sldId id="16777032" r:id="rId21"/>
    <p:sldId id="16777033" r:id="rId22"/>
    <p:sldId id="16777034" r:id="rId23"/>
    <p:sldId id="16777035" r:id="rId24"/>
    <p:sldId id="16777036" r:id="rId25"/>
    <p:sldId id="16777037" r:id="rId26"/>
    <p:sldId id="16777038" r:id="rId27"/>
    <p:sldId id="16777039" r:id="rId28"/>
    <p:sldId id="16777040" r:id="rId29"/>
    <p:sldId id="16777041" r:id="rId30"/>
    <p:sldId id="16777042" r:id="rId31"/>
    <p:sldId id="16777043" r:id="rId32"/>
    <p:sldId id="16777044" r:id="rId33"/>
    <p:sldId id="16777045" r:id="rId34"/>
    <p:sldId id="16777046" r:id="rId35"/>
    <p:sldId id="16777047" r:id="rId36"/>
    <p:sldId id="16777048" r:id="rId37"/>
    <p:sldId id="16777049" r:id="rId38"/>
    <p:sldId id="16776568" r:id="rId39"/>
    <p:sldId id="257" r:id="rId40"/>
    <p:sldId id="256" r:id="rId41"/>
    <p:sldId id="258" r:id="rId42"/>
    <p:sldId id="16777051" r:id="rId43"/>
    <p:sldId id="16777052" r:id="rId44"/>
    <p:sldId id="16777053" r:id="rId45"/>
    <p:sldId id="16777054" r:id="rId46"/>
    <p:sldId id="16777055" r:id="rId47"/>
    <p:sldId id="16777056" r:id="rId48"/>
    <p:sldId id="16777057" r:id="rId49"/>
    <p:sldId id="16777058" r:id="rId50"/>
    <p:sldId id="16777059" r:id="rId51"/>
    <p:sldId id="16777060" r:id="rId52"/>
    <p:sldId id="16777061" r:id="rId53"/>
    <p:sldId id="16777062" r:id="rId54"/>
    <p:sldId id="16777063" r:id="rId55"/>
    <p:sldId id="16777064" r:id="rId56"/>
    <p:sldId id="16777065" r:id="rId57"/>
    <p:sldId id="16777066" r:id="rId58"/>
    <p:sldId id="16777067" r:id="rId59"/>
    <p:sldId id="16777068" r:id="rId60"/>
    <p:sldId id="16777069" r:id="rId61"/>
    <p:sldId id="16777070" r:id="rId62"/>
    <p:sldId id="16777071" r:id="rId63"/>
    <p:sldId id="16777072" r:id="rId64"/>
    <p:sldId id="16777073" r:id="rId65"/>
    <p:sldId id="16777074" r:id="rId66"/>
    <p:sldId id="16777075" r:id="rId67"/>
    <p:sldId id="16777076" r:id="rId68"/>
    <p:sldId id="16777077" r:id="rId69"/>
    <p:sldId id="16777078" r:id="rId70"/>
    <p:sldId id="16777079" r:id="rId71"/>
    <p:sldId id="16777080" r:id="rId72"/>
    <p:sldId id="16777081" r:id="rId73"/>
    <p:sldId id="16777082" r:id="rId74"/>
    <p:sldId id="16777083" r:id="rId75"/>
    <p:sldId id="16777084" r:id="rId76"/>
    <p:sldId id="16777085" r:id="rId77"/>
    <p:sldId id="16777086" r:id="rId78"/>
    <p:sldId id="16777087" r:id="rId79"/>
    <p:sldId id="16777088" r:id="rId80"/>
    <p:sldId id="16777089" r:id="rId81"/>
    <p:sldId id="16777090" r:id="rId82"/>
    <p:sldId id="16777091" r:id="rId83"/>
    <p:sldId id="16777092" r:id="rId84"/>
    <p:sldId id="16777093" r:id="rId85"/>
    <p:sldId id="16777094" r:id="rId86"/>
    <p:sldId id="16777095" r:id="rId87"/>
    <p:sldId id="16777096" r:id="rId88"/>
    <p:sldId id="16777097" r:id="rId89"/>
    <p:sldId id="16777098" r:id="rId90"/>
    <p:sldId id="16777099" r:id="rId91"/>
    <p:sldId id="16777100" r:id="rId92"/>
    <p:sldId id="16777101" r:id="rId93"/>
    <p:sldId id="16777102" r:id="rId94"/>
    <p:sldId id="16777103" r:id="rId95"/>
    <p:sldId id="16777104" r:id="rId96"/>
    <p:sldId id="16777105" r:id="rId97"/>
    <p:sldId id="16777106" r:id="rId98"/>
    <p:sldId id="16777107" r:id="rId99"/>
    <p:sldId id="16777108" r:id="rId100"/>
    <p:sldId id="16777109" r:id="rId101"/>
    <p:sldId id="16777110" r:id="rId102"/>
    <p:sldId id="16777111" r:id="rId103"/>
    <p:sldId id="16777112" r:id="rId104"/>
    <p:sldId id="16777113" r:id="rId105"/>
    <p:sldId id="16777114" r:id="rId106"/>
    <p:sldId id="16777115" r:id="rId107"/>
    <p:sldId id="16777116" r:id="rId108"/>
    <p:sldId id="16777117" r:id="rId109"/>
    <p:sldId id="16777118" r:id="rId110"/>
    <p:sldId id="16777119" r:id="rId111"/>
    <p:sldId id="16777120" r:id="rId112"/>
    <p:sldId id="16777121" r:id="rId113"/>
    <p:sldId id="16777122" r:id="rId114"/>
    <p:sldId id="16777123" r:id="rId115"/>
    <p:sldId id="16777124" r:id="rId116"/>
    <p:sldId id="16777125" r:id="rId117"/>
    <p:sldId id="16777126" r:id="rId118"/>
    <p:sldId id="16777127" r:id="rId119"/>
    <p:sldId id="16777128" r:id="rId120"/>
    <p:sldId id="16777129" r:id="rId121"/>
    <p:sldId id="16777130" r:id="rId122"/>
    <p:sldId id="16777131" r:id="rId123"/>
    <p:sldId id="16777132" r:id="rId124"/>
    <p:sldId id="16777133" r:id="rId125"/>
    <p:sldId id="16777134" r:id="rId126"/>
    <p:sldId id="16777135" r:id="rId127"/>
    <p:sldId id="16777136" r:id="rId128"/>
    <p:sldId id="16777137" r:id="rId129"/>
    <p:sldId id="16777138" r:id="rId130"/>
    <p:sldId id="16777139" r:id="rId131"/>
    <p:sldId id="16777140" r:id="rId132"/>
    <p:sldId id="16777141" r:id="rId133"/>
    <p:sldId id="16777142" r:id="rId134"/>
    <p:sldId id="16777143" r:id="rId135"/>
    <p:sldId id="16777144" r:id="rId136"/>
    <p:sldId id="16777145" r:id="rId137"/>
    <p:sldId id="16777146" r:id="rId138"/>
    <p:sldId id="16777147" r:id="rId139"/>
    <p:sldId id="16777148" r:id="rId140"/>
    <p:sldId id="16777149" r:id="rId141"/>
    <p:sldId id="16777150" r:id="rId142"/>
    <p:sldId id="16777151" r:id="rId143"/>
    <p:sldId id="16777152" r:id="rId144"/>
    <p:sldId id="16777153" r:id="rId145"/>
    <p:sldId id="16777154" r:id="rId146"/>
    <p:sldId id="16777155" r:id="rId147"/>
    <p:sldId id="16777156" r:id="rId148"/>
    <p:sldId id="16777157" r:id="rId149"/>
    <p:sldId id="16777158" r:id="rId150"/>
    <p:sldId id="16777159" r:id="rId151"/>
    <p:sldId id="16777160" r:id="rId152"/>
    <p:sldId id="16777161" r:id="rId153"/>
    <p:sldId id="16777162" r:id="rId154"/>
    <p:sldId id="16777163" r:id="rId155"/>
    <p:sldId id="16777164" r:id="rId156"/>
    <p:sldId id="16777165" r:id="rId157"/>
    <p:sldId id="16777166" r:id="rId158"/>
    <p:sldId id="16777167" r:id="rId159"/>
    <p:sldId id="16777168" r:id="rId160"/>
    <p:sldId id="16777169" r:id="rId161"/>
    <p:sldId id="16777170" r:id="rId162"/>
    <p:sldId id="16777171" r:id="rId163"/>
    <p:sldId id="16777172" r:id="rId164"/>
    <p:sldId id="16777173" r:id="rId165"/>
    <p:sldId id="16777174" r:id="rId166"/>
    <p:sldId id="16777175" r:id="rId167"/>
    <p:sldId id="16777176" r:id="rId168"/>
    <p:sldId id="16777177" r:id="rId169"/>
    <p:sldId id="16777178" r:id="rId170"/>
    <p:sldId id="16777179" r:id="rId171"/>
    <p:sldId id="16777180" r:id="rId172"/>
    <p:sldId id="16777181" r:id="rId173"/>
    <p:sldId id="16777182" r:id="rId174"/>
    <p:sldId id="16777183" r:id="rId175"/>
    <p:sldId id="16777184" r:id="rId176"/>
    <p:sldId id="16777185" r:id="rId177"/>
    <p:sldId id="16777186" r:id="rId178"/>
    <p:sldId id="16777187" r:id="rId179"/>
    <p:sldId id="16777188" r:id="rId180"/>
    <p:sldId id="16777189" r:id="rId181"/>
    <p:sldId id="16777190" r:id="rId182"/>
    <p:sldId id="16777191" r:id="rId183"/>
    <p:sldId id="16777192" r:id="rId184"/>
    <p:sldId id="16777193" r:id="rId185"/>
    <p:sldId id="16777194" r:id="rId186"/>
    <p:sldId id="16777195" r:id="rId187"/>
    <p:sldId id="16777196" r:id="rId188"/>
    <p:sldId id="16777197" r:id="rId189"/>
    <p:sldId id="16777198" r:id="rId190"/>
    <p:sldId id="16777199" r:id="rId191"/>
    <p:sldId id="16777200" r:id="rId192"/>
    <p:sldId id="16777201" r:id="rId193"/>
    <p:sldId id="259" r:id="rId194"/>
    <p:sldId id="16777202" r:id="rId195"/>
    <p:sldId id="16777203" r:id="rId196"/>
    <p:sldId id="16777204" r:id="rId197"/>
    <p:sldId id="16777205" r:id="rId198"/>
    <p:sldId id="16777206" r:id="rId199"/>
    <p:sldId id="16777207" r:id="rId200"/>
    <p:sldId id="16777208" r:id="rId201"/>
    <p:sldId id="16777209" r:id="rId202"/>
    <p:sldId id="16777210" r:id="rId203"/>
    <p:sldId id="16777211" r:id="rId204"/>
    <p:sldId id="16777212" r:id="rId205"/>
    <p:sldId id="16777213" r:id="rId206"/>
    <p:sldId id="16777214" r:id="rId207"/>
    <p:sldId id="16777215" r:id="rId20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725D"/>
    <a:srgbClr val="BCCCBE"/>
    <a:srgbClr val="767F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51" autoAdjust="0"/>
    <p:restoredTop sz="94660" autoAdjust="0"/>
  </p:normalViewPr>
  <p:slideViewPr>
    <p:cSldViewPr snapToGrid="0">
      <p:cViewPr varScale="1">
        <p:scale>
          <a:sx n="92" d="100"/>
          <a:sy n="92" d="100"/>
        </p:scale>
        <p:origin x="580" y="56"/>
      </p:cViewPr>
      <p:guideLst/>
    </p:cSldViewPr>
  </p:slideViewPr>
  <p:outlineViewPr>
    <p:cViewPr>
      <p:scale>
        <a:sx n="33" d="100"/>
        <a:sy n="33" d="100"/>
      </p:scale>
      <p:origin x="0" y="-67092"/>
    </p:cViewPr>
  </p:outlineViewPr>
  <p:notesTextViewPr>
    <p:cViewPr>
      <p:scale>
        <a:sx n="1" d="1"/>
        <a:sy n="1" d="1"/>
      </p:scale>
      <p:origin x="0" y="0"/>
    </p:cViewPr>
  </p:notesTextViewPr>
  <p:sorterViewPr>
    <p:cViewPr varScale="1">
      <p:scale>
        <a:sx n="1" d="1"/>
        <a:sy n="1" d="1"/>
      </p:scale>
      <p:origin x="0" y="-8388"/>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3" Type="http://schemas.openxmlformats.org/officeDocument/2006/relationships/tableStyles" Target="tableStyles.xml"/><Relationship Id="rId212" Type="http://schemas.openxmlformats.org/officeDocument/2006/relationships/viewProps" Target="viewProps.xml"/><Relationship Id="rId211" Type="http://schemas.openxmlformats.org/officeDocument/2006/relationships/presProps" Target="presProps.xml"/><Relationship Id="rId210" Type="http://schemas.openxmlformats.org/officeDocument/2006/relationships/handoutMaster" Target="handoutMasters/handoutMaster1.xml"/><Relationship Id="rId21" Type="http://schemas.openxmlformats.org/officeDocument/2006/relationships/slide" Target="slides/slide19.xml"/><Relationship Id="rId209" Type="http://schemas.openxmlformats.org/officeDocument/2006/relationships/notesMaster" Target="notesMasters/notesMaster1.xml"/><Relationship Id="rId208" Type="http://schemas.openxmlformats.org/officeDocument/2006/relationships/slide" Target="slides/slide206.xml"/><Relationship Id="rId207" Type="http://schemas.openxmlformats.org/officeDocument/2006/relationships/slide" Target="slides/slide205.xml"/><Relationship Id="rId206" Type="http://schemas.openxmlformats.org/officeDocument/2006/relationships/slide" Target="slides/slide204.xml"/><Relationship Id="rId205" Type="http://schemas.openxmlformats.org/officeDocument/2006/relationships/slide" Target="slides/slide203.xml"/><Relationship Id="rId204" Type="http://schemas.openxmlformats.org/officeDocument/2006/relationships/slide" Target="slides/slide202.xml"/><Relationship Id="rId203" Type="http://schemas.openxmlformats.org/officeDocument/2006/relationships/slide" Target="slides/slide201.xml"/><Relationship Id="rId202" Type="http://schemas.openxmlformats.org/officeDocument/2006/relationships/slide" Target="slides/slide200.xml"/><Relationship Id="rId201" Type="http://schemas.openxmlformats.org/officeDocument/2006/relationships/slide" Target="slides/slide199.xml"/><Relationship Id="rId200" Type="http://schemas.openxmlformats.org/officeDocument/2006/relationships/slide" Target="slides/slide198.xml"/><Relationship Id="rId20" Type="http://schemas.openxmlformats.org/officeDocument/2006/relationships/slide" Target="slides/slide18.xml"/><Relationship Id="rId2" Type="http://schemas.openxmlformats.org/officeDocument/2006/relationships/theme" Target="theme/theme1.xml"/><Relationship Id="rId199" Type="http://schemas.openxmlformats.org/officeDocument/2006/relationships/slide" Target="slides/slide197.xml"/><Relationship Id="rId198" Type="http://schemas.openxmlformats.org/officeDocument/2006/relationships/slide" Target="slides/slide196.xml"/><Relationship Id="rId197" Type="http://schemas.openxmlformats.org/officeDocument/2006/relationships/slide" Target="slides/slide195.xml"/><Relationship Id="rId196" Type="http://schemas.openxmlformats.org/officeDocument/2006/relationships/slide" Target="slides/slide194.xml"/><Relationship Id="rId195" Type="http://schemas.openxmlformats.org/officeDocument/2006/relationships/slide" Target="slides/slide193.xml"/><Relationship Id="rId194" Type="http://schemas.openxmlformats.org/officeDocument/2006/relationships/slide" Target="slides/slide192.xml"/><Relationship Id="rId193" Type="http://schemas.openxmlformats.org/officeDocument/2006/relationships/slide" Target="slides/slide191.xml"/><Relationship Id="rId192" Type="http://schemas.openxmlformats.org/officeDocument/2006/relationships/slide" Target="slides/slide190.xml"/><Relationship Id="rId191" Type="http://schemas.openxmlformats.org/officeDocument/2006/relationships/slide" Target="slides/slide189.xml"/><Relationship Id="rId190" Type="http://schemas.openxmlformats.org/officeDocument/2006/relationships/slide" Target="slides/slide188.xml"/><Relationship Id="rId19" Type="http://schemas.openxmlformats.org/officeDocument/2006/relationships/slide" Target="slides/slide17.xml"/><Relationship Id="rId189" Type="http://schemas.openxmlformats.org/officeDocument/2006/relationships/slide" Target="slides/slide187.xml"/><Relationship Id="rId188" Type="http://schemas.openxmlformats.org/officeDocument/2006/relationships/slide" Target="slides/slide186.xml"/><Relationship Id="rId187" Type="http://schemas.openxmlformats.org/officeDocument/2006/relationships/slide" Target="slides/slide185.xml"/><Relationship Id="rId186" Type="http://schemas.openxmlformats.org/officeDocument/2006/relationships/slide" Target="slides/slide184.xml"/><Relationship Id="rId185" Type="http://schemas.openxmlformats.org/officeDocument/2006/relationships/slide" Target="slides/slide183.xml"/><Relationship Id="rId184" Type="http://schemas.openxmlformats.org/officeDocument/2006/relationships/slide" Target="slides/slide182.xml"/><Relationship Id="rId183" Type="http://schemas.openxmlformats.org/officeDocument/2006/relationships/slide" Target="slides/slide181.xml"/><Relationship Id="rId182" Type="http://schemas.openxmlformats.org/officeDocument/2006/relationships/slide" Target="slides/slide180.xml"/><Relationship Id="rId181" Type="http://schemas.openxmlformats.org/officeDocument/2006/relationships/slide" Target="slides/slide179.xml"/><Relationship Id="rId180" Type="http://schemas.openxmlformats.org/officeDocument/2006/relationships/slide" Target="slides/slide178.xml"/><Relationship Id="rId18" Type="http://schemas.openxmlformats.org/officeDocument/2006/relationships/slide" Target="slides/slide16.xml"/><Relationship Id="rId179" Type="http://schemas.openxmlformats.org/officeDocument/2006/relationships/slide" Target="slides/slide177.xml"/><Relationship Id="rId178" Type="http://schemas.openxmlformats.org/officeDocument/2006/relationships/slide" Target="slides/slide176.xml"/><Relationship Id="rId177" Type="http://schemas.openxmlformats.org/officeDocument/2006/relationships/slide" Target="slides/slide175.xml"/><Relationship Id="rId176" Type="http://schemas.openxmlformats.org/officeDocument/2006/relationships/slide" Target="slides/slide174.xml"/><Relationship Id="rId175" Type="http://schemas.openxmlformats.org/officeDocument/2006/relationships/slide" Target="slides/slide173.xml"/><Relationship Id="rId174" Type="http://schemas.openxmlformats.org/officeDocument/2006/relationships/slide" Target="slides/slide172.xml"/><Relationship Id="rId173" Type="http://schemas.openxmlformats.org/officeDocument/2006/relationships/slide" Target="slides/slide171.xml"/><Relationship Id="rId172" Type="http://schemas.openxmlformats.org/officeDocument/2006/relationships/slide" Target="slides/slide170.xml"/><Relationship Id="rId171" Type="http://schemas.openxmlformats.org/officeDocument/2006/relationships/slide" Target="slides/slide169.xml"/><Relationship Id="rId170" Type="http://schemas.openxmlformats.org/officeDocument/2006/relationships/slide" Target="slides/slide168.xml"/><Relationship Id="rId17" Type="http://schemas.openxmlformats.org/officeDocument/2006/relationships/slide" Target="slides/slide15.xml"/><Relationship Id="rId169" Type="http://schemas.openxmlformats.org/officeDocument/2006/relationships/slide" Target="slides/slide167.xml"/><Relationship Id="rId168" Type="http://schemas.openxmlformats.org/officeDocument/2006/relationships/slide" Target="slides/slide166.xml"/><Relationship Id="rId167" Type="http://schemas.openxmlformats.org/officeDocument/2006/relationships/slide" Target="slides/slide165.xml"/><Relationship Id="rId166" Type="http://schemas.openxmlformats.org/officeDocument/2006/relationships/slide" Target="slides/slide164.xml"/><Relationship Id="rId165" Type="http://schemas.openxmlformats.org/officeDocument/2006/relationships/slide" Target="slides/slide163.xml"/><Relationship Id="rId164" Type="http://schemas.openxmlformats.org/officeDocument/2006/relationships/slide" Target="slides/slide162.xml"/><Relationship Id="rId163" Type="http://schemas.openxmlformats.org/officeDocument/2006/relationships/slide" Target="slides/slide161.xml"/><Relationship Id="rId162" Type="http://schemas.openxmlformats.org/officeDocument/2006/relationships/slide" Target="slides/slide160.xml"/><Relationship Id="rId161" Type="http://schemas.openxmlformats.org/officeDocument/2006/relationships/slide" Target="slides/slide159.xml"/><Relationship Id="rId160" Type="http://schemas.openxmlformats.org/officeDocument/2006/relationships/slide" Target="slides/slide158.xml"/><Relationship Id="rId16" Type="http://schemas.openxmlformats.org/officeDocument/2006/relationships/slide" Target="slides/slide14.xml"/><Relationship Id="rId159" Type="http://schemas.openxmlformats.org/officeDocument/2006/relationships/slide" Target="slides/slide157.xml"/><Relationship Id="rId158" Type="http://schemas.openxmlformats.org/officeDocument/2006/relationships/slide" Target="slides/slide156.xml"/><Relationship Id="rId157" Type="http://schemas.openxmlformats.org/officeDocument/2006/relationships/slide" Target="slides/slide155.xml"/><Relationship Id="rId156" Type="http://schemas.openxmlformats.org/officeDocument/2006/relationships/slide" Target="slides/slide154.xml"/><Relationship Id="rId155" Type="http://schemas.openxmlformats.org/officeDocument/2006/relationships/slide" Target="slides/slide153.xml"/><Relationship Id="rId154" Type="http://schemas.openxmlformats.org/officeDocument/2006/relationships/slide" Target="slides/slide152.xml"/><Relationship Id="rId153" Type="http://schemas.openxmlformats.org/officeDocument/2006/relationships/slide" Target="slides/slide151.xml"/><Relationship Id="rId152" Type="http://schemas.openxmlformats.org/officeDocument/2006/relationships/slide" Target="slides/slide150.xml"/><Relationship Id="rId151" Type="http://schemas.openxmlformats.org/officeDocument/2006/relationships/slide" Target="slides/slide149.xml"/><Relationship Id="rId150" Type="http://schemas.openxmlformats.org/officeDocument/2006/relationships/slide" Target="slides/slide148.xml"/><Relationship Id="rId15" Type="http://schemas.openxmlformats.org/officeDocument/2006/relationships/slide" Target="slides/slide13.xml"/><Relationship Id="rId149" Type="http://schemas.openxmlformats.org/officeDocument/2006/relationships/slide" Target="slides/slide147.xml"/><Relationship Id="rId148" Type="http://schemas.openxmlformats.org/officeDocument/2006/relationships/slide" Target="slides/slide146.xml"/><Relationship Id="rId147" Type="http://schemas.openxmlformats.org/officeDocument/2006/relationships/slide" Target="slides/slide145.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9F5D49-8F8A-41AE-9EB3-81D9F8FF74B5}" type="datetimeFigureOut">
              <a:rPr lang="en-AU" smtClean="0"/>
            </a:fld>
            <a:endParaRPr lang="en-AU"/>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257BDB-71B2-41B8-AF08-E1F2A40A6E0F}" type="slidenum">
              <a:rPr lang="en-AU" smtClean="0"/>
            </a:fld>
            <a:endParaRPr lang="en-A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0410DC-967B-405D-9006-8DF08DCAEA1B}"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74C536-E97C-48A5-BB09-7082E2A9D40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b="25000"/>
          <a:stretch>
            <a:fillRect/>
          </a:stretch>
        </p:blipFill>
        <p:spPr>
          <a:xfrm>
            <a:off x="0" y="0"/>
            <a:ext cx="9144001" cy="6858000"/>
          </a:xfrm>
          <a:prstGeom prst="rect">
            <a:avLst/>
          </a:prstGeom>
        </p:spPr>
      </p:pic>
      <p:pic>
        <p:nvPicPr>
          <p:cNvPr id="8" name="Picture 7"/>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3653692" y="159606"/>
            <a:ext cx="1836615" cy="1033096"/>
          </a:xfrm>
          <a:prstGeom prst="rect">
            <a:avLst/>
          </a:prstGeom>
        </p:spPr>
      </p:pic>
      <p:sp>
        <p:nvSpPr>
          <p:cNvPr id="9" name="Rectangle: Rounded Corners 8"/>
          <p:cNvSpPr/>
          <p:nvPr userDrawn="1"/>
        </p:nvSpPr>
        <p:spPr>
          <a:xfrm>
            <a:off x="220716" y="2722499"/>
            <a:ext cx="8702566" cy="161993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5200"/>
              </a:lnSpc>
            </a:pPr>
            <a:endParaRPr lang="en-US" sz="4800" b="1" dirty="0">
              <a:solidFill>
                <a:schemeClr val="bg1"/>
              </a:solidFill>
            </a:endParaRPr>
          </a:p>
        </p:txBody>
      </p:sp>
      <p:sp>
        <p:nvSpPr>
          <p:cNvPr id="10" name="TextBox 9"/>
          <p:cNvSpPr txBox="1"/>
          <p:nvPr userDrawn="1"/>
        </p:nvSpPr>
        <p:spPr>
          <a:xfrm>
            <a:off x="-1" y="1192702"/>
            <a:ext cx="9144001" cy="1200329"/>
          </a:xfrm>
          <a:prstGeom prst="rect">
            <a:avLst/>
          </a:prstGeom>
          <a:noFill/>
        </p:spPr>
        <p:txBody>
          <a:bodyPr wrap="square" rtlCol="0">
            <a:spAutoFit/>
          </a:bodyPr>
          <a:lstStyle/>
          <a:p>
            <a:pPr algn="ctr"/>
            <a:r>
              <a:rPr lang="zh-TW" altLang="en-US" sz="4000" b="1" dirty="0"/>
              <a:t>天使之母堂</a:t>
            </a:r>
            <a:endParaRPr lang="en-US" altLang="zh-TW" sz="4000" b="1" dirty="0"/>
          </a:p>
          <a:p>
            <a:pPr algn="ctr"/>
            <a:r>
              <a:rPr lang="en-US" sz="3200" b="1" dirty="0"/>
              <a:t>Our Lady of the Angels Parish</a:t>
            </a:r>
            <a:endParaRPr lang="en-US" sz="3200" b="1" dirty="0"/>
          </a:p>
        </p:txBody>
      </p:sp>
      <p:sp>
        <p:nvSpPr>
          <p:cNvPr id="11" name="Rectangle: Rounded Corners 10"/>
          <p:cNvSpPr/>
          <p:nvPr userDrawn="1"/>
        </p:nvSpPr>
        <p:spPr>
          <a:xfrm>
            <a:off x="220716" y="4984531"/>
            <a:ext cx="8702566" cy="809965"/>
          </a:xfrm>
          <a:prstGeom prst="roundRect">
            <a:avLst>
              <a:gd name="adj" fmla="val 11488"/>
            </a:avLst>
          </a:prstGeom>
          <a:solidFill>
            <a:srgbClr val="BCCCB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TW" altLang="en-US" sz="4400" b="1" dirty="0">
                <a:solidFill>
                  <a:schemeClr val="tx1"/>
                </a:solidFill>
              </a:rPr>
              <a:t>主礼神父　</a:t>
            </a:r>
            <a:r>
              <a:rPr lang="en-GB" altLang="zh-TW" sz="4400" b="1" dirty="0">
                <a:solidFill>
                  <a:schemeClr val="tx1"/>
                </a:solidFill>
              </a:rPr>
              <a:t>Mass Celebrant</a:t>
            </a:r>
            <a:endParaRPr lang="en-US" sz="4400" b="1" dirty="0">
              <a:solidFill>
                <a:schemeClr val="tx1"/>
              </a:solidFill>
            </a:endParaRPr>
          </a:p>
        </p:txBody>
      </p:sp>
      <p:sp>
        <p:nvSpPr>
          <p:cNvPr id="2" name="Title 1"/>
          <p:cNvSpPr>
            <a:spLocks noGrp="1"/>
          </p:cNvSpPr>
          <p:nvPr>
            <p:ph type="ctrTitle"/>
          </p:nvPr>
        </p:nvSpPr>
        <p:spPr>
          <a:xfrm>
            <a:off x="220716" y="2899159"/>
            <a:ext cx="8702566" cy="1266610"/>
          </a:xfrm>
        </p:spPr>
        <p:txBody>
          <a:bodyPr anchor="b"/>
          <a:lstStyle>
            <a:lvl1pPr algn="ctr">
              <a:defRPr sz="4800"/>
            </a:lvl1pPr>
          </a:lstStyle>
          <a:p>
            <a:r>
              <a:rPr lang="en-US" dirty="0"/>
              <a:t>Click to edit Master title style</a:t>
            </a:r>
            <a:endParaRPr lang="en-US" dirty="0"/>
          </a:p>
        </p:txBody>
      </p:sp>
      <p:sp>
        <p:nvSpPr>
          <p:cNvPr id="3" name="Subtitle 2"/>
          <p:cNvSpPr>
            <a:spLocks noGrp="1"/>
          </p:cNvSpPr>
          <p:nvPr>
            <p:ph type="subTitle" idx="1"/>
          </p:nvPr>
        </p:nvSpPr>
        <p:spPr>
          <a:xfrm>
            <a:off x="1142999" y="6030119"/>
            <a:ext cx="6858000" cy="6682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1" cy="9144001"/>
          </a:xfrm>
          <a:prstGeom prst="rect">
            <a:avLst/>
          </a:prstGeom>
        </p:spPr>
      </p:pic>
      <p:sp>
        <p:nvSpPr>
          <p:cNvPr id="8" name="Rectangle: Rounded Corners 7"/>
          <p:cNvSpPr/>
          <p:nvPr userDrawn="1"/>
        </p:nvSpPr>
        <p:spPr>
          <a:xfrm>
            <a:off x="220714" y="1122363"/>
            <a:ext cx="8702565" cy="5524237"/>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4800" b="1" dirty="0">
              <a:solidFill>
                <a:schemeClr val="tx1"/>
              </a:solidFill>
            </a:endParaRPr>
          </a:p>
        </p:txBody>
      </p:sp>
      <p:sp>
        <p:nvSpPr>
          <p:cNvPr id="9" name="Rectangle: Rounded Corners 8"/>
          <p:cNvSpPr/>
          <p:nvPr userDrawn="1"/>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2" name="Title 1"/>
          <p:cNvSpPr>
            <a:spLocks noGrp="1"/>
          </p:cNvSpPr>
          <p:nvPr>
            <p:ph type="title"/>
          </p:nvPr>
        </p:nvSpPr>
        <p:spPr>
          <a:xfrm>
            <a:off x="220713" y="168142"/>
            <a:ext cx="8702565" cy="790402"/>
          </a:xfrm>
        </p:spPr>
        <p:txBody>
          <a:bodyPr>
            <a:normAutofit/>
          </a:bodyPr>
          <a:lstStyle>
            <a:lvl1pPr algn="ctr">
              <a:defRPr sz="3600" b="1"/>
            </a:lvl1pPr>
          </a:lstStyle>
          <a:p>
            <a:r>
              <a:rPr lang="en-US" dirty="0"/>
              <a:t>Click to edit Master title style</a:t>
            </a:r>
            <a:endParaRPr lang="en-US" dirty="0"/>
          </a:p>
        </p:txBody>
      </p:sp>
      <p:sp>
        <p:nvSpPr>
          <p:cNvPr id="3" name="Content Placeholder 2"/>
          <p:cNvSpPr>
            <a:spLocks noGrp="1"/>
          </p:cNvSpPr>
          <p:nvPr>
            <p:ph idx="1"/>
          </p:nvPr>
        </p:nvSpPr>
        <p:spPr>
          <a:xfrm>
            <a:off x="337751" y="1235676"/>
            <a:ext cx="8460260" cy="5296929"/>
          </a:xfrm>
        </p:spPr>
        <p:txBody>
          <a:bodyPr/>
          <a:lstStyle>
            <a:lvl1pPr algn="ctr">
              <a:buNone/>
              <a:defRPr sz="6000" b="1"/>
            </a:lvl1pPr>
          </a:lstStyle>
          <a:p>
            <a:pPr lvl="0"/>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9" name="Rectangle: Rounded Corners 8"/>
          <p:cNvSpPr/>
          <p:nvPr userDrawn="1"/>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endParaRPr lang="en-US" sz="4800" b="1" dirty="0">
              <a:solidFill>
                <a:srgbClr val="282120"/>
              </a:solidFill>
            </a:endParaRPr>
          </a:p>
        </p:txBody>
      </p:sp>
      <p:sp>
        <p:nvSpPr>
          <p:cNvPr id="10" name="Rectangle: Rounded Corners 9"/>
          <p:cNvSpPr/>
          <p:nvPr userDrawn="1"/>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defRPr/>
            </a:pPr>
            <a:endParaRPr lang="en-US" sz="2800" b="0" i="0" u="none" strike="noStrike" kern="1200" cap="none" spc="0" normalizeH="0" baseline="0" noProof="0" dirty="0">
              <a:ln>
                <a:noFill/>
              </a:ln>
              <a:solidFill>
                <a:schemeClr val="tx1"/>
              </a:solidFill>
              <a:effectLst/>
              <a:uLnTx/>
              <a:uFillTx/>
              <a:latin typeface="EB Garamond"/>
              <a:ea typeface="DFKai-SB"/>
            </a:endParaRPr>
          </a:p>
        </p:txBody>
      </p:sp>
      <p:sp>
        <p:nvSpPr>
          <p:cNvPr id="11" name="Rectangle: Rounded Corners 10"/>
          <p:cNvSpPr/>
          <p:nvPr userDrawn="1"/>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3600" b="1" dirty="0">
              <a:solidFill>
                <a:schemeClr val="bg1"/>
              </a:solidFill>
            </a:endParaRPr>
          </a:p>
        </p:txBody>
      </p:sp>
      <p:sp>
        <p:nvSpPr>
          <p:cNvPr id="2" name="Title 1"/>
          <p:cNvSpPr>
            <a:spLocks noGrp="1"/>
          </p:cNvSpPr>
          <p:nvPr>
            <p:ph type="title"/>
          </p:nvPr>
        </p:nvSpPr>
        <p:spPr>
          <a:xfrm>
            <a:off x="220715" y="182968"/>
            <a:ext cx="8702566" cy="747538"/>
          </a:xfrm>
        </p:spPr>
        <p:txBody>
          <a:bodyPr/>
          <a:lstStyle>
            <a:lvl1pPr algn="ctr">
              <a:defRPr lang="en-US" sz="3600" b="1" kern="1200" dirty="0">
                <a:solidFill>
                  <a:schemeClr val="bg1"/>
                </a:solidFill>
                <a:latin typeface="+mn-lt"/>
                <a:ea typeface="+mn-ea"/>
                <a:cs typeface="+mn-cs"/>
              </a:defRPr>
            </a:lvl1pPr>
          </a:lstStyle>
          <a:p>
            <a:r>
              <a:rPr lang="en-US" dirty="0"/>
              <a:t>Click to edit Master title style</a:t>
            </a:r>
            <a:endParaRPr lang="en-US" dirty="0"/>
          </a:p>
        </p:txBody>
      </p:sp>
      <p:sp>
        <p:nvSpPr>
          <p:cNvPr id="3" name="Content Placeholder 2"/>
          <p:cNvSpPr>
            <a:spLocks noGrp="1"/>
          </p:cNvSpPr>
          <p:nvPr>
            <p:ph sz="half" idx="1"/>
          </p:nvPr>
        </p:nvSpPr>
        <p:spPr>
          <a:xfrm>
            <a:off x="335016" y="1253330"/>
            <a:ext cx="4863060" cy="5254561"/>
          </a:xfrm>
        </p:spPr>
        <p:txBody>
          <a:bodyPr/>
          <a:lstStyle>
            <a:lvl1pPr>
              <a:defRPr lang="en-US" sz="4800" kern="1200" dirty="0">
                <a:solidFill>
                  <a:srgbClr val="282120"/>
                </a:solidFill>
                <a:latin typeface="+mn-lt"/>
                <a:ea typeface="+mn-ea"/>
                <a:cs typeface="+mn-cs"/>
              </a:defRPr>
            </a:lvl1pPr>
            <a:lvl2pPr>
              <a:defRPr lang="en-US" sz="4800" kern="1200" dirty="0">
                <a:solidFill>
                  <a:srgbClr val="282120"/>
                </a:solidFill>
                <a:latin typeface="+mn-lt"/>
                <a:ea typeface="+mn-ea"/>
                <a:cs typeface="+mn-cs"/>
              </a:defRPr>
            </a:lvl2pPr>
            <a:lvl3pPr>
              <a:defRPr lang="en-US" sz="4800" kern="1200" dirty="0">
                <a:solidFill>
                  <a:srgbClr val="282120"/>
                </a:solidFill>
                <a:latin typeface="+mn-lt"/>
                <a:ea typeface="+mn-ea"/>
                <a:cs typeface="+mn-cs"/>
              </a:defRPr>
            </a:lvl3pPr>
            <a:lvl4pPr>
              <a:defRPr lang="en-US" sz="4800" kern="1200" dirty="0">
                <a:solidFill>
                  <a:srgbClr val="282120"/>
                </a:solidFill>
                <a:latin typeface="+mn-lt"/>
                <a:ea typeface="+mn-ea"/>
                <a:cs typeface="+mn-cs"/>
              </a:defRPr>
            </a:lvl4pPr>
            <a:lvl5pPr>
              <a:defRPr lang="en-US" sz="4800" kern="1200" dirty="0">
                <a:solidFill>
                  <a:srgbClr val="282120"/>
                </a:solidFill>
                <a:latin typeface="+mn-lt"/>
                <a:ea typeface="+mn-ea"/>
                <a:cs typeface="+mn-cs"/>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5670958" y="1253331"/>
            <a:ext cx="3138026" cy="5254560"/>
          </a:xfrm>
        </p:spPr>
        <p:txBody>
          <a:bodyPr/>
          <a:lstStyle>
            <a:lvl1pPr>
              <a:defRPr kumimoji="0" lang="en-US" sz="2800" b="0" i="0" u="none" strike="noStrike" kern="1200" cap="none" spc="0" normalizeH="0" baseline="0" dirty="0">
                <a:ln>
                  <a:noFill/>
                </a:ln>
                <a:solidFill>
                  <a:schemeClr val="tx1"/>
                </a:solidFill>
                <a:effectLst/>
                <a:uLnTx/>
                <a:uFillTx/>
                <a:latin typeface="EB Garamond"/>
                <a:ea typeface="DFKai-SB"/>
                <a:cs typeface="+mn-cs"/>
              </a:defRPr>
            </a:lvl1pPr>
            <a:lvl2pPr>
              <a:defRPr kumimoji="0" lang="en-US" sz="2800" b="0" i="0" u="none" strike="noStrike" kern="1200" cap="none" spc="0" normalizeH="0" baseline="0" dirty="0">
                <a:ln>
                  <a:noFill/>
                </a:ln>
                <a:solidFill>
                  <a:schemeClr val="tx1"/>
                </a:solidFill>
                <a:effectLst/>
                <a:uLnTx/>
                <a:uFillTx/>
                <a:latin typeface="EB Garamond"/>
                <a:ea typeface="DFKai-SB"/>
                <a:cs typeface="+mn-cs"/>
              </a:defRPr>
            </a:lvl2pPr>
            <a:lvl3pPr>
              <a:defRPr kumimoji="0" lang="en-US" sz="2800" b="0" i="0" u="none" strike="noStrike" kern="1200" cap="none" spc="0" normalizeH="0" baseline="0" dirty="0">
                <a:ln>
                  <a:noFill/>
                </a:ln>
                <a:solidFill>
                  <a:schemeClr val="tx1"/>
                </a:solidFill>
                <a:effectLst/>
                <a:uLnTx/>
                <a:uFillTx/>
                <a:latin typeface="EB Garamond"/>
                <a:ea typeface="DFKai-SB"/>
                <a:cs typeface="+mn-cs"/>
              </a:defRPr>
            </a:lvl3pPr>
            <a:lvl4pPr>
              <a:defRPr kumimoji="0" lang="en-US" sz="2800" b="0" i="0" u="none" strike="noStrike" kern="1200" cap="none" spc="0" normalizeH="0" baseline="0" dirty="0">
                <a:ln>
                  <a:noFill/>
                </a:ln>
                <a:solidFill>
                  <a:schemeClr val="tx1"/>
                </a:solidFill>
                <a:effectLst/>
                <a:uLnTx/>
                <a:uFillTx/>
                <a:latin typeface="EB Garamond"/>
                <a:ea typeface="DFKai-SB"/>
                <a:cs typeface="+mn-cs"/>
              </a:defRPr>
            </a:lvl4pPr>
            <a:lvl5pPr>
              <a:defRPr kumimoji="0" lang="en-US" sz="2800" b="0" i="0" u="none" strike="noStrike" kern="1200" cap="none" spc="0" normalizeH="0" baseline="0" dirty="0">
                <a:ln>
                  <a:noFill/>
                </a:ln>
                <a:solidFill>
                  <a:schemeClr val="tx1"/>
                </a:solidFill>
                <a:effectLst/>
                <a:uLnTx/>
                <a:uFillTx/>
                <a:latin typeface="EB Garamond"/>
                <a:ea typeface="DFKai-SB"/>
                <a:cs typeface="+mn-cs"/>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userDrawn="1"/>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TW" sz="6000" b="1" dirty="0">
              <a:solidFill>
                <a:schemeClr val="bg1"/>
              </a:solidFill>
            </a:endParaRPr>
          </a:p>
        </p:txBody>
      </p:sp>
      <p:sp>
        <p:nvSpPr>
          <p:cNvPr id="2" name="Title 1"/>
          <p:cNvSpPr>
            <a:spLocks noGrp="1"/>
          </p:cNvSpPr>
          <p:nvPr>
            <p:ph type="title"/>
          </p:nvPr>
        </p:nvSpPr>
        <p:spPr>
          <a:xfrm>
            <a:off x="623888" y="609600"/>
            <a:ext cx="7886700" cy="5560541"/>
          </a:xfrm>
        </p:spPr>
        <p:txBody>
          <a:bodyPr anchor="ctr"/>
          <a:lstStyle>
            <a:lvl1pPr algn="ctr">
              <a:defRPr lang="en-US" sz="8800" b="1" kern="1200" dirty="0">
                <a:solidFill>
                  <a:schemeClr val="bg1"/>
                </a:solidFill>
                <a:latin typeface="+mn-lt"/>
                <a:ea typeface="+mn-ea"/>
                <a:cs typeface="+mn-cs"/>
              </a:defRPr>
            </a:lvl1pPr>
          </a:lstStyle>
          <a:p>
            <a:r>
              <a:rPr lang="en-US" dirty="0"/>
              <a:t>Click to edit Master title style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userDrawn="1"/>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2" name="Title 1"/>
          <p:cNvSpPr>
            <a:spLocks noGrp="1"/>
          </p:cNvSpPr>
          <p:nvPr>
            <p:ph type="title"/>
          </p:nvPr>
        </p:nvSpPr>
        <p:spPr>
          <a:xfrm>
            <a:off x="623888" y="1025999"/>
            <a:ext cx="7886700" cy="2852737"/>
          </a:xfrm>
        </p:spPr>
        <p:txBody>
          <a:bodyPr anchor="ctr"/>
          <a:lstStyle>
            <a:lvl1pPr algn="ctr">
              <a:defRPr lang="en-US" sz="6000" b="1" kern="1200" dirty="0">
                <a:solidFill>
                  <a:schemeClr val="bg1"/>
                </a:solidFill>
                <a:latin typeface="+mn-lt"/>
                <a:ea typeface="+mn-ea"/>
                <a:cs typeface="+mn-cs"/>
              </a:defRPr>
            </a:lvl1pPr>
          </a:lstStyle>
          <a:p>
            <a:r>
              <a:rPr lang="en-US" dirty="0"/>
              <a:t>Click to edit Master title style</a:t>
            </a:r>
            <a:endParaRPr lang="en-US" dirty="0"/>
          </a:p>
        </p:txBody>
      </p:sp>
      <p:sp>
        <p:nvSpPr>
          <p:cNvPr id="3" name="Text Placeholder 2"/>
          <p:cNvSpPr>
            <a:spLocks noGrp="1"/>
          </p:cNvSpPr>
          <p:nvPr>
            <p:ph type="body" idx="1"/>
          </p:nvPr>
        </p:nvSpPr>
        <p:spPr>
          <a:xfrm>
            <a:off x="623888" y="4022000"/>
            <a:ext cx="7886700" cy="1500187"/>
          </a:xfrm>
        </p:spPr>
        <p:txBody>
          <a:bodyPr anchor="ctr"/>
          <a:lstStyle>
            <a:lvl1pPr marL="0" indent="0" algn="ctr">
              <a:buNone/>
              <a:defRPr lang="en-US" sz="4400" b="1" kern="1200">
                <a:solidFill>
                  <a:schemeClr val="lt1"/>
                </a:solidFill>
                <a:latin typeface="+mn-lt"/>
                <a:ea typeface="+mn-ea"/>
                <a:cs typeface="+mn-cs"/>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AC80562F-21D2-46FE-8F9C-1FEA7305F19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9EB680-781A-42D4-92E9-5DF1787DDD3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80562F-21D2-46FE-8F9C-1FEA7305F19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9EB680-781A-42D4-92E9-5DF1787DDD3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80562F-21D2-46FE-8F9C-1FEA7305F19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9EB680-781A-42D4-92E9-5DF1787DDD3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80562F-21D2-46FE-8F9C-1FEA7305F19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9EB680-781A-42D4-92E9-5DF1787DDD3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80562F-21D2-46FE-8F9C-1FEA7305F19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9EB680-781A-42D4-92E9-5DF1787DDD3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C80562F-21D2-46FE-8F9C-1FEA7305F19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9EB680-781A-42D4-92E9-5DF1787DDD3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C80562F-21D2-46FE-8F9C-1FEA7305F19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9EB680-781A-42D4-92E9-5DF1787DDD3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80562F-21D2-46FE-8F9C-1FEA7305F199}" type="datetimeFigureOut">
              <a:rPr lang="en-US" smtClean="0"/>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9EB680-781A-42D4-92E9-5DF1787DDD3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4.wdp"/><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microsoft.com/office/2007/relationships/hdphoto" Target="../media/image6.wdp"/><Relationship Id="rId2" Type="http://schemas.openxmlformats.org/officeDocument/2006/relationships/image" Target="../media/image5.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4.wdp"/><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microsoft.com/office/2007/relationships/hdphoto" Target="../media/image6.wdp"/><Relationship Id="rId2" Type="http://schemas.openxmlformats.org/officeDocument/2006/relationships/image" Target="../media/image5.pn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8.jpeg"/><Relationship Id="rId1" Type="http://schemas.openxmlformats.org/officeDocument/2006/relationships/image" Target="../media/image7.jpeg"/><Relationship Id="rIdStand1" Type="http://schemas.openxmlformats.org/officeDocument/2006/relationships/image" Target="../media/image3.png"/><Relationship Id="rIdStand2" Type="http://schemas.microsoft.com/office/2007/relationships/hdphoto" Target="../media/image4.wdp"/></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4.wdp"/><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4.wdp"/><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9" Type="http://schemas.openxmlformats.org/officeDocument/2006/relationships/image" Target="../media/image14.svg"/><Relationship Id="rId8" Type="http://schemas.openxmlformats.org/officeDocument/2006/relationships/image" Target="../media/image13.png"/><Relationship Id="rId7" Type="http://schemas.openxmlformats.org/officeDocument/2006/relationships/image" Target="../media/image12.svg"/><Relationship Id="rId6" Type="http://schemas.openxmlformats.org/officeDocument/2006/relationships/image" Target="../media/image11.png"/><Relationship Id="rId5" Type="http://schemas.openxmlformats.org/officeDocument/2006/relationships/slide" Target="slide94.xml"/><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slide" Target="slide155.xml"/><Relationship Id="rId13" Type="http://schemas.openxmlformats.org/officeDocument/2006/relationships/slideLayout" Target="../slideLayouts/slideLayout1.xml"/><Relationship Id="rId12" Type="http://schemas.openxmlformats.org/officeDocument/2006/relationships/image" Target="../media/image16.svg"/><Relationship Id="rId11" Type="http://schemas.openxmlformats.org/officeDocument/2006/relationships/image" Target="../media/image15.png"/><Relationship Id="rId10" Type="http://schemas.openxmlformats.org/officeDocument/2006/relationships/slide" Target="slide204.xml"/><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9" Type="http://schemas.openxmlformats.org/officeDocument/2006/relationships/slide" Target="slide54.xml"/><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slide" Target="slide47.xml"/><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slide" Target="slide51.xml"/><Relationship Id="rId27" Type="http://schemas.openxmlformats.org/officeDocument/2006/relationships/slideLayout" Target="../slideLayouts/slideLayout1.xml"/><Relationship Id="rId26" Type="http://schemas.openxmlformats.org/officeDocument/2006/relationships/image" Target="../media/image32.svg"/><Relationship Id="rId25" Type="http://schemas.openxmlformats.org/officeDocument/2006/relationships/image" Target="../media/image31.png"/><Relationship Id="rId24" Type="http://schemas.openxmlformats.org/officeDocument/2006/relationships/slide" Target="slide61.xml"/><Relationship Id="rId23" Type="http://schemas.openxmlformats.org/officeDocument/2006/relationships/image" Target="../media/image30.svg"/><Relationship Id="rId22" Type="http://schemas.openxmlformats.org/officeDocument/2006/relationships/image" Target="../media/image29.png"/><Relationship Id="rId21" Type="http://schemas.openxmlformats.org/officeDocument/2006/relationships/slide" Target="slide64.xml"/><Relationship Id="rId20" Type="http://schemas.openxmlformats.org/officeDocument/2006/relationships/image" Target="../media/image28.svg"/><Relationship Id="rId2" Type="http://schemas.openxmlformats.org/officeDocument/2006/relationships/slide" Target="slide102.xml"/><Relationship Id="rId19" Type="http://schemas.openxmlformats.org/officeDocument/2006/relationships/image" Target="../media/image27.png"/><Relationship Id="rId18" Type="http://schemas.openxmlformats.org/officeDocument/2006/relationships/slide" Target="slide68.xml"/><Relationship Id="rId17" Type="http://schemas.openxmlformats.org/officeDocument/2006/relationships/image" Target="../media/image26.svg"/><Relationship Id="rId16" Type="http://schemas.openxmlformats.org/officeDocument/2006/relationships/image" Target="../media/image25.png"/><Relationship Id="rId15" Type="http://schemas.openxmlformats.org/officeDocument/2006/relationships/slide" Target="slide72.xml"/><Relationship Id="rId14" Type="http://schemas.openxmlformats.org/officeDocument/2006/relationships/image" Target="../media/image24.svg"/><Relationship Id="rId13" Type="http://schemas.openxmlformats.org/officeDocument/2006/relationships/image" Target="../media/image23.png"/><Relationship Id="rId12" Type="http://schemas.openxmlformats.org/officeDocument/2006/relationships/slide" Target="slide58.xml"/><Relationship Id="rId11" Type="http://schemas.openxmlformats.org/officeDocument/2006/relationships/image" Target="../media/image22.svg"/><Relationship Id="rId10" Type="http://schemas.openxmlformats.org/officeDocument/2006/relationships/image" Target="../media/image21.png"/><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2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24.xml"/></Relationships>
</file>

<file path=ppt/slides/_rels/slide74.xml.rels><?xml version="1.0" encoding="UTF-8" standalone="yes"?>
<Relationships xmlns="http://schemas.openxmlformats.org/package/2006/relationships"><Relationship Id="rId9" Type="http://schemas.microsoft.com/office/2007/relationships/hdphoto" Target="../media/image38.wdp"/><Relationship Id="rId8" Type="http://schemas.openxmlformats.org/officeDocument/2006/relationships/image" Target="../media/image37.png"/><Relationship Id="rId7" Type="http://schemas.openxmlformats.org/officeDocument/2006/relationships/image" Target="../media/image36.svg"/><Relationship Id="rId6" Type="http://schemas.openxmlformats.org/officeDocument/2006/relationships/image" Target="../media/image35.png"/><Relationship Id="rId5" Type="http://schemas.openxmlformats.org/officeDocument/2006/relationships/slide" Target="slide126.xml"/><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slide" Target="slide77.xml"/><Relationship Id="rId10" Type="http://schemas.openxmlformats.org/officeDocument/2006/relationships/slideLayout" Target="../slideLayouts/slideLayout3.xml"/><Relationship Id="rId1"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microsoft.com/office/2007/relationships/hdphoto" Target="../media/image38.wdp"/><Relationship Id="rId2" Type="http://schemas.openxmlformats.org/officeDocument/2006/relationships/image" Target="../media/image37.png"/><Relationship Id="rId1"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190.xml"/><Relationship Id="rId1" Type="http://schemas.openxmlformats.org/officeDocument/2006/relationships/slide" Target="slide19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microsoft.com/office/2007/relationships/hdphoto" Target="../media/image38.wdp"/><Relationship Id="rId2" Type="http://schemas.openxmlformats.org/officeDocument/2006/relationships/image" Target="../media/image37.png"/><Relationship Id="rId1"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4.wdp"/><Relationship Id="rId1" Type="http://schemas.openxmlformats.org/officeDocument/2006/relationships/image" Target="../media/image3.png"/></Relationships>
</file>

<file path=ppt/slides/_rels/slide18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38.wdp"/><Relationship Id="rId1" Type="http://schemas.openxmlformats.org/officeDocument/2006/relationships/image" Target="../media/image37.png"/></Relationships>
</file>

<file path=ppt/slides/_rels/slide19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38.wdp"/><Relationship Id="rId1" Type="http://schemas.openxmlformats.org/officeDocument/2006/relationships/image" Target="../media/image37.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6.wdp"/><Relationship Id="rId1" Type="http://schemas.openxmlformats.org/officeDocument/2006/relationships/image" Target="../media/image39.png"/></Relationships>
</file>

<file path=ppt/slides/_rels/slide198.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svg"/><Relationship Id="rId7" Type="http://schemas.openxmlformats.org/officeDocument/2006/relationships/image" Target="../media/image46.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 Id="rId3" Type="http://schemas.openxmlformats.org/officeDocument/2006/relationships/image" Target="../media/image42.png"/><Relationship Id="rId2" Type="http://schemas.openxmlformats.org/officeDocument/2006/relationships/image" Target="../media/image41.svg"/><Relationship Id="rId12" Type="http://schemas.openxmlformats.org/officeDocument/2006/relationships/slideLayout" Target="../slideLayouts/slideLayout2.xml"/><Relationship Id="rId11" Type="http://schemas.openxmlformats.org/officeDocument/2006/relationships/image" Target="../media/image50.svg"/><Relationship Id="rId10" Type="http://schemas.openxmlformats.org/officeDocument/2006/relationships/image" Target="../media/image49.svg"/><Relationship Id="rId1" Type="http://schemas.openxmlformats.org/officeDocument/2006/relationships/image" Target="../media/image40.png"/></Relationships>
</file>

<file path=ppt/slides/_rels/slide19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4.wdp"/><Relationship Id="rId1" Type="http://schemas.openxmlformats.org/officeDocument/2006/relationships/image" Target="../media/image3.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endParaRPr lang="en-US" dirty="0"/>
          </a:p>
        </p:txBody>
      </p:sp>
      <p:sp>
        <p:nvSpPr>
          <p:cNvPr id="8" name="Subtitle 7"/>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0" y="0"/>
            <a:ext cx="9144001" cy="6858000"/>
          </a:xfrm>
          <a:prstGeom prst="rect">
            <a:avLst/>
          </a:prstGeom>
        </p:spPr>
      </p:pic>
      <p:pic>
        <p:nvPicPr>
          <p:cNvPr id="11" name="Picture 10"/>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653692" y="159606"/>
            <a:ext cx="1836615" cy="1033096"/>
          </a:xfrm>
          <a:prstGeom prst="rect">
            <a:avLst/>
          </a:prstGeom>
        </p:spPr>
      </p:pic>
      <p:sp>
        <p:nvSpPr>
          <p:cNvPr id="4" name="Rectangle: Rounded Corners 3"/>
          <p:cNvSpPr/>
          <p:nvPr/>
        </p:nvSpPr>
        <p:spPr>
          <a:xfrm>
            <a:off x="220716" y="2606152"/>
            <a:ext cx="8702566" cy="2143314"/>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ts val="5200"/>
              </a:lnSpc>
            </a:pPr>
            <a:r>
              <a:rPr lang="zh-CN" altLang="en-US" sz="4800" b="1" dirty="0">
                <a:solidFill>
                  <a:schemeClr val="bg1"/>
                </a:solidFill>
                <a:ea typeface="楷体"/>
              </a:rPr>
              <a:t>{{主日标题_CN}}</a:t>
            </a:r>
            <a:br>
              <a:rPr lang="en-US" altLang="zh-TW" sz="4400" b="1" dirty="0">
                <a:solidFill>
                  <a:schemeClr val="bg1"/>
                </a:solidFill>
              </a:rPr>
            </a:br>
            <a:r>
              <a:rPr lang="en-US" altLang="zh-CN" sz="4400" b="1" dirty="0">
                <a:solidFill>
                  <a:schemeClr val="bg1"/>
                </a:solidFill>
                <a:latin typeface="EB Garamond"/>
              </a:rPr>
              <a:t>{{主日标题_EN}}</a:t>
            </a:r>
            <a:endParaRPr lang="en-US" sz="4400" b="1" dirty="0">
              <a:solidFill>
                <a:schemeClr val="bg1"/>
              </a:solidFill>
            </a:endParaRPr>
          </a:p>
        </p:txBody>
      </p:sp>
      <p:sp>
        <p:nvSpPr>
          <p:cNvPr id="5" name="TextBox 4"/>
          <p:cNvSpPr txBox="1"/>
          <p:nvPr/>
        </p:nvSpPr>
        <p:spPr>
          <a:xfrm>
            <a:off x="-1" y="1192702"/>
            <a:ext cx="9144001" cy="1200329"/>
          </a:xfrm>
          <a:prstGeom prst="rect">
            <a:avLst/>
          </a:prstGeom>
          <a:noFill/>
        </p:spPr>
        <p:txBody>
          <a:bodyPr wrap="square" rtlCol="0">
            <a:spAutoFit/>
          </a:bodyPr>
          <a:lstStyle/>
          <a:p>
            <a:pPr algn="ctr"/>
            <a:r>
              <a:rPr lang="zh-TW" altLang="en-US" sz="4000" b="1" dirty="0"/>
              <a:t>天使之母堂</a:t>
            </a:r>
            <a:endParaRPr lang="en-US" altLang="zh-TW" sz="4000" b="1" dirty="0"/>
          </a:p>
          <a:p>
            <a:pPr algn="ctr"/>
            <a:r>
              <a:rPr lang="en-US" sz="3200" b="1" dirty="0"/>
              <a:t>Our Lady of the Angels Parish</a:t>
            </a:r>
            <a:endParaRPr lang="en-US" sz="3200" b="1" dirty="0"/>
          </a:p>
        </p:txBody>
      </p:sp>
      <p:sp>
        <p:nvSpPr>
          <p:cNvPr id="10" name="Rectangle: Rounded Corners 9"/>
          <p:cNvSpPr/>
          <p:nvPr/>
        </p:nvSpPr>
        <p:spPr>
          <a:xfrm>
            <a:off x="220716" y="4984531"/>
            <a:ext cx="8702566" cy="809965"/>
          </a:xfrm>
          <a:prstGeom prst="roundRect">
            <a:avLst>
              <a:gd name="adj" fmla="val 11488"/>
            </a:avLst>
          </a:prstGeom>
          <a:solidFill>
            <a:srgbClr val="BCCCB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TW" altLang="en-US" sz="4400" b="1" dirty="0">
                <a:solidFill>
                  <a:schemeClr val="tx1"/>
                </a:solidFill>
              </a:rPr>
              <a:t>主礼神父　</a:t>
            </a:r>
            <a:r>
              <a:rPr lang="en-GB" altLang="zh-TW" sz="4400" b="1" dirty="0">
                <a:solidFill>
                  <a:schemeClr val="tx1"/>
                </a:solidFill>
              </a:rPr>
              <a:t>Mass Celebrant</a:t>
            </a:r>
            <a:endParaRPr lang="en-US" sz="4400" b="1" dirty="0">
              <a:solidFill>
                <a:schemeClr val="tx1"/>
              </a:solidFill>
            </a:endParaRPr>
          </a:p>
        </p:txBody>
      </p:sp>
      <p:sp>
        <p:nvSpPr>
          <p:cNvPr id="12" name="TextBox 11"/>
          <p:cNvSpPr txBox="1"/>
          <p:nvPr/>
        </p:nvSpPr>
        <p:spPr>
          <a:xfrm>
            <a:off x="0" y="5816998"/>
            <a:ext cx="9144001" cy="646331"/>
          </a:xfrm>
          <a:prstGeom prst="rect">
            <a:avLst/>
          </a:prstGeom>
          <a:noFill/>
        </p:spPr>
        <p:txBody>
          <a:bodyPr wrap="square" rtlCol="0">
            <a:spAutoFit/>
          </a:bodyPr>
          <a:lstStyle/>
          <a:p>
            <a:pPr algn="ctr"/>
            <a:r>
              <a:rPr lang="zh-TW" altLang="en-US" sz="3600" b="1" dirty="0"/>
              <a:t>杜神父　</a:t>
            </a:r>
            <a:r>
              <a:rPr lang="en-US" sz="2800" b="1" dirty="0"/>
              <a:t>Fr. Vince To, IVE</a:t>
            </a:r>
            <a:endParaRPr lang="en-US" sz="28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1" cy="9144001"/>
          </a:xfrm>
          <a:prstGeom prst="rect">
            <a:avLst/>
          </a:prstGeom>
        </p:spPr>
      </p:pic>
      <p:sp>
        <p:nvSpPr>
          <p:cNvPr id="8" name="Rectangle: Rounded Corners 7"/>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rmAutofit/>
          </a:bodyPr>
          <a:lstStyle/>
          <a:p>
            <a:pPr algn="ctr"/>
            <a:r>
              <a:rPr lang="zh-CN" altLang="en-US" sz="6600" b="1" dirty="0">
                <a:solidFill>
                  <a:srgbClr val="C00000"/>
                </a:solidFill>
                <a:latin typeface="楷体"/>
                <a:ea typeface="楷体"/>
              </a:rPr>
              <a:t>进堂咏 · 请手动填入本周歌词</a:t>
            </a:r>
            <a:endParaRPr lang="zh-CN" altLang="en-US" sz="6600" b="1" dirty="0">
              <a:solidFill>
                <a:srgbClr val="C00000"/>
              </a:solidFill>
              <a:latin typeface="楷体"/>
              <a:ea typeface="楷体"/>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进堂咏　</a:t>
            </a:r>
            <a:r>
              <a:rPr lang="en-US" altLang="zh-TW" sz="3600" b="1">
                <a:solidFill>
                  <a:schemeClr val="bg1"/>
                </a:solidFill>
              </a:rPr>
              <a:t>Entrance Hymn</a:t>
            </a:r>
            <a:endParaRPr lang="en-US" sz="3600" b="1">
              <a:solidFill>
                <a:schemeClr val="bg1"/>
              </a:solidFill>
            </a:endParaRPr>
          </a:p>
        </p:txBody>
      </p:sp>
      <p:grpSp>
        <p:nvGrpSpPr>
          <p:cNvPr id="4" name="Group 3"/>
          <p:cNvGrpSpPr/>
          <p:nvPr/>
        </p:nvGrpSpPr>
        <p:grpSpPr>
          <a:xfrm>
            <a:off x="7514746" y="5835491"/>
            <a:ext cx="1193338" cy="590417"/>
            <a:chOff x="7615646" y="5917473"/>
            <a:chExt cx="1193338" cy="590417"/>
          </a:xfrm>
        </p:grpSpPr>
        <p:sp>
          <p:nvSpPr>
            <p:cNvPr id="5" name="Rectangle: Rounded Corners 4"/>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US" sz="2400" b="1" dirty="0"/>
            </a:p>
          </p:txBody>
        </p:sp>
        <p:pic>
          <p:nvPicPr>
            <p:cNvPr id="6" name="Picture 5" descr="A black silhouette of a person and two children&#10;&#10;AI-generated content may be incorrect."/>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zh-TW" altLang="en-US" sz="4800" dirty="0">
                <a:solidFill>
                  <a:srgbClr val="282120"/>
                </a:solidFill>
              </a:rPr>
              <a:t>因父，及子，及圣神之名。</a:t>
            </a:r>
            <a:endParaRPr lang="en-US" altLang="zh-TW" sz="4800" dirty="0">
              <a:solidFill>
                <a:srgbClr val="282120"/>
              </a:solidFill>
            </a:endParaRPr>
          </a:p>
          <a:p>
            <a:pPr algn="just"/>
            <a:endParaRPr lang="en-US" sz="4800" dirty="0">
              <a:solidFill>
                <a:srgbClr val="282120"/>
              </a:solidFill>
            </a:endParaRPr>
          </a:p>
          <a:p>
            <a:pPr algn="just"/>
            <a:endParaRPr lang="en-US" sz="4800" dirty="0">
              <a:solidFill>
                <a:srgbClr val="282120"/>
              </a:solidFill>
            </a:endParaRPr>
          </a:p>
          <a:p>
            <a:pPr algn="just"/>
            <a:r>
              <a:rPr lang="zh-TW" altLang="en-US" sz="4800" b="1" dirty="0">
                <a:solidFill>
                  <a:srgbClr val="282120"/>
                </a:solidFill>
              </a:rPr>
              <a:t>答：阿们。</a:t>
            </a:r>
            <a:endParaRPr lang="en-US" sz="4800" b="1" dirty="0">
              <a:solidFill>
                <a:srgbClr val="282120"/>
              </a:solidFill>
            </a:endParaRPr>
          </a:p>
        </p:txBody>
      </p:sp>
      <p:sp>
        <p:nvSpPr>
          <p:cNvPr id="9" name="Rectangle: Rounded Corners 8"/>
          <p:cNvSpPr/>
          <p:nvPr/>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GB" sz="2800" b="0" i="0" u="none" strike="noStrike" kern="1200" cap="none" spc="0" normalizeH="0" baseline="0" noProof="0" dirty="0">
                <a:ln>
                  <a:noFill/>
                </a:ln>
                <a:solidFill>
                  <a:schemeClr val="tx1"/>
                </a:solidFill>
                <a:effectLst/>
                <a:uLnTx/>
                <a:uFillTx/>
                <a:latin typeface="EB Garamond"/>
                <a:ea typeface="DFKai-SB"/>
                <a:cs typeface="+mn-cs"/>
              </a:rPr>
              <a:t>In the name of the Father, and of the Son, and of the Holy Spirit.</a:t>
            </a:r>
            <a:endParaRPr lang="en-GB" sz="28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defRPr/>
            </a:pPr>
            <a:endParaRPr lang="en-GB" sz="28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defRPr/>
            </a:pPr>
            <a:endParaRPr lang="en-GB" sz="2800" dirty="0">
              <a:solidFill>
                <a:schemeClr val="tx1"/>
              </a:solidFill>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defRPr/>
            </a:pPr>
            <a:endParaRPr lang="en-GB" sz="28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defRPr/>
            </a:pPr>
            <a:endParaRPr lang="en-GB" sz="28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TW" sz="2800" b="1" i="0" u="none" strike="noStrike" kern="1200" cap="none" spc="0" normalizeH="0" baseline="0" noProof="0" dirty="0">
                <a:ln>
                  <a:noFill/>
                </a:ln>
                <a:solidFill>
                  <a:schemeClr val="tx1"/>
                </a:solidFill>
                <a:effectLst/>
                <a:uLnTx/>
                <a:uFillTx/>
                <a:latin typeface="EB Garamond"/>
                <a:ea typeface="DFKai-SB"/>
                <a:cs typeface="+mn-cs"/>
              </a:rPr>
              <a:t>R. </a:t>
            </a:r>
            <a:r>
              <a:rPr kumimoji="0" lang="en-GB" sz="2800" b="1" i="0" u="none" strike="noStrike" kern="1200" cap="none" spc="0" normalizeH="0" baseline="0" noProof="0" dirty="0">
                <a:ln>
                  <a:noFill/>
                </a:ln>
                <a:solidFill>
                  <a:schemeClr val="tx1"/>
                </a:solidFill>
                <a:effectLst/>
                <a:uLnTx/>
                <a:uFillTx/>
                <a:latin typeface="EB Garamond"/>
                <a:ea typeface="DFKai-SB"/>
                <a:cs typeface="+mn-cs"/>
              </a:rPr>
              <a:t>Amen</a:t>
            </a:r>
            <a:r>
              <a:rPr kumimoji="0" lang="en-GB" sz="2800" b="0" i="0" u="none" strike="noStrike" kern="1200" cap="none" spc="0" normalizeH="0" baseline="0" noProof="0" dirty="0">
                <a:ln>
                  <a:noFill/>
                </a:ln>
                <a:solidFill>
                  <a:schemeClr val="tx1"/>
                </a:solidFill>
                <a:effectLst/>
                <a:uLnTx/>
                <a:uFillTx/>
                <a:latin typeface="EB Garamond"/>
                <a:ea typeface="DFKai-SB"/>
                <a:cs typeface="+mn-cs"/>
              </a:rPr>
              <a:t>.</a:t>
            </a:r>
            <a:endParaRPr lang="en-US" sz="2800" b="0" i="0" u="none" strike="noStrike" kern="1200" cap="none" spc="0" normalizeH="0" baseline="0" noProof="0" dirty="0">
              <a:ln>
                <a:noFill/>
              </a:ln>
              <a:solidFill>
                <a:schemeClr val="tx1"/>
              </a:solidFill>
              <a:effectLst/>
              <a:uLnTx/>
              <a:uFillTx/>
              <a:latin typeface="EB Garamond"/>
              <a:ea typeface="DFKai-SB"/>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致候礼　</a:t>
            </a:r>
            <a:r>
              <a:rPr lang="en-US" altLang="zh-TW" sz="3600" b="1">
                <a:solidFill>
                  <a:schemeClr val="bg1"/>
                </a:solidFill>
              </a:rPr>
              <a:t>Introductory Rite</a:t>
            </a:r>
            <a:endParaRPr lang="zh-TW" altLang="en-US" sz="3600" b="1">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CN" altLang="en-US" sz="4800" dirty="0">
                <a:solidFill>
                  <a:srgbClr val="282120"/>
                </a:solidFill>
              </a:rPr>
              <a:t>愿天父的慈爱，基督的圣宠，圣神的共融，与你们同在。</a:t>
            </a:r>
            <a:endParaRPr lang="en-AU" altLang="zh-CN" sz="4800" dirty="0">
              <a:solidFill>
                <a:srgbClr val="282120"/>
              </a:solidFill>
            </a:endParaRPr>
          </a:p>
          <a:p>
            <a:pPr algn="just" hangingPunct="0"/>
            <a:endParaRPr lang="zh-CN" altLang="en-US" sz="4800" dirty="0">
              <a:solidFill>
                <a:srgbClr val="282120"/>
              </a:solidFill>
            </a:endParaRPr>
          </a:p>
          <a:p>
            <a:pPr algn="just"/>
            <a:r>
              <a:rPr lang="zh-TW" altLang="en-US" sz="4800" b="1" dirty="0">
                <a:solidFill>
                  <a:srgbClr val="282120"/>
                </a:solidFill>
              </a:rPr>
              <a:t>答：</a:t>
            </a:r>
            <a:r>
              <a:rPr lang="zh-CN" altLang="en-US" sz="4800" b="1" dirty="0">
                <a:solidFill>
                  <a:srgbClr val="282120"/>
                </a:solidFill>
              </a:rPr>
              <a:t>也与你的心灵同在。</a:t>
            </a:r>
            <a:endParaRPr lang="en-US" sz="4800" b="1" dirty="0">
              <a:solidFill>
                <a:srgbClr val="282120"/>
              </a:solidFill>
            </a:endParaRPr>
          </a:p>
        </p:txBody>
      </p:sp>
      <p:sp>
        <p:nvSpPr>
          <p:cNvPr id="9" name="Rectangle: Rounded Corners 8"/>
          <p:cNvSpPr/>
          <p:nvPr/>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tx1"/>
                </a:solidFill>
                <a:effectLst/>
                <a:uLnTx/>
                <a:uFillTx/>
                <a:latin typeface="EB Garamond"/>
                <a:ea typeface="DFKai-SB"/>
                <a:cs typeface="+mn-cs"/>
              </a:rPr>
              <a:t>The grace of our Lord Jesus Christ, and the love of God, and the communion of the Holy Spirit be with you all.</a:t>
            </a:r>
            <a:endParaRPr kumimoji="0" lang="en-US" sz="2800" b="0"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lang="en-US" sz="2800" dirty="0">
              <a:solidFill>
                <a:schemeClr val="tx1"/>
              </a:solidFill>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EB Garamond"/>
                <a:ea typeface="DFKai-SB"/>
                <a:cs typeface="+mn-cs"/>
              </a:rPr>
              <a:t>R. And with your spirit.</a:t>
            </a:r>
            <a:endParaRPr kumimoji="0" lang="en-US" sz="2800" b="1" i="0" u="none" strike="noStrike" kern="1200" cap="none" spc="0" normalizeH="0" baseline="0" noProof="0" dirty="0">
              <a:ln>
                <a:noFill/>
              </a:ln>
              <a:solidFill>
                <a:schemeClr val="tx1"/>
              </a:solidFill>
              <a:effectLst/>
              <a:uLnTx/>
              <a:uFillTx/>
              <a:latin typeface="EB Garamond"/>
              <a:ea typeface="DFKai-SB"/>
              <a:cs typeface="+mn-cs"/>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致候礼　</a:t>
            </a:r>
            <a:r>
              <a:rPr lang="en-US" altLang="zh-TW" sz="3600" b="1">
                <a:solidFill>
                  <a:schemeClr val="bg1"/>
                </a:solidFill>
              </a:rPr>
              <a:t>Introductory Rite</a:t>
            </a:r>
            <a:endParaRPr lang="zh-TW" altLang="en-US" sz="3600" b="1">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CN" altLang="en-US" sz="4800" dirty="0">
                <a:solidFill>
                  <a:schemeClr val="dk1"/>
                </a:solidFill>
                <a:latin typeface="KaiTi" panose="02010609060101010101" charset="-122"/>
                <a:ea typeface="KaiTi" panose="02010609060101010101" charset="-122"/>
                <a:cs typeface="KaiTi" panose="02010609060101010101" charset="-122"/>
                <a:sym typeface="KaiTi" panose="02010609060101010101" charset="-122"/>
              </a:rPr>
              <a:t>各位教友，现在我们大家认罪，虔诚地举行圣祭。 </a:t>
            </a:r>
            <a:endParaRPr lang="zh-CN" altLang="en-US" sz="4800" dirty="0">
              <a:solidFill>
                <a:srgbClr val="282120"/>
              </a:solidFill>
            </a:endParaRPr>
          </a:p>
        </p:txBody>
      </p:sp>
      <p:sp>
        <p:nvSpPr>
          <p:cNvPr id="9" name="Rectangle: Rounded Corners 8"/>
          <p:cNvSpPr/>
          <p:nvPr/>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tx1"/>
                </a:solidFill>
                <a:effectLst/>
                <a:uLnTx/>
                <a:uFillTx/>
                <a:latin typeface="EB Garamond"/>
                <a:ea typeface="DFKai-SB"/>
                <a:cs typeface="+mn-cs"/>
              </a:rPr>
              <a:t>Brethren (brothers and sisters), let us acknowledge our sins, and so prepare ourselves to celebrate the sacred mysteries.</a:t>
            </a:r>
            <a:endParaRPr kumimoji="0" lang="en-US" sz="2800" b="0" i="0" u="none" strike="noStrike" kern="1200" cap="none" spc="0" normalizeH="0" baseline="0" noProof="0" dirty="0">
              <a:ln>
                <a:noFill/>
              </a:ln>
              <a:solidFill>
                <a:schemeClr val="tx1"/>
              </a:solidFill>
              <a:effectLst/>
              <a:uLnTx/>
              <a:uFillTx/>
              <a:latin typeface="EB Garamond"/>
              <a:ea typeface="DFKai-SB"/>
              <a:cs typeface="+mn-cs"/>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endParaRPr lang="zh-TW" altLang="en-US" sz="36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zh-CN" altLang="en-US" sz="4800" b="1" dirty="0">
                <a:solidFill>
                  <a:schemeClr val="dk1"/>
                </a:solidFill>
                <a:latin typeface="KaiTi"/>
                <a:ea typeface="KaiTi"/>
                <a:cs typeface="KaiTi" panose="02010609060101010101" charset="-122"/>
                <a:sym typeface="KaiTi" panose="02010609060101010101" charset="-122"/>
              </a:rPr>
              <a:t>我向全能的天主和各位教友</a:t>
            </a:r>
            <a:r>
              <a:rPr lang="en-US" altLang="zh-CN" sz="4800" b="1" dirty="0">
                <a:solidFill>
                  <a:schemeClr val="dk1"/>
                </a:solidFill>
                <a:latin typeface="KaiTi"/>
                <a:ea typeface="KaiTi"/>
                <a:cs typeface="KaiTi" panose="02010609060101010101" charset="-122"/>
                <a:sym typeface="KaiTi" panose="02010609060101010101" charset="-122"/>
              </a:rPr>
              <a:t>,</a:t>
            </a:r>
            <a:r>
              <a:rPr lang="zh-TW" altLang="en-US" sz="4800" b="1" dirty="0">
                <a:solidFill>
                  <a:schemeClr val="dk1"/>
                </a:solidFill>
                <a:latin typeface="KaiTi"/>
                <a:ea typeface="KaiTi"/>
                <a:cs typeface="KaiTi" panose="02010609060101010101" charset="-122"/>
                <a:sym typeface="KaiTi" panose="02010609060101010101" charset="-122"/>
              </a:rPr>
              <a:t> 承认我思、言、行为上的过失。</a:t>
            </a:r>
            <a:r>
              <a:rPr lang="zh-CN" altLang="en-US" sz="4800" dirty="0">
                <a:solidFill>
                  <a:srgbClr val="282120"/>
                </a:solidFill>
              </a:rPr>
              <a:t> </a:t>
            </a:r>
            <a:endParaRPr lang="zh-CN" altLang="en-US" sz="4800" dirty="0">
              <a:solidFill>
                <a:srgbClr val="282120"/>
              </a:solidFill>
            </a:endParaRPr>
          </a:p>
        </p:txBody>
      </p:sp>
      <p:sp>
        <p:nvSpPr>
          <p:cNvPr id="9" name="Rectangle: Rounded Corners 8"/>
          <p:cNvSpPr/>
          <p:nvPr/>
        </p:nvSpPr>
        <p:spPr>
          <a:xfrm>
            <a:off x="5539153"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EB Garamond"/>
                <a:ea typeface="DFKai-SB"/>
                <a:cs typeface="+mn-cs"/>
              </a:rPr>
              <a:t>I confess to almighty God and to you, my brothers and sisters, that I have greatly sinned, in my thoughts and in my words, in what I have done and in what I have failed to do, </a:t>
            </a:r>
            <a:endParaRPr kumimoji="0" lang="en-US" sz="2800" b="1" i="0" u="none" strike="noStrike" kern="1200" cap="none" spc="0" normalizeH="0" baseline="0" noProof="0" dirty="0">
              <a:ln>
                <a:noFill/>
              </a:ln>
              <a:solidFill>
                <a:schemeClr val="tx1"/>
              </a:solidFill>
              <a:effectLst/>
              <a:uLnTx/>
              <a:uFillTx/>
              <a:latin typeface="EB Garamond"/>
              <a:ea typeface="DFKai-SB"/>
              <a:cs typeface="+mn-cs"/>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endParaRPr lang="zh-TW" altLang="en-US" sz="36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3600" dirty="0">
                <a:solidFill>
                  <a:schemeClr val="dk1"/>
                </a:solidFill>
                <a:latin typeface="KaiTi"/>
                <a:ea typeface="KaiTi"/>
                <a:cs typeface="KaiTi" panose="02010609060101010101" charset="-122"/>
                <a:sym typeface="KaiTi" panose="02010609060101010101" charset="-122"/>
              </a:rPr>
              <a:t>（捶胸）</a:t>
            </a:r>
            <a:r>
              <a:rPr lang="zh-TW" altLang="en-US" sz="4800" b="1" dirty="0">
                <a:solidFill>
                  <a:schemeClr val="dk1"/>
                </a:solidFill>
                <a:latin typeface="KaiTi"/>
                <a:ea typeface="KaiTi"/>
                <a:cs typeface="KaiTi" panose="02010609060101010101" charset="-122"/>
                <a:sym typeface="KaiTi" panose="02010609060101010101" charset="-122"/>
              </a:rPr>
              <a:t>我罪、我罪、我的重罪。</a:t>
            </a:r>
            <a:endParaRPr lang="en-US" altLang="zh-CN" sz="4800" b="1" dirty="0">
              <a:solidFill>
                <a:schemeClr val="dk1"/>
              </a:solidFill>
              <a:latin typeface="KaiTi"/>
              <a:ea typeface="KaiTi"/>
            </a:endParaRPr>
          </a:p>
          <a:p>
            <a:pPr algn="just" hangingPunct="0"/>
            <a:endParaRPr lang="en-US" sz="4800" dirty="0">
              <a:solidFill>
                <a:srgbClr val="282120"/>
              </a:solidFill>
            </a:endParaRPr>
          </a:p>
        </p:txBody>
      </p:sp>
      <p:sp>
        <p:nvSpPr>
          <p:cNvPr id="9" name="Rectangle: Rounded Corners 8"/>
          <p:cNvSpPr/>
          <p:nvPr/>
        </p:nvSpPr>
        <p:spPr>
          <a:xfrm>
            <a:off x="5539152"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a:ln>
                  <a:noFill/>
                </a:ln>
                <a:solidFill>
                  <a:schemeClr val="tx1"/>
                </a:solidFill>
                <a:effectLst/>
                <a:uLnTx/>
                <a:uFillTx/>
                <a:latin typeface="EB Garamond"/>
                <a:ea typeface="DFKai-SB"/>
                <a:cs typeface="+mn-cs"/>
              </a:rPr>
              <a:t>(striking breast) </a:t>
            </a:r>
            <a:r>
              <a:rPr kumimoji="0" lang="en-US" sz="2800" b="1" i="0" u="none" strike="noStrike" kern="1200" cap="none" spc="0" normalizeH="0" baseline="0" noProof="0" dirty="0">
                <a:ln>
                  <a:noFill/>
                </a:ln>
                <a:solidFill>
                  <a:schemeClr val="tx1"/>
                </a:solidFill>
                <a:effectLst/>
                <a:uLnTx/>
                <a:uFillTx/>
                <a:latin typeface="EB Garamond"/>
                <a:ea typeface="DFKai-SB"/>
                <a:cs typeface="+mn-cs"/>
              </a:rPr>
              <a:t>through my fault, through my fault, through my most grievous fault; </a:t>
            </a:r>
            <a:endParaRPr kumimoji="0" lang="en-US" sz="2800" b="1" i="0" u="none" strike="noStrike" kern="1200" cap="none" spc="0" normalizeH="0" baseline="0" noProof="0" dirty="0">
              <a:ln>
                <a:noFill/>
              </a:ln>
              <a:solidFill>
                <a:schemeClr val="tx1"/>
              </a:solidFill>
              <a:effectLst/>
              <a:uLnTx/>
              <a:uFillTx/>
              <a:latin typeface="EB Garamond"/>
              <a:ea typeface="DFKai-SB"/>
              <a:cs typeface="+mn-cs"/>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endParaRPr lang="zh-TW" altLang="en-US" sz="36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CN" altLang="en-US" sz="4800" b="1" dirty="0">
                <a:solidFill>
                  <a:srgbClr val="282120"/>
                </a:solidFill>
              </a:rPr>
              <a:t>为此，恳请终身童贞圣母玛利亚、天使、圣人、和你们各位教友</a:t>
            </a:r>
            <a:r>
              <a:rPr lang="zh-TW" altLang="en-US" sz="4800" b="1" dirty="0">
                <a:solidFill>
                  <a:srgbClr val="282120"/>
                </a:solidFill>
              </a:rPr>
              <a:t>，</a:t>
            </a:r>
            <a:r>
              <a:rPr lang="zh-CN" altLang="en-US" sz="4800" b="1" dirty="0">
                <a:solidFill>
                  <a:srgbClr val="282120"/>
                </a:solidFill>
              </a:rPr>
              <a:t>为我祈求上主</a:t>
            </a:r>
            <a:r>
              <a:rPr lang="zh-TW" altLang="en-US" sz="4800" b="1" dirty="0">
                <a:solidFill>
                  <a:srgbClr val="282120"/>
                </a:solidFill>
              </a:rPr>
              <a:t>，</a:t>
            </a:r>
            <a:r>
              <a:rPr lang="zh-CN" altLang="en-US" sz="4800" b="1" dirty="0">
                <a:solidFill>
                  <a:srgbClr val="282120"/>
                </a:solidFill>
              </a:rPr>
              <a:t>我们的天主。</a:t>
            </a:r>
            <a:r>
              <a:rPr lang="zh-CN" altLang="en-US" sz="4800" dirty="0">
                <a:solidFill>
                  <a:srgbClr val="282120"/>
                </a:solidFill>
              </a:rPr>
              <a:t> </a:t>
            </a:r>
            <a:endParaRPr lang="zh-CN" altLang="en-US" sz="4800" dirty="0">
              <a:solidFill>
                <a:srgbClr val="282120"/>
              </a:solidFill>
            </a:endParaRPr>
          </a:p>
        </p:txBody>
      </p:sp>
      <p:sp>
        <p:nvSpPr>
          <p:cNvPr id="9" name="Rectangle: Rounded Corners 8"/>
          <p:cNvSpPr/>
          <p:nvPr/>
        </p:nvSpPr>
        <p:spPr>
          <a:xfrm>
            <a:off x="5539152"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EB Garamond"/>
                <a:ea typeface="DFKai-SB"/>
                <a:cs typeface="+mn-cs"/>
              </a:rPr>
              <a:t>therefore I ask blessed Mary ever-Virgin, all the Angels and Saints, and you, my brothers and sisters, to pray for me to the Lord our God.</a:t>
            </a:r>
            <a:endParaRPr kumimoji="0" lang="en-US" sz="2800" b="1" i="0" u="none" strike="noStrike" kern="1200" cap="none" spc="0" normalizeH="0" baseline="0" noProof="0" dirty="0">
              <a:ln>
                <a:noFill/>
              </a:ln>
              <a:solidFill>
                <a:schemeClr val="tx1"/>
              </a:solidFill>
              <a:effectLst/>
              <a:uLnTx/>
              <a:uFillTx/>
              <a:latin typeface="EB Garamond"/>
              <a:ea typeface="DFKai-SB"/>
              <a:cs typeface="+mn-cs"/>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endParaRPr lang="zh-TW" altLang="en-US" sz="36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220715" y="1109893"/>
            <a:ext cx="5097721"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zh-CN" altLang="en-US" sz="4800" dirty="0">
                <a:solidFill>
                  <a:schemeClr val="dk1"/>
                </a:solidFill>
                <a:latin typeface="KaiTi"/>
                <a:ea typeface="KaiTi"/>
                <a:cs typeface="KaiTi" panose="02010609060101010101" charset="-122"/>
                <a:sym typeface="KaiTi" panose="02010609060101010101" charset="-122"/>
              </a:rPr>
              <a:t>愿全能的天主垂怜我们</a:t>
            </a:r>
            <a:r>
              <a:rPr lang="en-US" altLang="zh-CN" sz="4800" dirty="0">
                <a:solidFill>
                  <a:schemeClr val="dk1"/>
                </a:solidFill>
                <a:latin typeface="KaiTi"/>
                <a:ea typeface="KaiTi"/>
                <a:cs typeface="KaiTi" panose="02010609060101010101" charset="-122"/>
                <a:sym typeface="KaiTi" panose="02010609060101010101" charset="-122"/>
              </a:rPr>
              <a:t>, </a:t>
            </a:r>
            <a:r>
              <a:rPr lang="zh-CN" altLang="en-US" sz="4800" dirty="0">
                <a:solidFill>
                  <a:schemeClr val="dk1"/>
                </a:solidFill>
                <a:latin typeface="KaiTi"/>
                <a:ea typeface="KaiTi"/>
                <a:cs typeface="KaiTi" panose="02010609060101010101" charset="-122"/>
                <a:sym typeface="KaiTi" panose="02010609060101010101" charset="-122"/>
              </a:rPr>
              <a:t>赦免我们的罪</a:t>
            </a:r>
            <a:r>
              <a:rPr lang="en-US" altLang="zh-CN" sz="4800" dirty="0">
                <a:solidFill>
                  <a:schemeClr val="dk1"/>
                </a:solidFill>
                <a:latin typeface="KaiTi"/>
                <a:ea typeface="KaiTi"/>
                <a:cs typeface="KaiTi" panose="02010609060101010101" charset="-122"/>
                <a:sym typeface="KaiTi" panose="02010609060101010101" charset="-122"/>
              </a:rPr>
              <a:t>, </a:t>
            </a:r>
            <a:r>
              <a:rPr lang="zh-CN" altLang="en-US" sz="4800" dirty="0">
                <a:solidFill>
                  <a:schemeClr val="dk1"/>
                </a:solidFill>
                <a:latin typeface="KaiTi"/>
                <a:ea typeface="KaiTi"/>
                <a:cs typeface="KaiTi" panose="02010609060101010101" charset="-122"/>
                <a:sym typeface="KaiTi" panose="02010609060101010101" charset="-122"/>
              </a:rPr>
              <a:t>使我们得到永生。</a:t>
            </a:r>
            <a:endParaRPr lang="en-US" altLang="zh-CN" sz="4800" dirty="0">
              <a:solidFill>
                <a:schemeClr val="dk1"/>
              </a:solidFill>
              <a:latin typeface="KaiTi"/>
              <a:ea typeface="KaiTi"/>
            </a:endParaRPr>
          </a:p>
          <a:p>
            <a:pPr algn="just"/>
            <a:endParaRPr lang="en-US" sz="4800" dirty="0">
              <a:solidFill>
                <a:srgbClr val="282120"/>
              </a:solidFill>
            </a:endParaRPr>
          </a:p>
          <a:p>
            <a:pPr algn="just"/>
            <a:r>
              <a:rPr lang="zh-TW" altLang="en-US" sz="4800" b="1" dirty="0">
                <a:solidFill>
                  <a:srgbClr val="282120"/>
                </a:solidFill>
              </a:rPr>
              <a:t>答：阿们。</a:t>
            </a:r>
            <a:endParaRPr lang="en-US" sz="4800" b="1" dirty="0">
              <a:solidFill>
                <a:srgbClr val="282120"/>
              </a:solidFill>
            </a:endParaRPr>
          </a:p>
          <a:p>
            <a:pPr algn="just"/>
            <a:endParaRPr lang="en-US" sz="4800" dirty="0">
              <a:solidFill>
                <a:srgbClr val="282120"/>
              </a:solidFill>
            </a:endParaRPr>
          </a:p>
        </p:txBody>
      </p:sp>
      <p:sp>
        <p:nvSpPr>
          <p:cNvPr id="9" name="Rectangle: Rounded Corners 8"/>
          <p:cNvSpPr/>
          <p:nvPr/>
        </p:nvSpPr>
        <p:spPr>
          <a:xfrm>
            <a:off x="5539152" y="1109893"/>
            <a:ext cx="3384131"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2800" i="0" u="none" strike="noStrike" kern="1200" cap="none" spc="0" normalizeH="0" baseline="0" noProof="0" dirty="0">
                <a:ln>
                  <a:noFill/>
                </a:ln>
                <a:solidFill>
                  <a:schemeClr val="tx1"/>
                </a:solidFill>
                <a:effectLst/>
                <a:uLnTx/>
                <a:uFillTx/>
                <a:latin typeface="EB Garamond"/>
                <a:ea typeface="DFKai-SB"/>
                <a:cs typeface="+mn-cs"/>
              </a:rPr>
              <a:t>May almighty God have mercy on us, forgive us our sins, and bring us to everlasting life. </a:t>
            </a:r>
            <a:endParaRPr kumimoji="0" lang="en-US" sz="2800"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en-US" sz="2800"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en-US" sz="2800" b="1"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chemeClr val="tx1"/>
                </a:solidFill>
                <a:effectLst/>
                <a:uLnTx/>
                <a:uFillTx/>
                <a:latin typeface="EB Garamond"/>
                <a:ea typeface="DFKai-SB"/>
                <a:cs typeface="+mn-cs"/>
              </a:rPr>
              <a:t>R. Amen.</a:t>
            </a:r>
            <a:endParaRPr kumimoji="0" lang="en-US" sz="2800" b="1" i="0" u="none" strike="noStrike" kern="1200" cap="none" spc="0" normalizeH="0" baseline="0" noProof="0" dirty="0">
              <a:ln>
                <a:noFill/>
              </a:ln>
              <a:solidFill>
                <a:schemeClr val="tx1"/>
              </a:solidFill>
              <a:effectLst/>
              <a:uLnTx/>
              <a:uFillTx/>
              <a:latin typeface="EB Garamond"/>
              <a:ea typeface="DFKai-SB"/>
              <a:cs typeface="+mn-cs"/>
            </a:endParaRPr>
          </a:p>
          <a:p>
            <a:pPr marL="0" marR="0" lvl="0" indent="0" algn="just" defTabSz="457200" rtl="0" eaLnBrk="1" fontAlgn="auto" latinLnBrk="0" hangingPunct="1">
              <a:lnSpc>
                <a:spcPct val="100000"/>
              </a:lnSpc>
              <a:spcBef>
                <a:spcPts val="0"/>
              </a:spcBef>
              <a:spcAft>
                <a:spcPts val="0"/>
              </a:spcAft>
              <a:buClrTx/>
              <a:buSzTx/>
              <a:buFontTx/>
              <a:buNone/>
              <a:defRPr/>
            </a:pPr>
            <a:endParaRPr kumimoji="0" lang="en-US" sz="2800" b="1" i="0" u="none" strike="noStrike" kern="1200" cap="none" spc="0" normalizeH="0" baseline="0" noProof="0" dirty="0">
              <a:ln>
                <a:noFill/>
              </a:ln>
              <a:solidFill>
                <a:schemeClr val="tx1"/>
              </a:solidFill>
              <a:effectLst/>
              <a:uLnTx/>
              <a:uFillTx/>
              <a:latin typeface="EB Garamond"/>
              <a:ea typeface="DFKai-SB"/>
              <a:cs typeface="+mn-cs"/>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dirty="0">
                <a:solidFill>
                  <a:schemeClr val="bg1"/>
                </a:solidFill>
              </a:rPr>
              <a:t>忏悔礼　</a:t>
            </a:r>
            <a:r>
              <a:rPr lang="en-US" altLang="zh-TW" sz="3600" b="1" dirty="0">
                <a:solidFill>
                  <a:schemeClr val="bg1"/>
                </a:solidFill>
              </a:rPr>
              <a:t>Penitential Rite</a:t>
            </a:r>
            <a:r>
              <a:rPr lang="zh-TW" altLang="en-US" sz="3600" b="1" dirty="0">
                <a:solidFill>
                  <a:schemeClr val="bg1"/>
                </a:solidFill>
              </a:rPr>
              <a:t>　</a:t>
            </a:r>
            <a:endParaRPr lang="zh-TW" altLang="en-US" sz="36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忏悔礼　</a:t>
            </a:r>
            <a:r>
              <a:rPr lang="en-AU" dirty="0"/>
              <a:t>Penitential Rite　</a:t>
            </a:r>
            <a:br>
              <a:rPr lang="en-AU" dirty="0"/>
            </a:br>
            <a:endParaRPr lang="en-AU" dirty="0"/>
          </a:p>
        </p:txBody>
      </p:sp>
      <p:sp>
        <p:nvSpPr>
          <p:cNvPr id="3" name="Content Placeholder 2"/>
          <p:cNvSpPr>
            <a:spLocks noGrp="1"/>
          </p:cNvSpPr>
          <p:nvPr>
            <p:ph sz="half" idx="1"/>
          </p:nvPr>
        </p:nvSpPr>
        <p:spPr/>
        <p:txBody>
          <a:bodyPr/>
          <a:lstStyle/>
          <a:p>
            <a:pPr marL="0" indent="0">
              <a:buNone/>
            </a:pPr>
            <a:r>
              <a:rPr lang="zh-TW" altLang="en-US" b="1" dirty="0"/>
              <a:t>上主，求你垂怜。</a:t>
            </a:r>
            <a:endParaRPr lang="zh-TW" altLang="en-US" b="1" dirty="0"/>
          </a:p>
          <a:p>
            <a:endParaRPr lang="zh-TW" altLang="en-US" b="1" dirty="0"/>
          </a:p>
          <a:p>
            <a:pPr marL="0" indent="0">
              <a:buNone/>
            </a:pPr>
            <a:r>
              <a:rPr lang="zh-TW" altLang="en-US" b="1" dirty="0"/>
              <a:t>基督，求你垂怜。</a:t>
            </a:r>
            <a:endParaRPr lang="zh-TW" altLang="en-US" b="1" dirty="0"/>
          </a:p>
          <a:p>
            <a:endParaRPr lang="zh-TW" altLang="en-US" b="1" dirty="0"/>
          </a:p>
          <a:p>
            <a:pPr marL="0" indent="0">
              <a:buNone/>
            </a:pPr>
            <a:r>
              <a:rPr lang="zh-TW" altLang="en-US" b="1" dirty="0"/>
              <a:t>上主，求你垂怜</a:t>
            </a:r>
            <a:r>
              <a:rPr lang="zh-TW" altLang="en-US" dirty="0"/>
              <a:t>。</a:t>
            </a:r>
            <a:endParaRPr lang="zh-TW" altLang="en-US" dirty="0"/>
          </a:p>
          <a:p>
            <a:endParaRPr lang="en-AU" dirty="0"/>
          </a:p>
        </p:txBody>
      </p:sp>
      <p:sp>
        <p:nvSpPr>
          <p:cNvPr id="4" name="Content Placeholder 3"/>
          <p:cNvSpPr>
            <a:spLocks noGrp="1"/>
          </p:cNvSpPr>
          <p:nvPr>
            <p:ph sz="half" idx="2"/>
          </p:nvPr>
        </p:nvSpPr>
        <p:spPr/>
        <p:txBody>
          <a:bodyPr/>
          <a:lstStyle/>
          <a:p>
            <a:pPr marL="0" indent="0">
              <a:buNone/>
            </a:pPr>
            <a:r>
              <a:rPr lang="en-GB" b="1" dirty="0"/>
              <a:t>Lord, have mercy.</a:t>
            </a:r>
            <a:endParaRPr lang="en-GB" b="1" dirty="0"/>
          </a:p>
          <a:p>
            <a:endParaRPr lang="en-GB" b="1" dirty="0"/>
          </a:p>
          <a:p>
            <a:pPr marL="0" indent="0">
              <a:buNone/>
            </a:pPr>
            <a:endParaRPr lang="en-GB" b="1" dirty="0"/>
          </a:p>
          <a:p>
            <a:pPr marL="0" indent="0">
              <a:buNone/>
            </a:pPr>
            <a:r>
              <a:rPr lang="en-GB" b="1" dirty="0"/>
              <a:t>Christ, have mercy.</a:t>
            </a:r>
            <a:endParaRPr lang="en-GB" b="1" dirty="0"/>
          </a:p>
          <a:p>
            <a:endParaRPr lang="en-GB" b="1" dirty="0"/>
          </a:p>
          <a:p>
            <a:endParaRPr lang="en-GB" b="1" dirty="0"/>
          </a:p>
          <a:p>
            <a:pPr marL="0" indent="0">
              <a:buNone/>
            </a:pPr>
            <a:r>
              <a:rPr lang="en-GB" b="1" dirty="0"/>
              <a:t>Lord, have mercy.</a:t>
            </a:r>
            <a:endParaRPr lang="en-AU"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dirty="0"/>
              <a:t>光荣颂　</a:t>
            </a:r>
            <a:r>
              <a:rPr lang="en-US" altLang="zh-TW" dirty="0"/>
              <a:t>Gloria</a:t>
            </a:r>
            <a:endParaRPr lang="en-AU" dirty="0"/>
          </a:p>
        </p:txBody>
      </p:sp>
      <p:sp>
        <p:nvSpPr>
          <p:cNvPr id="3" name="Content Placeholder 2"/>
          <p:cNvSpPr>
            <a:spLocks noGrp="1"/>
          </p:cNvSpPr>
          <p:nvPr>
            <p:ph sz="half" idx="1"/>
          </p:nvPr>
        </p:nvSpPr>
        <p:spPr/>
        <p:txBody>
          <a:bodyPr>
            <a:noAutofit/>
          </a:bodyPr>
          <a:lstStyle/>
          <a:p>
            <a:pPr marL="0" indent="0">
              <a:buNone/>
            </a:pPr>
            <a:r>
              <a:rPr lang="zh-CN" altLang="en-US" dirty="0"/>
              <a:t>天主在天受光荣，主爱的人在世享平安。</a:t>
            </a:r>
            <a:endParaRPr lang="en-AU" altLang="zh-CN" dirty="0"/>
          </a:p>
          <a:p>
            <a:pPr marL="0" indent="0">
              <a:buNone/>
            </a:pPr>
            <a:r>
              <a:rPr lang="zh-CN" altLang="en-US" dirty="0"/>
              <a:t>主、天主、天上的君王、全能的天主圣父，</a:t>
            </a: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sz="3000" dirty="0"/>
              <a:t>Glory to God in the highest, </a:t>
            </a:r>
            <a:endParaRPr lang="en-GB" sz="3000" dirty="0"/>
          </a:p>
          <a:p>
            <a:pPr marL="0" indent="0" algn="l">
              <a:buNone/>
            </a:pPr>
            <a:r>
              <a:rPr lang="en-GB" sz="3000" dirty="0"/>
              <a:t>and on earth peace to people of good will.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dirty="0"/>
              <a:t>光荣颂　</a:t>
            </a:r>
            <a:r>
              <a:rPr lang="en-US" altLang="zh-TW" dirty="0"/>
              <a:t>Gloria</a:t>
            </a:r>
            <a:endParaRPr lang="en-AU" dirty="0"/>
          </a:p>
        </p:txBody>
      </p:sp>
      <p:sp>
        <p:nvSpPr>
          <p:cNvPr id="3" name="Content Placeholder 2"/>
          <p:cNvSpPr>
            <a:spLocks noGrp="1"/>
          </p:cNvSpPr>
          <p:nvPr>
            <p:ph sz="half" idx="1"/>
          </p:nvPr>
        </p:nvSpPr>
        <p:spPr/>
        <p:txBody>
          <a:bodyPr>
            <a:noAutofit/>
          </a:bodyPr>
          <a:lstStyle/>
          <a:p>
            <a:pPr marL="0" indent="0">
              <a:buNone/>
            </a:pPr>
            <a:r>
              <a:rPr lang="zh-CN" altLang="en-US" dirty="0"/>
              <a:t>我们为了你无上的光荣，赞美你、称颂你、朝拜你、显扬你、感谢你。</a:t>
            </a: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sz="3000" dirty="0"/>
              <a:t>We praise you, we bless you, </a:t>
            </a:r>
            <a:endParaRPr lang="en-GB" sz="3000" dirty="0"/>
          </a:p>
          <a:p>
            <a:pPr marL="0" indent="0" algn="l">
              <a:buNone/>
            </a:pPr>
            <a:r>
              <a:rPr lang="en-GB" sz="3000" dirty="0"/>
              <a:t>we adore you, </a:t>
            </a:r>
            <a:endParaRPr lang="en-GB" sz="3000" dirty="0"/>
          </a:p>
          <a:p>
            <a:pPr marL="0" indent="0" algn="l">
              <a:buNone/>
            </a:pPr>
            <a:r>
              <a:rPr lang="en-GB" sz="3000" dirty="0"/>
              <a:t>we glorify you, </a:t>
            </a:r>
            <a:endParaRPr lang="en-GB" sz="3000" dirty="0"/>
          </a:p>
          <a:p>
            <a:pPr marL="0" indent="0" algn="l">
              <a:buNone/>
            </a:pPr>
            <a:r>
              <a:rPr lang="en-GB" sz="3000" dirty="0"/>
              <a:t>we give you thanks for your great glory,</a:t>
            </a:r>
            <a:endParaRPr lang="en-GB" sz="3000"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光荣颂　</a:t>
            </a:r>
            <a:r>
              <a:rPr lang="en-AU" dirty="0"/>
              <a:t>Gloria</a:t>
            </a:r>
            <a:br>
              <a:rPr lang="en-AU"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主、耶稣基督、独生子；主、天主、天主的羔羊，圣父之子；除免世罪者，求你垂怜我们，</a:t>
            </a:r>
            <a:endParaRPr lang="zh-CN" altLang="en-US" dirty="0"/>
          </a:p>
          <a:p>
            <a:pPr algn="just"/>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GB" dirty="0"/>
              <a:t>Lord God, heavenly King, </a:t>
            </a:r>
            <a:endParaRPr lang="en-GB" dirty="0"/>
          </a:p>
          <a:p>
            <a:pPr marL="0" indent="0" algn="l">
              <a:buNone/>
            </a:pPr>
            <a:r>
              <a:rPr lang="en-GB" dirty="0"/>
              <a:t>O God, almighty Father. </a:t>
            </a:r>
            <a:endParaRPr lang="en-GB" dirty="0"/>
          </a:p>
          <a:p>
            <a:pPr marL="0" indent="0" algn="l">
              <a:buNone/>
            </a:pPr>
            <a:r>
              <a:rPr lang="en-GB" dirty="0"/>
              <a:t>Lord Jesus Christ,</a:t>
            </a:r>
            <a:endParaRPr lang="en-GB" dirty="0"/>
          </a:p>
          <a:p>
            <a:pPr marL="0" indent="0" algn="l">
              <a:buNone/>
            </a:pPr>
            <a:r>
              <a:rPr lang="en-GB" dirty="0"/>
              <a:t> Only Begotten Son, Lord God, Lamb of God, Son of the Father, </a:t>
            </a:r>
            <a:endParaRPr lang="en-GB" dirty="0"/>
          </a:p>
          <a:p>
            <a:pPr marL="0" indent="0" algn="l">
              <a:buNone/>
            </a:pPr>
            <a:r>
              <a:rPr lang="en-GB" dirty="0"/>
              <a:t>you take away the sins of the world, have mercy on us;</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光荣颂　</a:t>
            </a:r>
            <a:r>
              <a:rPr lang="en-AU" dirty="0"/>
              <a:t>Gloria</a:t>
            </a:r>
            <a:br>
              <a:rPr lang="en-AU" dirty="0"/>
            </a:br>
            <a:endParaRPr lang="en-AU" dirty="0"/>
          </a:p>
        </p:txBody>
      </p:sp>
      <p:sp>
        <p:nvSpPr>
          <p:cNvPr id="3" name="Content Placeholder 2"/>
          <p:cNvSpPr>
            <a:spLocks noGrp="1"/>
          </p:cNvSpPr>
          <p:nvPr>
            <p:ph sz="half" idx="1"/>
          </p:nvPr>
        </p:nvSpPr>
        <p:spPr/>
        <p:txBody>
          <a:bodyPr/>
          <a:lstStyle/>
          <a:p>
            <a:pPr marL="0" indent="0">
              <a:buNone/>
            </a:pPr>
            <a:r>
              <a:rPr lang="zh-CN" altLang="en-US" dirty="0"/>
              <a:t>除免世罪者，求你俯听我们的祈祷。坐在圣父之右者，求你垂怜我们；</a:t>
            </a:r>
            <a:endParaRPr lang="en-AU" dirty="0"/>
          </a:p>
          <a:p>
            <a:pPr algn="just"/>
            <a:endParaRPr lang="en-AU" dirty="0"/>
          </a:p>
        </p:txBody>
      </p:sp>
      <p:sp>
        <p:nvSpPr>
          <p:cNvPr id="4" name="Content Placeholder 3"/>
          <p:cNvSpPr>
            <a:spLocks noGrp="1"/>
          </p:cNvSpPr>
          <p:nvPr>
            <p:ph sz="half" idx="2"/>
          </p:nvPr>
        </p:nvSpPr>
        <p:spPr/>
        <p:txBody>
          <a:bodyPr/>
          <a:lstStyle/>
          <a:p>
            <a:pPr marL="0" indent="0">
              <a:buNone/>
            </a:pPr>
            <a:r>
              <a:rPr lang="en-US" dirty="0"/>
              <a:t>You take away the sins of the world,</a:t>
            </a:r>
            <a:endParaRPr lang="en-US" dirty="0"/>
          </a:p>
          <a:p>
            <a:pPr marL="0" indent="0">
              <a:buNone/>
            </a:pPr>
            <a:r>
              <a:rPr lang="en-US" dirty="0"/>
              <a:t>receive our prayer; </a:t>
            </a:r>
            <a:endParaRPr lang="en-US" dirty="0"/>
          </a:p>
          <a:p>
            <a:pPr marL="0" indent="0">
              <a:buNone/>
            </a:pPr>
            <a:r>
              <a:rPr lang="en-US" dirty="0"/>
              <a:t>You are seated at the right hand of the Father, </a:t>
            </a:r>
            <a:endParaRPr lang="en-US" dirty="0"/>
          </a:p>
          <a:p>
            <a:pPr marL="0" indent="0">
              <a:buNone/>
            </a:pPr>
            <a:r>
              <a:rPr lang="en-US" dirty="0"/>
              <a:t>have mercy on us.</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光荣颂　</a:t>
            </a:r>
            <a:r>
              <a:rPr lang="en-AU" dirty="0"/>
              <a:t>Gloria</a:t>
            </a:r>
            <a:br>
              <a:rPr lang="en-AU" dirty="0"/>
            </a:br>
            <a:endParaRPr lang="en-AU" dirty="0"/>
          </a:p>
        </p:txBody>
      </p:sp>
      <p:sp>
        <p:nvSpPr>
          <p:cNvPr id="3" name="Content Placeholder 2"/>
          <p:cNvSpPr>
            <a:spLocks noGrp="1"/>
          </p:cNvSpPr>
          <p:nvPr>
            <p:ph sz="half" idx="1"/>
          </p:nvPr>
        </p:nvSpPr>
        <p:spPr/>
        <p:txBody>
          <a:bodyPr>
            <a:normAutofit fontScale="88000"/>
          </a:bodyPr>
          <a:lstStyle/>
          <a:p>
            <a:pPr marL="0" indent="0" algn="just" hangingPunct="0">
              <a:buNone/>
            </a:pPr>
            <a:r>
              <a:rPr lang="zh-CN" altLang="en-US" dirty="0"/>
              <a:t>因为只有你是圣的，只有你是主，只有你是至高无上的。</a:t>
            </a:r>
            <a:endParaRPr lang="en-AU" altLang="zh-CN" dirty="0"/>
          </a:p>
          <a:p>
            <a:pPr marL="0" indent="0" algn="just" hangingPunct="0">
              <a:buNone/>
            </a:pPr>
            <a:r>
              <a:rPr lang="zh-CN" altLang="en-US" dirty="0"/>
              <a:t>耶稣基督，你和圣神，同享天主圣父的光荣。</a:t>
            </a:r>
            <a:endParaRPr lang="en-AU" altLang="zh-CN" dirty="0"/>
          </a:p>
          <a:p>
            <a:pPr marL="0" indent="0" algn="just" hangingPunct="0">
              <a:buNone/>
            </a:pPr>
            <a:r>
              <a:rPr lang="zh-CN" altLang="en-US" dirty="0"/>
              <a:t>阿们。</a:t>
            </a:r>
            <a:endParaRPr lang="zh-CN" altLang="en-US" dirty="0"/>
          </a:p>
          <a:p>
            <a:pPr algn="just"/>
            <a:endParaRPr lang="en-AU" dirty="0"/>
          </a:p>
        </p:txBody>
      </p:sp>
      <p:sp>
        <p:nvSpPr>
          <p:cNvPr id="4" name="Content Placeholder 3"/>
          <p:cNvSpPr>
            <a:spLocks noGrp="1"/>
          </p:cNvSpPr>
          <p:nvPr>
            <p:ph sz="half" idx="2"/>
          </p:nvPr>
        </p:nvSpPr>
        <p:spPr/>
        <p:txBody>
          <a:bodyPr>
            <a:normAutofit fontScale="94000"/>
          </a:bodyPr>
          <a:lstStyle/>
          <a:p>
            <a:pPr marL="0" indent="0" algn="l">
              <a:buNone/>
            </a:pPr>
            <a:r>
              <a:rPr lang="en-GB" dirty="0"/>
              <a:t>For you alone are the Holy One, </a:t>
            </a:r>
            <a:endParaRPr lang="en-GB" dirty="0"/>
          </a:p>
          <a:p>
            <a:pPr marL="0" indent="0" algn="l">
              <a:buNone/>
            </a:pPr>
            <a:r>
              <a:rPr lang="en-GB" dirty="0"/>
              <a:t>you alone are the Lord, you alone are the Most High, </a:t>
            </a:r>
            <a:endParaRPr lang="en-GB" dirty="0"/>
          </a:p>
          <a:p>
            <a:pPr marL="0" indent="0" algn="l">
              <a:buNone/>
            </a:pPr>
            <a:r>
              <a:rPr lang="en-GB" dirty="0"/>
              <a:t>Jesus Christ, </a:t>
            </a:r>
            <a:endParaRPr lang="en-GB" dirty="0"/>
          </a:p>
          <a:p>
            <a:pPr marL="0" indent="0" algn="l">
              <a:buNone/>
            </a:pPr>
            <a:r>
              <a:rPr lang="en-GB" dirty="0"/>
              <a:t>with the Holy Spirit,</a:t>
            </a:r>
            <a:endParaRPr lang="en-GB" dirty="0"/>
          </a:p>
          <a:p>
            <a:pPr marL="0" indent="0" algn="l">
              <a:buNone/>
            </a:pPr>
            <a:r>
              <a:rPr lang="en-GB" dirty="0"/>
              <a:t>in the glory of God the Father. </a:t>
            </a:r>
            <a:endParaRPr lang="en-GB" dirty="0"/>
          </a:p>
          <a:p>
            <a:pPr marL="0" indent="0" algn="l">
              <a:buNone/>
            </a:pPr>
            <a:r>
              <a:rPr lang="en-GB" dirty="0"/>
              <a:t>Amen.</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集祷经 </a:t>
            </a:r>
            <a:r>
              <a:rPr lang="en-US" altLang="zh-TW" dirty="0"/>
              <a:t>Collect</a:t>
            </a:r>
            <a:br>
              <a:rPr lang="zh-TW" altLang="en-US"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sz="4800" dirty="0"/>
              <a:t>{{集祷经_CN}}</a:t>
            </a:r>
            <a:endParaRPr lang="zh-CN" altLang="en-US" sz="4800" dirty="0"/>
          </a:p>
        </p:txBody>
      </p:sp>
      <p:sp>
        <p:nvSpPr>
          <p:cNvPr id="4" name="Content Placeholder 3"/>
          <p:cNvSpPr>
            <a:spLocks noGrp="1"/>
          </p:cNvSpPr>
          <p:nvPr>
            <p:ph sz="half" idx="2"/>
          </p:nvPr>
        </p:nvSpPr>
        <p:spPr/>
        <p:txBody>
          <a:bodyPr>
            <a:normAutofit/>
          </a:bodyPr>
          <a:lstStyle/>
          <a:p>
            <a:pPr marL="0" indent="0" algn="l">
              <a:buNone/>
            </a:pPr>
            <a:r>
              <a:rPr lang="en-US" altLang="zh-CN" sz="2800" dirty="0"/>
              <a:t>{{集祷经_EN}}</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6000" b="1" dirty="0">
                <a:solidFill>
                  <a:schemeClr val="bg1"/>
                </a:solidFill>
              </a:rPr>
              <a:t>第一次奉献</a:t>
            </a:r>
            <a:endParaRPr lang="en-GB" sz="6000" b="1" dirty="0">
              <a:solidFill>
                <a:schemeClr val="bg1"/>
              </a:solidFill>
            </a:endParaRPr>
          </a:p>
          <a:p>
            <a:pPr algn="ctr"/>
            <a:r>
              <a:rPr lang="en-GB" sz="3600" b="1" dirty="0">
                <a:solidFill>
                  <a:schemeClr val="bg1"/>
                </a:solidFill>
              </a:rPr>
              <a:t>First Collection</a:t>
            </a:r>
            <a:endParaRPr lang="en-GB" sz="3600" b="1" dirty="0">
              <a:solidFill>
                <a:schemeClr val="bg1"/>
              </a:solidFill>
            </a:endParaRPr>
          </a:p>
          <a:p>
            <a:pPr algn="ctr"/>
            <a:endParaRPr lang="en-US" sz="3600" b="1" dirty="0">
              <a:solidFill>
                <a:schemeClr val="bg1"/>
              </a:solidFill>
            </a:endParaRPr>
          </a:p>
          <a:p>
            <a:pPr algn="ctr"/>
            <a:r>
              <a:rPr lang="zh-CN" altLang="en-US" sz="4400" b="1" dirty="0"/>
              <a:t>用于教区神职人员的日常开销</a:t>
            </a:r>
            <a:endParaRPr lang="en-US" sz="4400" b="1" dirty="0">
              <a:solidFill>
                <a:schemeClr val="bg1"/>
              </a:solidFill>
            </a:endParaRPr>
          </a:p>
          <a:p>
            <a:pPr algn="ctr"/>
            <a:r>
              <a:rPr lang="en-US" sz="3600" b="1" dirty="0">
                <a:solidFill>
                  <a:schemeClr val="bg1"/>
                </a:solidFill>
              </a:rPr>
              <a:t>Support of all the Clergy in the Diocese</a:t>
            </a:r>
            <a:endParaRPr lang="en-US" sz="36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8800" b="1" dirty="0">
                <a:solidFill>
                  <a:schemeClr val="bg1"/>
                </a:solidFill>
              </a:rPr>
              <a:t>圣道礼</a:t>
            </a:r>
            <a:endParaRPr lang="zh-TW" altLang="en-US" sz="8800" b="1" dirty="0">
              <a:solidFill>
                <a:schemeClr val="bg1"/>
              </a:solidFill>
            </a:endParaRPr>
          </a:p>
          <a:p>
            <a:pPr algn="ctr"/>
            <a:r>
              <a:rPr lang="en-US" altLang="zh-TW" sz="6000" b="1" dirty="0">
                <a:solidFill>
                  <a:schemeClr val="bg1"/>
                </a:solidFill>
              </a:rPr>
              <a:t>Liturgy of the Word</a:t>
            </a:r>
            <a:endParaRPr lang="en-US" altLang="zh-TW" sz="60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读经一  </a:t>
            </a:r>
            <a:r>
              <a:rPr lang="en-US" altLang="zh-TW" dirty="0"/>
              <a:t>First Reading</a:t>
            </a:r>
            <a:r>
              <a:rPr lang="zh-TW" altLang="en-US" dirty="0"/>
              <a:t>　</a:t>
            </a:r>
            <a:br>
              <a:rPr lang="zh-TW" altLang="en-US"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sz="4800" dirty="0"/>
              <a:t>{{读经一_CN}}</a:t>
            </a:r>
            <a:endParaRPr lang="zh-CN" altLang="en-US" sz="4800" dirty="0"/>
          </a:p>
        </p:txBody>
      </p:sp>
      <p:sp>
        <p:nvSpPr>
          <p:cNvPr id="4" name="Content Placeholder 3"/>
          <p:cNvSpPr>
            <a:spLocks noGrp="1"/>
          </p:cNvSpPr>
          <p:nvPr>
            <p:ph sz="half" idx="2"/>
          </p:nvPr>
        </p:nvSpPr>
        <p:spPr/>
        <p:txBody>
          <a:bodyPr>
            <a:normAutofit/>
          </a:bodyPr>
          <a:lstStyle/>
          <a:p>
            <a:pPr marL="0" indent="0" algn="l">
              <a:buNone/>
            </a:pPr>
            <a:r>
              <a:rPr lang="en-US" altLang="zh-CN" sz="2800" dirty="0"/>
              <a:t>{{读经一_EN}}</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答唱咏  </a:t>
            </a:r>
            <a:r>
              <a:rPr lang="en-AU" dirty="0"/>
              <a:t>Responsorial Psalm　</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sz="4800" dirty="0"/>
              <a:t>{{答唱咏_CN}}</a:t>
            </a:r>
            <a:endParaRPr lang="zh-CN" altLang="en-US" sz="4800" dirty="0"/>
          </a:p>
        </p:txBody>
      </p:sp>
      <p:sp>
        <p:nvSpPr>
          <p:cNvPr id="4" name="Content Placeholder 3"/>
          <p:cNvSpPr>
            <a:spLocks noGrp="1"/>
          </p:cNvSpPr>
          <p:nvPr>
            <p:ph sz="half" idx="2"/>
          </p:nvPr>
        </p:nvSpPr>
        <p:spPr/>
        <p:txBody>
          <a:bodyPr>
            <a:normAutofit/>
          </a:bodyPr>
          <a:lstStyle/>
          <a:p>
            <a:pPr marL="0" indent="0" algn="l">
              <a:buNone/>
            </a:pPr>
            <a:r>
              <a:rPr lang="en-US" altLang="zh-CN" sz="2800" dirty="0"/>
              <a:t>{{答唱咏_EN}}</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读经二  </a:t>
            </a:r>
            <a:r>
              <a:rPr lang="en-AU" dirty="0"/>
              <a:t>Second Reading　</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sz="4800" dirty="0"/>
              <a:t>{{读经二_CN}}</a:t>
            </a:r>
            <a:endParaRPr lang="zh-CN" altLang="en-US" sz="4800" dirty="0"/>
          </a:p>
        </p:txBody>
      </p:sp>
      <p:sp>
        <p:nvSpPr>
          <p:cNvPr id="4" name="Content Placeholder 3"/>
          <p:cNvSpPr>
            <a:spLocks noGrp="1"/>
          </p:cNvSpPr>
          <p:nvPr>
            <p:ph sz="half" idx="2"/>
          </p:nvPr>
        </p:nvSpPr>
        <p:spPr/>
        <p:txBody>
          <a:bodyPr>
            <a:normAutofit/>
          </a:bodyPr>
          <a:lstStyle/>
          <a:p>
            <a:pPr marL="0" indent="0" algn="l">
              <a:buNone/>
            </a:pPr>
            <a:r>
              <a:rPr lang="en-US" altLang="zh-CN" sz="2800" dirty="0"/>
              <a:t>{{读经二_EN}}</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福音前欢呼  </a:t>
            </a:r>
            <a:r>
              <a:rPr lang="en-US" altLang="zh-TW" dirty="0"/>
              <a:t>Gospel Acclamation</a:t>
            </a:r>
            <a:r>
              <a:rPr lang="zh-TW" altLang="en-US" dirty="0"/>
              <a:t>　</a:t>
            </a:r>
            <a:br>
              <a:rPr lang="zh-TW" altLang="en-US"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sz="4800" dirty="0"/>
              <a:t>{{福音前欢呼_CN}}</a:t>
            </a:r>
            <a:endParaRPr lang="zh-CN" altLang="en-US" sz="4800" dirty="0"/>
          </a:p>
        </p:txBody>
      </p:sp>
      <p:sp>
        <p:nvSpPr>
          <p:cNvPr id="4" name="Content Placeholder 3"/>
          <p:cNvSpPr>
            <a:spLocks noGrp="1"/>
          </p:cNvSpPr>
          <p:nvPr>
            <p:ph sz="half" idx="2"/>
          </p:nvPr>
        </p:nvSpPr>
        <p:spPr/>
        <p:txBody>
          <a:bodyPr>
            <a:normAutofit/>
          </a:bodyPr>
          <a:lstStyle/>
          <a:p>
            <a:pPr marL="0" indent="0" algn="l">
              <a:buNone/>
            </a:pPr>
            <a:r>
              <a:rPr lang="en-US" altLang="zh-CN" sz="2800" dirty="0"/>
              <a:t>{{福音前欢呼_EN}}</a:t>
            </a:r>
            <a:endParaRPr lang="en-US" altLang="zh-CN" sz="2800" dirty="0"/>
          </a:p>
        </p:txBody>
      </p:sp>
      <p:grpSp>
        <p:nvGrpSpPr>
          <p:cNvPr id="6" name="Group 5"/>
          <p:cNvGrpSpPr/>
          <p:nvPr/>
        </p:nvGrpSpPr>
        <p:grpSpPr>
          <a:xfrm>
            <a:off x="7514746" y="5835491"/>
            <a:ext cx="1193338" cy="590417"/>
            <a:chOff x="7615646" y="5917473"/>
            <a:chExt cx="1193338" cy="590417"/>
          </a:xfrm>
        </p:grpSpPr>
        <p:sp>
          <p:nvSpPr>
            <p:cNvPr id="7" name="Rectangle: Rounded Corners 6"/>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US" sz="2400" b="1" dirty="0"/>
            </a:p>
          </p:txBody>
        </p:sp>
        <p:pic>
          <p:nvPicPr>
            <p:cNvPr id="8" name="Picture 7" descr="A black silhouette of a person and two children&#10;&#10;AI-generated content may be incorrect."/>
            <p:cNvPicPr>
              <a:picLocks noChangeAspect="1"/>
            </p:cNvPicPr>
            <p:nvPr/>
          </p:nvPicPr>
          <p:blipFill>
            <a:blip r:embed="rId1">
              <a:lum bright="70000" contrast="-70000"/>
              <a:extLst>
                <a:ext uri="{BEBA8EAE-BF5A-486C-A8C5-ECC9F3942E4B}">
                  <a14:imgProps xmlns:a14="http://schemas.microsoft.com/office/drawing/2010/main">
                    <a14:imgLayer r:embed="rId2">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dirty="0"/>
              <a:t>福音 </a:t>
            </a:r>
            <a:r>
              <a:rPr lang="en-US" altLang="zh-TW" dirty="0"/>
              <a:t>Gospel</a:t>
            </a: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sz="4800" dirty="0"/>
              <a:t>{{福音_CN}}</a:t>
            </a:r>
            <a:endParaRPr lang="zh-CN" altLang="en-US" sz="4800" dirty="0"/>
          </a:p>
        </p:txBody>
      </p:sp>
      <p:sp>
        <p:nvSpPr>
          <p:cNvPr id="4" name="Content Placeholder 3"/>
          <p:cNvSpPr>
            <a:spLocks noGrp="1"/>
          </p:cNvSpPr>
          <p:nvPr>
            <p:ph sz="half" idx="2"/>
          </p:nvPr>
        </p:nvSpPr>
        <p:spPr/>
        <p:txBody>
          <a:bodyPr>
            <a:normAutofit/>
          </a:bodyPr>
          <a:lstStyle/>
          <a:p>
            <a:pPr marL="0" indent="0" algn="l">
              <a:buNone/>
            </a:pPr>
            <a:r>
              <a:rPr lang="en-US" altLang="zh-CN" sz="2800" dirty="0"/>
              <a:t>{{福音_EN}}</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8800" b="1">
                <a:solidFill>
                  <a:schemeClr val="bg1"/>
                </a:solidFill>
              </a:rPr>
              <a:t>讲道</a:t>
            </a:r>
            <a:endParaRPr lang="en-US" altLang="zh-TW" sz="8800" b="1">
              <a:solidFill>
                <a:schemeClr val="bg1"/>
              </a:solidFill>
            </a:endParaRPr>
          </a:p>
          <a:p>
            <a:pPr algn="ctr"/>
            <a:r>
              <a:rPr lang="en-US" altLang="zh-TW" sz="6600" b="1">
                <a:solidFill>
                  <a:schemeClr val="bg1"/>
                </a:solidFill>
              </a:rPr>
              <a:t>Homily</a:t>
            </a:r>
            <a:endParaRPr lang="en-US" altLang="zh-TW" sz="6600" b="1">
              <a:solidFill>
                <a:schemeClr val="bg1"/>
              </a:solidFill>
            </a:endParaRPr>
          </a:p>
        </p:txBody>
      </p:sp>
      <p:grpSp>
        <p:nvGrpSpPr>
          <p:cNvPr id="5" name="Group 4"/>
          <p:cNvGrpSpPr/>
          <p:nvPr/>
        </p:nvGrpSpPr>
        <p:grpSpPr>
          <a:xfrm>
            <a:off x="7433919" y="5840308"/>
            <a:ext cx="1301539" cy="599878"/>
            <a:chOff x="7433919" y="5840308"/>
            <a:chExt cx="1301539" cy="599878"/>
          </a:xfrm>
          <a:solidFill>
            <a:srgbClr val="BCCCBE"/>
          </a:solidFill>
        </p:grpSpPr>
        <p:sp>
          <p:nvSpPr>
            <p:cNvPr id="8" name="Rectangle: Rounded Corners 7"/>
            <p:cNvSpPr/>
            <p:nvPr/>
          </p:nvSpPr>
          <p:spPr>
            <a:xfrm>
              <a:off x="7433919" y="5840308"/>
              <a:ext cx="1301539" cy="599878"/>
            </a:xfrm>
            <a:prstGeom prst="roundRect">
              <a:avLst/>
            </a:prstGeom>
            <a:grpFill/>
            <a:ln>
              <a:solidFill>
                <a:srgbClr val="BCCC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solidFill>
                    <a:schemeClr val="tx1"/>
                  </a:solidFill>
                </a:rPr>
                <a:t>坐下</a:t>
              </a:r>
              <a:endParaRPr lang="en-US" sz="2400" b="1" dirty="0">
                <a:solidFill>
                  <a:schemeClr val="tx1"/>
                </a:solidFill>
              </a:endParaRPr>
            </a:p>
          </p:txBody>
        </p:sp>
        <p:pic>
          <p:nvPicPr>
            <p:cNvPr id="9" name="Picture 8" descr="A black and white sign of a person sitting in a chair&#10;&#10;AI-generated content may be incorrect."/>
            <p:cNvPicPr>
              <a:picLocks noChangeAspect="1"/>
            </p:cNvPicPr>
            <p:nvPr/>
          </p:nvPicPr>
          <p:blipFill>
            <a:blip r:embed="rId2">
              <a:biLevel thresh="75000"/>
              <a:extLst>
                <a:ext uri="{BEBA8EAE-BF5A-486C-A8C5-ECC9F3942E4B}">
                  <a14:imgProps xmlns:a14="http://schemas.microsoft.com/office/drawing/2010/main">
                    <a14:imgLayer r:embed="rId3">
                      <a14:imgEffect>
                        <a14:backgroundRemoval t="4110" b="96233" l="9896" r="89931">
                          <a14:foregroundMark x1="31597" y1="70890" x2="31597" y2="70890"/>
                          <a14:foregroundMark x1="30556" y1="96233" x2="30556" y2="96233"/>
                          <a14:foregroundMark x1="36632" y1="4110" x2="36632" y2="4110"/>
                        </a14:backgroundRemoval>
                      </a14:imgEffect>
                    </a14:imgLayer>
                  </a14:imgProps>
                </a:ext>
              </a:extLst>
            </a:blip>
            <a:stretch>
              <a:fillRect/>
            </a:stretch>
          </p:blipFill>
          <p:spPr>
            <a:xfrm>
              <a:off x="7516597" y="5921977"/>
              <a:ext cx="410444" cy="436540"/>
            </a:xfrm>
            <a:prstGeom prst="rect">
              <a:avLst/>
            </a:prstGeom>
            <a:grpFill/>
            <a:ln>
              <a:solidFill>
                <a:srgbClr val="BCCCBE"/>
              </a:solid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信经　</a:t>
            </a:r>
            <a:r>
              <a:rPr lang="en-US" altLang="zh-TW" dirty="0"/>
              <a:t>Creed</a:t>
            </a:r>
            <a:br>
              <a:rPr lang="zh-TW" altLang="en-US"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b="1" dirty="0"/>
              <a:t>我信唯一的天主，全能的圣父，天地万物，无论有形无形，都是祂所创造的。</a:t>
            </a:r>
            <a:endParaRPr lang="zh-CN" altLang="en-US" b="1"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sz="3200" b="1" dirty="0"/>
              <a:t>I believe in one God, The Father almighty, maker of heaven and earth, of all things visible and invisible. </a:t>
            </a:r>
            <a:endParaRPr lang="en-GB" sz="3200" b="1" dirty="0"/>
          </a:p>
          <a:p>
            <a:pPr algn="l"/>
            <a:endParaRPr lang="en-AU" dirty="0"/>
          </a:p>
        </p:txBody>
      </p:sp>
      <p:grpSp>
        <p:nvGrpSpPr>
          <p:cNvPr id="9" name="Group 8"/>
          <p:cNvGrpSpPr/>
          <p:nvPr/>
        </p:nvGrpSpPr>
        <p:grpSpPr>
          <a:xfrm>
            <a:off x="7514746" y="5835491"/>
            <a:ext cx="1193338" cy="590417"/>
            <a:chOff x="7615646" y="5917473"/>
            <a:chExt cx="1193338" cy="590417"/>
          </a:xfrm>
        </p:grpSpPr>
        <p:sp>
          <p:nvSpPr>
            <p:cNvPr id="10" name="Rectangle: Rounded Corners 9"/>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US" sz="2400" b="1" dirty="0"/>
            </a:p>
          </p:txBody>
        </p:sp>
        <p:pic>
          <p:nvPicPr>
            <p:cNvPr id="11" name="Picture 10" descr="A black silhouette of a person and two children&#10;&#10;AI-generated content may be incorrect."/>
            <p:cNvPicPr>
              <a:picLocks noChangeAspect="1"/>
            </p:cNvPicPr>
            <p:nvPr/>
          </p:nvPicPr>
          <p:blipFill>
            <a:blip r:embed="rId1">
              <a:lum bright="70000" contrast="-70000"/>
              <a:extLst>
                <a:ext uri="{BEBA8EAE-BF5A-486C-A8C5-ECC9F3942E4B}">
                  <a14:imgProps xmlns:a14="http://schemas.microsoft.com/office/drawing/2010/main">
                    <a14:imgLayer r:embed="rId2">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信经　</a:t>
            </a:r>
            <a:r>
              <a:rPr lang="en-US" altLang="zh-TW" dirty="0"/>
              <a:t>Creed</a:t>
            </a:r>
            <a:br>
              <a:rPr lang="zh-TW" altLang="en-US" dirty="0"/>
            </a:br>
            <a:endParaRPr lang="en-AU" dirty="0"/>
          </a:p>
        </p:txBody>
      </p:sp>
      <p:sp>
        <p:nvSpPr>
          <p:cNvPr id="3" name="Content Placeholder 2"/>
          <p:cNvSpPr>
            <a:spLocks noGrp="1"/>
          </p:cNvSpPr>
          <p:nvPr>
            <p:ph sz="half" idx="1"/>
          </p:nvPr>
        </p:nvSpPr>
        <p:spPr/>
        <p:txBody>
          <a:bodyPr/>
          <a:lstStyle/>
          <a:p>
            <a:pPr marL="0" indent="0" algn="just">
              <a:buNone/>
            </a:pPr>
            <a:r>
              <a:rPr lang="zh-CN" altLang="en-US" b="1" dirty="0"/>
              <a:t>我信唯一的主、耶稣基督、天主的独生子。祂在万世之前，由圣父所生。</a:t>
            </a:r>
            <a:endParaRPr lang="zh-CN" altLang="en-US" b="1"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sz="3200" b="1" dirty="0"/>
              <a:t>I believe in one Lord Jesus Christ, the Only Begotten Son of God, born of the Father before all ages. </a:t>
            </a:r>
            <a:endParaRPr lang="en-GB" sz="3200"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信经　</a:t>
            </a:r>
            <a:r>
              <a:rPr lang="en-US" altLang="zh-TW" dirty="0"/>
              <a:t>Creed</a:t>
            </a:r>
            <a:br>
              <a:rPr lang="zh-TW" altLang="en-US"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TW" altLang="en-US" b="1" dirty="0"/>
              <a:t>祂是出自天主的天主，出自光明的光明，出自真天主的真天主。祂是圣父所生，而非圣父所造，与圣父同性同体，</a:t>
            </a:r>
            <a:endParaRPr lang="en-AU" b="1" dirty="0"/>
          </a:p>
        </p:txBody>
      </p:sp>
      <p:sp>
        <p:nvSpPr>
          <p:cNvPr id="4" name="Content Placeholder 3"/>
          <p:cNvSpPr>
            <a:spLocks noGrp="1"/>
          </p:cNvSpPr>
          <p:nvPr>
            <p:ph sz="half" idx="2"/>
          </p:nvPr>
        </p:nvSpPr>
        <p:spPr/>
        <p:txBody>
          <a:bodyPr>
            <a:normAutofit lnSpcReduction="10000"/>
          </a:bodyPr>
          <a:lstStyle/>
          <a:p>
            <a:pPr marL="0" indent="0" algn="l">
              <a:buNone/>
            </a:pPr>
            <a:r>
              <a:rPr lang="en-GB" sz="3200" b="1" dirty="0"/>
              <a:t>God from God, Light from Light, true God from true God, begotten, not made, consubstantial with the Father; </a:t>
            </a:r>
            <a:endParaRPr lang="en-AU" sz="3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信经　</a:t>
            </a:r>
            <a:r>
              <a:rPr lang="en-AU" dirty="0"/>
              <a:t>Creed</a:t>
            </a:r>
            <a:br>
              <a:rPr lang="en-AU" dirty="0"/>
            </a:br>
            <a:endParaRPr lang="en-AU" dirty="0"/>
          </a:p>
        </p:txBody>
      </p:sp>
      <p:sp>
        <p:nvSpPr>
          <p:cNvPr id="3" name="Content Placeholder 2"/>
          <p:cNvSpPr>
            <a:spLocks noGrp="1"/>
          </p:cNvSpPr>
          <p:nvPr>
            <p:ph sz="half" idx="1"/>
          </p:nvPr>
        </p:nvSpPr>
        <p:spPr/>
        <p:txBody>
          <a:bodyPr>
            <a:normAutofit fontScale="92500"/>
          </a:bodyPr>
          <a:lstStyle/>
          <a:p>
            <a:pPr marL="0" indent="0" algn="just">
              <a:buNone/>
            </a:pPr>
            <a:r>
              <a:rPr lang="zh-TW" altLang="en-US" b="1" dirty="0"/>
              <a:t>万物是藉着祂而造成的。</a:t>
            </a:r>
            <a:endParaRPr lang="en-AU" altLang="zh-TW" b="1" dirty="0"/>
          </a:p>
          <a:p>
            <a:pPr marL="0" indent="0" algn="just">
              <a:buNone/>
            </a:pPr>
            <a:r>
              <a:rPr lang="zh-CN" altLang="en-US" b="1" dirty="0"/>
              <a:t>祂为了我们人类，并为了我们的得救，从天降下。</a:t>
            </a:r>
            <a:r>
              <a:rPr lang="zh-TW" altLang="en-US" sz="2800" b="1" dirty="0"/>
              <a:t>（</a:t>
            </a:r>
            <a:r>
              <a:rPr lang="zh-CN" altLang="en-US" sz="2800" b="1" dirty="0"/>
              <a:t>鞠躬</a:t>
            </a:r>
            <a:r>
              <a:rPr lang="zh-TW" altLang="en-US" sz="2800" b="1" dirty="0"/>
              <a:t>）</a:t>
            </a:r>
            <a:endParaRPr lang="en-AU" altLang="zh-TW" sz="2800" b="1" dirty="0"/>
          </a:p>
          <a:p>
            <a:pPr marL="0" indent="0" algn="just">
              <a:buNone/>
            </a:pPr>
            <a:r>
              <a:rPr lang="zh-CN" altLang="en-US" b="1" dirty="0"/>
              <a:t>祂因神圣，由童贞玛利亚取得肉躯，而成为人。</a:t>
            </a:r>
            <a:endParaRPr lang="zh-CN" altLang="en-US" b="1" dirty="0"/>
          </a:p>
          <a:p>
            <a:pPr algn="just"/>
            <a:endParaRPr lang="en-AU" dirty="0"/>
          </a:p>
        </p:txBody>
      </p:sp>
      <p:sp>
        <p:nvSpPr>
          <p:cNvPr id="4" name="Content Placeholder 3"/>
          <p:cNvSpPr>
            <a:spLocks noGrp="1"/>
          </p:cNvSpPr>
          <p:nvPr>
            <p:ph sz="half" idx="2"/>
          </p:nvPr>
        </p:nvSpPr>
        <p:spPr/>
        <p:txBody>
          <a:bodyPr>
            <a:normAutofit fontScale="82000"/>
          </a:bodyPr>
          <a:lstStyle/>
          <a:p>
            <a:pPr marL="0" indent="0" algn="l">
              <a:buNone/>
            </a:pPr>
            <a:r>
              <a:rPr lang="en-GB" sz="3200" b="1" dirty="0"/>
              <a:t>through him all things were made. </a:t>
            </a:r>
            <a:endParaRPr lang="en-GB" sz="3200" b="1" dirty="0"/>
          </a:p>
          <a:p>
            <a:pPr marL="0" indent="0" algn="l">
              <a:buNone/>
            </a:pPr>
            <a:r>
              <a:rPr lang="en-GB" sz="3200" i="1" dirty="0"/>
              <a:t>(Bow)</a:t>
            </a:r>
            <a:endParaRPr lang="en-GB" sz="3200" i="1" dirty="0"/>
          </a:p>
          <a:p>
            <a:pPr marL="0" indent="0" algn="l">
              <a:buNone/>
            </a:pPr>
            <a:r>
              <a:rPr lang="en-GB" sz="3200" b="1" dirty="0"/>
              <a:t>For us men and for our salvation he came down from heaven, and by the Holy Spirit was incarnate of the Virgin Mary, and became man. </a:t>
            </a:r>
            <a:endParaRPr lang="en-GB" sz="3200"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信经　</a:t>
            </a:r>
            <a:r>
              <a:rPr lang="en-US" altLang="zh-TW" dirty="0"/>
              <a:t>Creed</a:t>
            </a:r>
            <a:br>
              <a:rPr lang="zh-TW" altLang="en-US"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b="1" dirty="0"/>
              <a:t>祂在般雀比拉多执政时，为我们被钉在十字架上，受难而被埋葬。祂正如圣经所载，第三日复活了。</a:t>
            </a:r>
            <a:endParaRPr lang="zh-CN" altLang="en-US" b="1" dirty="0"/>
          </a:p>
          <a:p>
            <a:pPr algn="just"/>
            <a:endParaRPr lang="en-AU" dirty="0"/>
          </a:p>
        </p:txBody>
      </p:sp>
      <p:sp>
        <p:nvSpPr>
          <p:cNvPr id="4" name="Content Placeholder 3"/>
          <p:cNvSpPr>
            <a:spLocks noGrp="1"/>
          </p:cNvSpPr>
          <p:nvPr>
            <p:ph sz="half" idx="2"/>
          </p:nvPr>
        </p:nvSpPr>
        <p:spPr/>
        <p:txBody>
          <a:bodyPr>
            <a:normAutofit fontScale="94000"/>
          </a:bodyPr>
          <a:lstStyle/>
          <a:p>
            <a:pPr marL="0" indent="0" algn="l">
              <a:buNone/>
            </a:pPr>
            <a:r>
              <a:rPr lang="en-GB" sz="3200" b="1" dirty="0"/>
              <a:t>For our sake he was crucified under Pontius Pilate, he suffered death and was buried, and rose again on the third day in accordance with the Scriptures. </a:t>
            </a:r>
            <a:endParaRPr lang="en-GB" sz="3200"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信经　</a:t>
            </a:r>
            <a:r>
              <a:rPr lang="en-US" altLang="zh-TW" dirty="0"/>
              <a:t>Creed</a:t>
            </a:r>
            <a:br>
              <a:rPr lang="zh-TW" altLang="en-US"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b="1" dirty="0"/>
              <a:t>祂升了天，坐在圣父的右边。祂还要光荣地降来，审判生者死者。祂的神国万世无疆。</a:t>
            </a:r>
            <a:endParaRPr lang="zh-CN" altLang="en-US" b="1" dirty="0"/>
          </a:p>
          <a:p>
            <a:pPr algn="just"/>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GB" sz="3200" b="1" dirty="0"/>
              <a:t>He ascended into heaven and is seated at the right hand of the Father. He will come again in glory to judge the living and the dead and his kingdom will have no end.</a:t>
            </a:r>
            <a:endParaRPr lang="en-GB" sz="3200"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信经　</a:t>
            </a:r>
            <a:r>
              <a:rPr lang="en-US" altLang="zh-TW" dirty="0"/>
              <a:t>Creed</a:t>
            </a:r>
            <a:br>
              <a:rPr lang="zh-TW" altLang="en-US"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b="1" dirty="0"/>
              <a:t>我信圣神，祂是主及赋予生命者，由圣父圣子所共发。祂和圣父圣子，同受钦崇，同享光荣。祂曾藉先知们发言。</a:t>
            </a:r>
            <a:endParaRPr lang="zh-CN" altLang="en-US" b="1" dirty="0"/>
          </a:p>
          <a:p>
            <a:pPr algn="just"/>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GB" sz="3000" b="1" dirty="0"/>
              <a:t>I believe in the Holy Spirit, the Lord, the giver of life, who proceeds from the Father and the Son, who with the Father and the son is adored and glorified, who has spoken through the prophets. </a:t>
            </a:r>
            <a:endParaRPr lang="en-GB" sz="3000"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信经　</a:t>
            </a:r>
            <a:r>
              <a:rPr lang="en-AU" dirty="0"/>
              <a:t>Creed</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hangingPunct="0">
              <a:buNone/>
            </a:pPr>
            <a:r>
              <a:rPr lang="zh-CN" altLang="en-US" b="1" dirty="0"/>
              <a:t>我信唯一、至圣、至公、从宗徒传下来的教会。我承认赦罪的圣洗，只有一个。我期待死人的复活，及来世的生命。阿们。</a:t>
            </a:r>
            <a:endParaRPr lang="zh-CN" altLang="en-US" b="1" dirty="0"/>
          </a:p>
          <a:p>
            <a:pPr algn="just"/>
            <a:endParaRPr lang="en-AU" dirty="0"/>
          </a:p>
        </p:txBody>
      </p:sp>
      <p:sp>
        <p:nvSpPr>
          <p:cNvPr id="4" name="Content Placeholder 3"/>
          <p:cNvSpPr>
            <a:spLocks noGrp="1"/>
          </p:cNvSpPr>
          <p:nvPr>
            <p:ph sz="half" idx="2"/>
          </p:nvPr>
        </p:nvSpPr>
        <p:spPr/>
        <p:txBody>
          <a:bodyPr>
            <a:normAutofit fontScale="82000"/>
          </a:bodyPr>
          <a:lstStyle/>
          <a:p>
            <a:pPr marL="0" indent="0" algn="l">
              <a:buNone/>
            </a:pPr>
            <a:r>
              <a:rPr lang="en-GB" sz="3200" b="1" dirty="0"/>
              <a:t>I believe in one, holy, catholic and apostolic Church. I confess one Baptism for the forgiveness of sins and I look forward to the resurrection of the dead and the life of the world to come. Amen. </a:t>
            </a:r>
            <a:endParaRPr lang="en-GB" sz="3200"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tLang="zh-TW" dirty="0">
                <a:solidFill>
                  <a:schemeClr val="bg1"/>
                </a:solidFill>
              </a:rPr>
            </a:br>
            <a:r>
              <a:rPr lang="en-US" altLang="zh-TW" dirty="0">
                <a:solidFill>
                  <a:schemeClr val="bg1"/>
                </a:solidFill>
              </a:rPr>
              <a:t>Prayers of the Faithful</a:t>
            </a:r>
            <a:r>
              <a:rPr lang="zh-TW" altLang="en-US" dirty="0">
                <a:solidFill>
                  <a:schemeClr val="bg1"/>
                </a:solidFill>
              </a:rPr>
              <a:t>　</a:t>
            </a:r>
            <a:r>
              <a:rPr lang="zh-TW" altLang="en-US" dirty="0">
                <a:solidFill>
                  <a:schemeClr val="bg1"/>
                </a:solidFill>
              </a:rPr>
              <a:t>信友祷文</a:t>
            </a:r>
            <a:br>
              <a:rPr lang="zh-TW" altLang="en-US" dirty="0">
                <a:solidFill>
                  <a:schemeClr val="bg1"/>
                </a:solidFill>
              </a:rPr>
            </a:br>
            <a:endParaRPr lang="en-AU" dirty="0"/>
          </a:p>
        </p:txBody>
      </p:sp>
      <p:sp>
        <p:nvSpPr>
          <p:cNvPr id="3" name="Content Placeholder 2"/>
          <p:cNvSpPr>
            <a:spLocks noGrp="1"/>
          </p:cNvSpPr>
          <p:nvPr>
            <p:ph idx="1"/>
          </p:nvPr>
        </p:nvSpPr>
        <p:spPr/>
        <p:txBody>
          <a:bodyPr>
            <a:normAutofit/>
          </a:bodyPr>
          <a:lstStyle/>
          <a:p>
            <a:pPr marL="0" indent="0" algn="just">
              <a:buNone/>
            </a:pPr>
            <a:r>
              <a:rPr lang="zh-CN" altLang="en-US" sz="4800" dirty="0"/>
              <a:t>{{信友祷文_CN}}</a:t>
            </a:r>
            <a:endParaRPr lang="zh-CN" altLang="en-US" sz="4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8800" b="1">
                <a:solidFill>
                  <a:schemeClr val="bg1"/>
                </a:solidFill>
              </a:rPr>
              <a:t>圣祭礼</a:t>
            </a:r>
            <a:endParaRPr lang="zh-TW" altLang="en-US" sz="8800" b="1">
              <a:solidFill>
                <a:schemeClr val="bg1"/>
              </a:solidFill>
            </a:endParaRPr>
          </a:p>
          <a:p>
            <a:pPr algn="ctr"/>
            <a:r>
              <a:rPr lang="en-US" altLang="zh-TW" sz="6000" b="1">
                <a:solidFill>
                  <a:schemeClr val="bg1"/>
                </a:solidFill>
              </a:rPr>
              <a:t>Liturgy of the Eucharist</a:t>
            </a:r>
            <a:endParaRPr lang="en-US" altLang="zh-TW" sz="6000" b="1">
              <a:solidFill>
                <a:schemeClr val="bg1"/>
              </a:solidFill>
            </a:endParaRPr>
          </a:p>
        </p:txBody>
      </p:sp>
      <p:grpSp>
        <p:nvGrpSpPr>
          <p:cNvPr id="5" name="Group 4"/>
          <p:cNvGrpSpPr/>
          <p:nvPr/>
        </p:nvGrpSpPr>
        <p:grpSpPr>
          <a:xfrm>
            <a:off x="7433919" y="5840308"/>
            <a:ext cx="1301539" cy="599878"/>
            <a:chOff x="7433919" y="5840308"/>
            <a:chExt cx="1301539" cy="599878"/>
          </a:xfrm>
          <a:solidFill>
            <a:srgbClr val="BCCCBE"/>
          </a:solidFill>
        </p:grpSpPr>
        <p:sp>
          <p:nvSpPr>
            <p:cNvPr id="8" name="Rectangle: Rounded Corners 7"/>
            <p:cNvSpPr/>
            <p:nvPr/>
          </p:nvSpPr>
          <p:spPr>
            <a:xfrm>
              <a:off x="7433919" y="5840308"/>
              <a:ext cx="1301539" cy="599878"/>
            </a:xfrm>
            <a:prstGeom prst="roundRect">
              <a:avLst/>
            </a:prstGeom>
            <a:grpFill/>
            <a:ln>
              <a:solidFill>
                <a:srgbClr val="BCCC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solidFill>
                    <a:schemeClr val="tx1"/>
                  </a:solidFill>
                </a:rPr>
                <a:t>坐下</a:t>
              </a:r>
              <a:endParaRPr lang="en-US" sz="2400" b="1" dirty="0">
                <a:solidFill>
                  <a:schemeClr val="tx1"/>
                </a:solidFill>
              </a:endParaRPr>
            </a:p>
          </p:txBody>
        </p:sp>
        <p:pic>
          <p:nvPicPr>
            <p:cNvPr id="9" name="Picture 8" descr="A black and white sign of a person sitting in a chair&#10;&#10;AI-generated content may be incorrect."/>
            <p:cNvPicPr>
              <a:picLocks noChangeAspect="1"/>
            </p:cNvPicPr>
            <p:nvPr/>
          </p:nvPicPr>
          <p:blipFill>
            <a:blip r:embed="rId2">
              <a:biLevel thresh="75000"/>
              <a:extLst>
                <a:ext uri="{BEBA8EAE-BF5A-486C-A8C5-ECC9F3942E4B}">
                  <a14:imgProps xmlns:a14="http://schemas.microsoft.com/office/drawing/2010/main">
                    <a14:imgLayer r:embed="rId3">
                      <a14:imgEffect>
                        <a14:backgroundRemoval t="4110" b="96233" l="9896" r="89931">
                          <a14:foregroundMark x1="31597" y1="70890" x2="31597" y2="70890"/>
                          <a14:foregroundMark x1="30556" y1="96233" x2="30556" y2="96233"/>
                          <a14:foregroundMark x1="36632" y1="4110" x2="36632" y2="4110"/>
                        </a14:backgroundRemoval>
                      </a14:imgEffect>
                    </a14:imgLayer>
                  </a14:imgProps>
                </a:ext>
              </a:extLst>
            </a:blip>
            <a:stretch>
              <a:fillRect/>
            </a:stretch>
          </p:blipFill>
          <p:spPr>
            <a:xfrm>
              <a:off x="7516597" y="5921977"/>
              <a:ext cx="410444" cy="436540"/>
            </a:xfrm>
            <a:prstGeom prst="rect">
              <a:avLst/>
            </a:prstGeom>
            <a:grpFill/>
            <a:ln>
              <a:solidFill>
                <a:srgbClr val="BCCCBE"/>
              </a:solid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6000" b="1">
                <a:solidFill>
                  <a:schemeClr val="bg1"/>
                </a:solidFill>
              </a:rPr>
              <a:t>第二次奉献</a:t>
            </a:r>
            <a:endParaRPr lang="en-GB" sz="6000" b="1">
              <a:solidFill>
                <a:schemeClr val="bg1"/>
              </a:solidFill>
            </a:endParaRPr>
          </a:p>
          <a:p>
            <a:pPr algn="ctr"/>
            <a:r>
              <a:rPr lang="en-US" altLang="zh-TW" sz="3600" b="1">
                <a:solidFill>
                  <a:schemeClr val="bg1"/>
                </a:solidFill>
              </a:rPr>
              <a:t>Second</a:t>
            </a:r>
            <a:r>
              <a:rPr lang="en-GB" sz="3600" b="1">
                <a:solidFill>
                  <a:schemeClr val="bg1"/>
                </a:solidFill>
              </a:rPr>
              <a:t> Collection</a:t>
            </a:r>
            <a:endParaRPr lang="en-GB" sz="3600" b="1">
              <a:solidFill>
                <a:schemeClr val="bg1"/>
              </a:solidFill>
            </a:endParaRPr>
          </a:p>
          <a:p>
            <a:pPr algn="ctr"/>
            <a:endParaRPr lang="en-US" sz="3600" b="1">
              <a:solidFill>
                <a:schemeClr val="bg1"/>
              </a:solidFill>
            </a:endParaRPr>
          </a:p>
          <a:p>
            <a:pPr algn="ctr"/>
            <a:r>
              <a:rPr lang="zh-CN" altLang="en-US" sz="4400" b="1"/>
              <a:t>用于堂区日常运作</a:t>
            </a:r>
            <a:endParaRPr lang="en-US" altLang="zh-CN" sz="4400" b="1"/>
          </a:p>
          <a:p>
            <a:pPr algn="ctr"/>
            <a:r>
              <a:rPr lang="en-US" sz="3600" b="1">
                <a:solidFill>
                  <a:schemeClr val="bg1"/>
                </a:solidFill>
              </a:rPr>
              <a:t>Support of OLA Parish</a:t>
            </a:r>
            <a:endParaRPr lang="en-US" sz="3600" b="1">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rmAutofit/>
          </a:bodyPr>
          <a:lstStyle/>
          <a:p>
            <a:pPr algn="ctr"/>
            <a:r>
              <a:rPr lang="zh-CN" altLang="en-US" sz="6600" b="1" dirty="0">
                <a:solidFill>
                  <a:srgbClr val="C00000"/>
                </a:solidFill>
                <a:latin typeface="楷体"/>
                <a:ea typeface="楷体"/>
              </a:rPr>
              <a:t>奉献咏 · 请手动填入本周歌词</a:t>
            </a:r>
            <a:endParaRPr lang="zh-CN" altLang="en-US" sz="6600" b="1" dirty="0">
              <a:solidFill>
                <a:srgbClr val="C00000"/>
              </a:solidFill>
              <a:latin typeface="楷体"/>
              <a:ea typeface="楷体"/>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3600" b="1" dirty="0">
                <a:solidFill>
                  <a:schemeClr val="bg1"/>
                </a:solidFill>
              </a:rPr>
              <a:t>Offertory Hymn</a:t>
            </a:r>
            <a:r>
              <a:rPr lang="zh-TW" altLang="en-US" sz="3600" b="1" dirty="0">
                <a:solidFill>
                  <a:schemeClr val="bg1"/>
                </a:solidFill>
              </a:rPr>
              <a:t>　奉献咏</a:t>
            </a:r>
            <a:endParaRPr lang="en-US" sz="36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TW" altLang="en-US" dirty="0"/>
              <a:t>献礼经　</a:t>
            </a:r>
            <a:r>
              <a:rPr lang="en-US" altLang="zh-TW" dirty="0"/>
              <a:t>Prayer over the Offerings</a:t>
            </a:r>
            <a:endParaRPr lang="en-AU" dirty="0"/>
          </a:p>
        </p:txBody>
      </p:sp>
      <p:sp>
        <p:nvSpPr>
          <p:cNvPr id="3" name="Content Placeholder 2"/>
          <p:cNvSpPr>
            <a:spLocks noGrp="1"/>
          </p:cNvSpPr>
          <p:nvPr>
            <p:ph sz="half" idx="1"/>
          </p:nvPr>
        </p:nvSpPr>
        <p:spPr/>
        <p:txBody>
          <a:bodyPr>
            <a:noAutofit/>
          </a:bodyPr>
          <a:lstStyle/>
          <a:p>
            <a:pPr marL="0" indent="0">
              <a:buNone/>
            </a:pPr>
            <a:r>
              <a:rPr lang="zh-CN" altLang="en-US" dirty="0"/>
              <a:t>各位兄弟姊妹，请你们祈祷，望全能的天主圣父，收纳我和你们共同奉献的圣祭。</a:t>
            </a:r>
            <a:endParaRPr lang="zh-CN" altLang="en-US" dirty="0"/>
          </a:p>
        </p:txBody>
      </p:sp>
      <p:sp>
        <p:nvSpPr>
          <p:cNvPr id="4" name="Content Placeholder 3"/>
          <p:cNvSpPr>
            <a:spLocks noGrp="1"/>
          </p:cNvSpPr>
          <p:nvPr>
            <p:ph sz="half" idx="2"/>
          </p:nvPr>
        </p:nvSpPr>
        <p:spPr/>
        <p:txBody>
          <a:bodyPr>
            <a:normAutofit/>
          </a:bodyPr>
          <a:lstStyle/>
          <a:p>
            <a:pPr marL="0" indent="0">
              <a:buNone/>
            </a:pPr>
            <a:r>
              <a:rPr lang="en-US" sz="3200" dirty="0"/>
              <a:t>Pray, brethren (brothers and sisters), that my sacrifice and yours may be acceptable to God, the almighty Father.</a:t>
            </a:r>
            <a:endParaRPr lang="en-AU" sz="3200" dirty="0"/>
          </a:p>
        </p:txBody>
      </p:sp>
      <p:grpSp>
        <p:nvGrpSpPr>
          <p:cNvPr id="5" name="Group 4"/>
          <p:cNvGrpSpPr/>
          <p:nvPr/>
        </p:nvGrpSpPr>
        <p:grpSpPr>
          <a:xfrm>
            <a:off x="7514746" y="5835491"/>
            <a:ext cx="1193338" cy="590417"/>
            <a:chOff x="7615646" y="5917473"/>
            <a:chExt cx="1193338" cy="590417"/>
          </a:xfrm>
        </p:grpSpPr>
        <p:sp>
          <p:nvSpPr>
            <p:cNvPr id="6" name="Rectangle: Rounded Corners 5"/>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US" sz="2400" b="1" dirty="0"/>
            </a:p>
          </p:txBody>
        </p:sp>
        <p:pic>
          <p:nvPicPr>
            <p:cNvPr id="7" name="Picture 6" descr="A black silhouette of a person and two children&#10;&#10;AI-generated content may be incorrect."/>
            <p:cNvPicPr>
              <a:picLocks noChangeAspect="1"/>
            </p:cNvPicPr>
            <p:nvPr/>
          </p:nvPicPr>
          <p:blipFill>
            <a:blip r:embed="rIdStand1">
              <a:lum bright="70000" contrast="-70000"/>
              <a:extLst>
                <a:ext uri="{BEBA8EAE-BF5A-486C-A8C5-ECC9F3942E4B}">
                  <a14:imgProps xmlns:a14="http://schemas.microsoft.com/office/drawing/2010/main">
                    <a14:imgLayer r:embed="rIdStand2">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献礼经　</a:t>
            </a:r>
            <a:r>
              <a:rPr lang="en-US" altLang="zh-TW" dirty="0"/>
              <a:t>Prayer over the Offerings</a:t>
            </a:r>
            <a:br>
              <a:rPr lang="zh-TW" altLang="en-US" dirty="0"/>
            </a:br>
            <a:endParaRPr lang="en-AU" dirty="0"/>
          </a:p>
        </p:txBody>
      </p:sp>
      <p:sp>
        <p:nvSpPr>
          <p:cNvPr id="3" name="Content Placeholder 2"/>
          <p:cNvSpPr>
            <a:spLocks noGrp="1"/>
          </p:cNvSpPr>
          <p:nvPr>
            <p:ph sz="half" idx="1"/>
          </p:nvPr>
        </p:nvSpPr>
        <p:spPr/>
        <p:txBody>
          <a:bodyPr/>
          <a:lstStyle/>
          <a:p>
            <a:pPr marL="0" indent="0">
              <a:buNone/>
            </a:pPr>
            <a:r>
              <a:rPr lang="zh-CN" altLang="en-US" dirty="0"/>
              <a:t>望上主从你的手中，收纳这个圣祭，为赞美和光荣他的圣名，也为我们和祂整个圣教会的益处。</a:t>
            </a:r>
            <a:endParaRPr lang="en-AU" dirty="0"/>
          </a:p>
        </p:txBody>
      </p:sp>
      <p:sp>
        <p:nvSpPr>
          <p:cNvPr id="4" name="Content Placeholder 3"/>
          <p:cNvSpPr>
            <a:spLocks noGrp="1"/>
          </p:cNvSpPr>
          <p:nvPr>
            <p:ph sz="half" idx="2"/>
          </p:nvPr>
        </p:nvSpPr>
        <p:spPr/>
        <p:txBody>
          <a:bodyPr>
            <a:noAutofit/>
          </a:bodyPr>
          <a:lstStyle/>
          <a:p>
            <a:pPr marL="0" indent="0" algn="just">
              <a:buNone/>
            </a:pPr>
            <a:r>
              <a:rPr lang="en-GB" sz="3200" dirty="0"/>
              <a:t>May the Lord accept the sacrifice at your hands for the praise and glory of his name, for our good and the good of all his holy Church.</a:t>
            </a:r>
            <a:endParaRPr lang="en-GB" sz="3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sz="4000" dirty="0"/>
            </a:br>
            <a:r>
              <a:rPr lang="zh-TW" altLang="en-US" sz="4000" dirty="0"/>
              <a:t>献礼经　</a:t>
            </a:r>
            <a:r>
              <a:rPr lang="en-US" altLang="zh-TW" sz="4000" dirty="0"/>
              <a:t>Prayer over the Offerings</a:t>
            </a:r>
            <a:br>
              <a:rPr lang="zh-TW" altLang="en-US" sz="4000" dirty="0"/>
            </a:br>
            <a:endParaRPr lang="en-AU" sz="4000" dirty="0"/>
          </a:p>
        </p:txBody>
      </p:sp>
      <p:sp>
        <p:nvSpPr>
          <p:cNvPr id="3" name="Content Placeholder 2"/>
          <p:cNvSpPr>
            <a:spLocks noGrp="1"/>
          </p:cNvSpPr>
          <p:nvPr>
            <p:ph sz="half" idx="1"/>
          </p:nvPr>
        </p:nvSpPr>
        <p:spPr/>
        <p:txBody>
          <a:bodyPr>
            <a:normAutofit/>
          </a:bodyPr>
          <a:lstStyle/>
          <a:p>
            <a:pPr marL="0" indent="0" algn="just">
              <a:buNone/>
            </a:pPr>
            <a:r>
              <a:rPr lang="zh-CN" altLang="en-US" sz="4800" dirty="0"/>
              <a:t>{{献礼经_CN}}</a:t>
            </a:r>
            <a:endParaRPr lang="zh-CN" altLang="en-US" sz="4800" dirty="0"/>
          </a:p>
        </p:txBody>
      </p:sp>
      <p:sp>
        <p:nvSpPr>
          <p:cNvPr id="4" name="Content Placeholder 3"/>
          <p:cNvSpPr>
            <a:spLocks noGrp="1"/>
          </p:cNvSpPr>
          <p:nvPr>
            <p:ph sz="half" idx="2"/>
          </p:nvPr>
        </p:nvSpPr>
        <p:spPr/>
        <p:txBody>
          <a:bodyPr>
            <a:normAutofit/>
          </a:bodyPr>
          <a:lstStyle/>
          <a:p>
            <a:pPr marL="0" indent="0" algn="l">
              <a:buNone/>
            </a:pPr>
            <a:r>
              <a:rPr lang="en-US" altLang="zh-CN" sz="2800" dirty="0"/>
              <a:t>{{献礼经_EN}}</a:t>
            </a:r>
            <a:endParaRPr lang="en-US" altLang="zh-CN" sz="2800" dirty="0"/>
          </a:p>
        </p:txBody>
      </p:sp>
      <p:sp>
        <p:nvSpPr>
          <p:cNvPr id="9600" name="Rectangle: Rounded Corners 5"/>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US" sz="2400" b="1" dirty="0"/>
          </a:p>
        </p:txBody>
      </p:sp>
      <p:pic>
        <p:nvPicPr>
          <p:cNvPr id="9601" name="Picture 6" descr="A black silhouette of a person and two children&#10;&#10;AI-generated content may be incorrect."/>
          <p:cNvPicPr>
            <a:picLocks noChangeAspect="1"/>
          </p:cNvPicPr>
          <p:nvPr/>
        </p:nvPicPr>
        <p:blipFill>
          <a:blip r:embed="rId1">
            <a:lum bright="70000" contrast="-70000"/>
            <a:extLst>
              <a:ext uri="{BEBA8EAE-BF5A-486C-A8C5-ECC9F3942E4B}">
                <a14:imgProps xmlns:a14="http://schemas.microsoft.com/office/drawing/2010/main">
                  <a14:imgLayer r:embed="rId2">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献礼经　</a:t>
            </a:r>
            <a:r>
              <a:rPr lang="en-US" altLang="zh-TW" dirty="0"/>
              <a:t>Prayer over the Offerings</a:t>
            </a:r>
            <a:br>
              <a:rPr lang="zh-TW" altLang="en-US" dirty="0"/>
            </a:br>
            <a:endParaRPr lang="en-AU" dirty="0"/>
          </a:p>
        </p:txBody>
      </p:sp>
      <p:sp>
        <p:nvSpPr>
          <p:cNvPr id="3" name="Content Placeholder 2"/>
          <p:cNvSpPr>
            <a:spLocks noGrp="1"/>
          </p:cNvSpPr>
          <p:nvPr>
            <p:ph sz="half" idx="1"/>
          </p:nvPr>
        </p:nvSpPr>
        <p:spPr/>
        <p:txBody>
          <a:bodyPr/>
          <a:lstStyle/>
          <a:p>
            <a:pPr marL="0" indent="0">
              <a:buNone/>
            </a:pPr>
            <a:r>
              <a:rPr lang="zh-CN" altLang="en-US" b="1" dirty="0"/>
              <a:t>以上所求是靠我们的主基督。阿们。</a:t>
            </a:r>
            <a:endParaRPr lang="en-US" altLang="zh-CN" b="1" dirty="0"/>
          </a:p>
          <a:p>
            <a:pPr marL="0" indent="0">
              <a:buNone/>
            </a:pPr>
            <a:endParaRPr lang="en-US" altLang="zh-CN" b="1" dirty="0"/>
          </a:p>
          <a:p>
            <a:pPr marL="0" indent="0">
              <a:buNone/>
            </a:pPr>
            <a:r>
              <a:rPr lang="zh-CN" altLang="en-US" b="1" dirty="0"/>
              <a:t>答：阿们。</a:t>
            </a:r>
            <a:endParaRPr lang="en-AU" altLang="zh-CN" b="1" dirty="0"/>
          </a:p>
          <a:p>
            <a:pPr marL="0" indent="0">
              <a:buNone/>
            </a:pPr>
            <a:endParaRPr lang="zh-CN" altLang="en-US" b="1" dirty="0"/>
          </a:p>
        </p:txBody>
      </p:sp>
      <p:sp>
        <p:nvSpPr>
          <p:cNvPr id="4" name="Content Placeholder 3"/>
          <p:cNvSpPr>
            <a:spLocks noGrp="1"/>
          </p:cNvSpPr>
          <p:nvPr>
            <p:ph sz="half" idx="2"/>
          </p:nvPr>
        </p:nvSpPr>
        <p:spPr/>
        <p:txBody>
          <a:bodyPr/>
          <a:lstStyle/>
          <a:p>
            <a:pPr marL="0" indent="0" algn="just">
              <a:buNone/>
            </a:pPr>
            <a:r>
              <a:rPr lang="en-US" altLang="zh-CN" sz="3200" dirty="0"/>
              <a:t>Through Christ our Lord. </a:t>
            </a:r>
            <a:endParaRPr lang="en-US" altLang="zh-CN" sz="3200"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r>
              <a:rPr lang="en-AU" altLang="zh-CN" sz="3200" b="1" dirty="0"/>
              <a:t>R. A</a:t>
            </a:r>
            <a:r>
              <a:rPr lang="en-US" altLang="zh-CN" sz="3200" b="1" dirty="0"/>
              <a:t>men</a:t>
            </a:r>
            <a:endParaRPr lang="en-AU" altLang="zh-CN" sz="3200" b="1" dirty="0"/>
          </a:p>
          <a:p>
            <a:pPr marL="0" indent="0" algn="just">
              <a:buNone/>
            </a:pPr>
            <a:endParaRPr lang="en-AU" altLang="zh-CN" dirty="0"/>
          </a:p>
          <a:p>
            <a:pPr marL="0" indent="0" algn="just">
              <a:buNone/>
            </a:pPr>
            <a:endParaRPr lang="en-AU"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8800" b="1">
                <a:solidFill>
                  <a:schemeClr val="bg1"/>
                </a:solidFill>
              </a:rPr>
              <a:t>感恩经</a:t>
            </a:r>
            <a:endParaRPr lang="en-US" altLang="zh-TW" sz="8800" b="1">
              <a:solidFill>
                <a:schemeClr val="bg1"/>
              </a:solidFill>
            </a:endParaRPr>
          </a:p>
          <a:p>
            <a:pPr algn="ctr"/>
            <a:r>
              <a:rPr lang="en-US" altLang="zh-TW" sz="6000" b="1">
                <a:solidFill>
                  <a:schemeClr val="bg1"/>
                </a:solidFill>
              </a:rPr>
              <a:t>Eucharistic Prayer</a:t>
            </a:r>
            <a:endParaRPr lang="en-US" altLang="zh-TW" sz="6000" b="1">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　</a:t>
            </a:r>
            <a:r>
              <a:rPr lang="en-US" altLang="zh-TW" dirty="0"/>
              <a:t>Eucharistic Prayer</a:t>
            </a:r>
            <a:br>
              <a:rPr lang="zh-TW" altLang="en-US" dirty="0"/>
            </a:br>
            <a:endParaRPr lang="en-AU" dirty="0"/>
          </a:p>
        </p:txBody>
      </p:sp>
      <p:sp>
        <p:nvSpPr>
          <p:cNvPr id="3" name="Content Placeholder 2"/>
          <p:cNvSpPr>
            <a:spLocks noGrp="1"/>
          </p:cNvSpPr>
          <p:nvPr>
            <p:ph sz="half" idx="1"/>
          </p:nvPr>
        </p:nvSpPr>
        <p:spPr/>
        <p:txBody>
          <a:bodyPr>
            <a:normAutofit/>
          </a:bodyPr>
          <a:lstStyle/>
          <a:p>
            <a:pPr marL="0" indent="0">
              <a:buNone/>
            </a:pPr>
            <a:r>
              <a:rPr lang="zh-CN" altLang="en-US" dirty="0"/>
              <a:t>愿主与你们同在。</a:t>
            </a:r>
            <a:endParaRPr lang="zh-CN" altLang="en-US" dirty="0"/>
          </a:p>
          <a:p>
            <a:pPr marL="0" indent="0">
              <a:buNone/>
            </a:pPr>
            <a:r>
              <a:rPr lang="zh-CN" altLang="en-US" b="1" dirty="0"/>
              <a:t>答：也与你的心灵同在。</a:t>
            </a:r>
            <a:endParaRPr lang="en-AU" altLang="zh-CN" b="1" dirty="0"/>
          </a:p>
          <a:p>
            <a:pPr marL="0" indent="0">
              <a:buNone/>
            </a:pPr>
            <a:endParaRPr lang="zh-CN" altLang="en-US" dirty="0"/>
          </a:p>
          <a:p>
            <a:pPr marL="0" indent="0">
              <a:buNone/>
            </a:pPr>
            <a:r>
              <a:rPr lang="zh-CN" altLang="en-US" dirty="0"/>
              <a:t>请举心向上。</a:t>
            </a:r>
            <a:endParaRPr lang="zh-CN" altLang="en-US" dirty="0"/>
          </a:p>
          <a:p>
            <a:pPr marL="0" indent="0">
              <a:buNone/>
            </a:pPr>
            <a:r>
              <a:rPr lang="zh-CN" altLang="en-US" b="1" dirty="0"/>
              <a:t>答：我们全心归向上主。</a:t>
            </a:r>
            <a:endParaRPr lang="zh-CN" altLang="en-US" b="1" dirty="0"/>
          </a:p>
          <a:p>
            <a:endParaRPr lang="en-AU" dirty="0"/>
          </a:p>
        </p:txBody>
      </p:sp>
      <p:sp>
        <p:nvSpPr>
          <p:cNvPr id="4" name="Content Placeholder 3"/>
          <p:cNvSpPr>
            <a:spLocks noGrp="1"/>
          </p:cNvSpPr>
          <p:nvPr>
            <p:ph sz="half" idx="2"/>
          </p:nvPr>
        </p:nvSpPr>
        <p:spPr/>
        <p:txBody>
          <a:bodyPr>
            <a:normAutofit/>
          </a:bodyPr>
          <a:lstStyle/>
          <a:p>
            <a:pPr marL="0" indent="0" algn="l">
              <a:buNone/>
            </a:pPr>
            <a:r>
              <a:rPr lang="en-GB" sz="3200" dirty="0"/>
              <a:t>The Lord be with you. </a:t>
            </a:r>
            <a:endParaRPr lang="en-GB" sz="3200" dirty="0"/>
          </a:p>
          <a:p>
            <a:pPr marL="0" indent="0" algn="l">
              <a:buNone/>
            </a:pPr>
            <a:r>
              <a:rPr lang="en-GB" sz="3200" b="1" dirty="0"/>
              <a:t>R. And with your spirit.</a:t>
            </a:r>
            <a:endParaRPr lang="en-GB" sz="3200" b="1" dirty="0"/>
          </a:p>
          <a:p>
            <a:pPr algn="l"/>
            <a:endParaRPr lang="en-GB" sz="3200" dirty="0"/>
          </a:p>
          <a:p>
            <a:pPr marL="0" indent="0" algn="l">
              <a:buNone/>
            </a:pPr>
            <a:r>
              <a:rPr lang="en-GB" sz="3200" dirty="0"/>
              <a:t>Lift up your hearts.</a:t>
            </a:r>
            <a:endParaRPr lang="en-GB" sz="3200" dirty="0"/>
          </a:p>
          <a:p>
            <a:pPr marL="0" indent="0" algn="l">
              <a:buNone/>
            </a:pPr>
            <a:r>
              <a:rPr lang="en-GB" sz="3200" b="1" dirty="0"/>
              <a:t>R. We lift them up to the Lord.</a:t>
            </a:r>
            <a:endParaRPr lang="en-GB" sz="3200" b="1"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53009"/>
            <a:ext cx="9144001" cy="6858000"/>
          </a:xfrm>
          <a:prstGeom prst="rect">
            <a:avLst/>
          </a:prstGeom>
          <a:solidFill>
            <a:schemeClr val="bg1"/>
          </a:solidFill>
        </p:spPr>
      </p:pic>
      <p:sp>
        <p:nvSpPr>
          <p:cNvPr id="8" name="Rectangle: Rounded Corners 7"/>
          <p:cNvSpPr/>
          <p:nvPr/>
        </p:nvSpPr>
        <p:spPr>
          <a:xfrm>
            <a:off x="220715" y="1109893"/>
            <a:ext cx="5076299"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zh-CN" altLang="en-US" sz="4800" dirty="0">
                <a:solidFill>
                  <a:srgbClr val="282120"/>
                </a:solidFill>
              </a:rPr>
              <a:t>请大家感谢主、我们的天主。</a:t>
            </a:r>
            <a:endParaRPr lang="en-US" altLang="zh-CN" sz="4800" dirty="0">
              <a:solidFill>
                <a:srgbClr val="282120"/>
              </a:solidFill>
            </a:endParaRPr>
          </a:p>
          <a:p>
            <a:pPr algn="just"/>
            <a:endParaRPr lang="en-US" altLang="zh-CN" sz="4800" dirty="0">
              <a:solidFill>
                <a:srgbClr val="282120"/>
              </a:solidFill>
            </a:endParaRPr>
          </a:p>
          <a:p>
            <a:pPr algn="just"/>
            <a:r>
              <a:rPr lang="zh-TW" altLang="en-US" sz="4800" b="1" dirty="0">
                <a:solidFill>
                  <a:srgbClr val="282120"/>
                </a:solidFill>
              </a:rPr>
              <a:t>答：</a:t>
            </a:r>
            <a:r>
              <a:rPr lang="zh-CN" altLang="en-US" sz="4800" b="1" dirty="0">
                <a:solidFill>
                  <a:srgbClr val="282120"/>
                </a:solidFill>
              </a:rPr>
              <a:t>这是理所当然的。</a:t>
            </a:r>
            <a:endParaRPr lang="en-US" sz="4800" b="1" dirty="0">
              <a:solidFill>
                <a:srgbClr val="282120"/>
              </a:solidFill>
            </a:endParaRPr>
          </a:p>
        </p:txBody>
      </p:sp>
      <p:sp>
        <p:nvSpPr>
          <p:cNvPr id="9" name="Rectangle: Rounded Corners 8"/>
          <p:cNvSpPr/>
          <p:nvPr/>
        </p:nvSpPr>
        <p:spPr>
          <a:xfrm>
            <a:off x="5517730" y="1109893"/>
            <a:ext cx="3405554"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just" defTabSz="457200" rtl="0" eaLnBrk="1" fontAlgn="auto" latinLnBrk="0" hangingPunct="1">
              <a:lnSpc>
                <a:spcPct val="100000"/>
              </a:lnSpc>
              <a:spcBef>
                <a:spcPts val="0"/>
              </a:spcBef>
              <a:spcAft>
                <a:spcPts val="0"/>
              </a:spcAft>
              <a:buClrTx/>
              <a:buSzTx/>
              <a:buFontTx/>
              <a:buNone/>
              <a:defRPr/>
            </a:pPr>
            <a:r>
              <a:rPr lang="en-GB" sz="3200" dirty="0">
                <a:solidFill>
                  <a:schemeClr val="tx1"/>
                </a:solidFill>
                <a:latin typeface="EB Garamond"/>
                <a:ea typeface="DFKai-SB"/>
              </a:rPr>
              <a:t>Let us give thanks to the Lord our God.</a:t>
            </a:r>
            <a:endParaRPr lang="en-GB" sz="3200" dirty="0">
              <a:solidFill>
                <a:schemeClr val="tx1"/>
              </a:solidFill>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defRPr/>
            </a:pPr>
            <a:endParaRPr lang="en-GB" sz="3200" b="0" i="0" u="none" strike="noStrike" kern="1200" cap="none" spc="0" normalizeH="0" baseline="0" noProof="0" dirty="0">
              <a:ln>
                <a:noFill/>
              </a:ln>
              <a:solidFill>
                <a:schemeClr val="tx1"/>
              </a:solidFill>
              <a:effectLst/>
              <a:uLnTx/>
              <a:uFillTx/>
              <a:latin typeface="EB Garamond"/>
              <a:ea typeface="DFKai-SB"/>
            </a:endParaRPr>
          </a:p>
          <a:p>
            <a:pPr marL="0" marR="0" lvl="0" indent="0" algn="just" defTabSz="457200" rtl="0" eaLnBrk="1" fontAlgn="auto" latinLnBrk="0" hangingPunct="1">
              <a:lnSpc>
                <a:spcPct val="100000"/>
              </a:lnSpc>
              <a:spcBef>
                <a:spcPts val="0"/>
              </a:spcBef>
              <a:spcAft>
                <a:spcPts val="0"/>
              </a:spcAft>
              <a:buClrTx/>
              <a:buSzTx/>
              <a:buFontTx/>
              <a:buNone/>
              <a:defRPr/>
            </a:pPr>
            <a:r>
              <a:rPr lang="en-GB" sz="3200" b="1" dirty="0">
                <a:solidFill>
                  <a:schemeClr val="tx1"/>
                </a:solidFill>
                <a:latin typeface="EB Garamond"/>
                <a:ea typeface="DFKai-SB"/>
              </a:rPr>
              <a:t>R. It is right and just.</a:t>
            </a:r>
            <a:endParaRPr lang="en-US" sz="3200" b="1" i="0" u="none" strike="noStrike" kern="1200" cap="none" spc="0" normalizeH="0" baseline="0" noProof="0" dirty="0">
              <a:ln>
                <a:noFill/>
              </a:ln>
              <a:solidFill>
                <a:schemeClr val="tx1"/>
              </a:solidFill>
              <a:effectLst/>
              <a:uLnTx/>
              <a:uFillTx/>
              <a:latin typeface="EB Garamond"/>
              <a:ea typeface="DFKai-SB"/>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感恩经　</a:t>
            </a:r>
            <a:r>
              <a:rPr lang="en-US" altLang="zh-TW" sz="3600" b="1">
                <a:solidFill>
                  <a:schemeClr val="bg1"/>
                </a:solidFill>
              </a:rPr>
              <a:t>Eucharistic Prayer</a:t>
            </a:r>
            <a:endParaRPr lang="zh-TW" altLang="en-US" sz="3600" b="1">
              <a:solidFill>
                <a:schemeClr val="bg1"/>
              </a:solidFill>
            </a:endParaRPr>
          </a:p>
        </p:txBody>
      </p:sp>
      <p:pic>
        <p:nvPicPr>
          <p:cNvPr id="6" name="Graphic 5" descr="Badge with solid fill">
            <a:hlinkClick r:id="rId2" action="ppaction://hlinksldjump"/>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4495" y="5748107"/>
            <a:ext cx="765782" cy="765782"/>
          </a:xfrm>
          <a:prstGeom prst="rect">
            <a:avLst/>
          </a:prstGeom>
        </p:spPr>
      </p:pic>
      <p:pic>
        <p:nvPicPr>
          <p:cNvPr id="4" name="Graphic 3" descr="Badge 1 with solid fill">
            <a:hlinkClick r:id="rId5" action="ppaction://hlinksldjump"/>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80563" y="5748107"/>
            <a:ext cx="765782" cy="765782"/>
          </a:xfrm>
          <a:prstGeom prst="rect">
            <a:avLst/>
          </a:prstGeom>
        </p:spPr>
      </p:pic>
      <p:pic>
        <p:nvPicPr>
          <p:cNvPr id="11" name="Graphic 10" descr="Badge 3 with solid fill">
            <a:hlinkClick r:id="rId5" action="ppaction://hlinksldjump"/>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48427" y="5748107"/>
            <a:ext cx="765782" cy="765782"/>
          </a:xfrm>
          <a:prstGeom prst="rect">
            <a:avLst/>
          </a:prstGeom>
        </p:spPr>
      </p:pic>
      <p:pic>
        <p:nvPicPr>
          <p:cNvPr id="13" name="Graphic 12" descr="Badge 4 with solid fill">
            <a:hlinkClick r:id="rId10" action="ppaction://hlinksldjump"/>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82359" y="5727882"/>
            <a:ext cx="765782" cy="765782"/>
          </a:xfrm>
          <a:prstGeom prst="rect">
            <a:avLst/>
          </a:prstGeom>
        </p:spPr>
      </p:pic>
      <p:sp>
        <p:nvSpPr>
          <p:cNvPr id="5" name="Rectangle: Rounded Corners 4"/>
          <p:cNvSpPr/>
          <p:nvPr/>
        </p:nvSpPr>
        <p:spPr>
          <a:xfrm>
            <a:off x="7631318" y="5252774"/>
            <a:ext cx="1163211" cy="436906"/>
          </a:xfrm>
          <a:prstGeom prst="roundRect">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感恩经</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a:hlinkClick r:id="rId2" action="ppaction://hlinksldjump"/>
          </p:cNvPr>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6600" b="1">
                <a:solidFill>
                  <a:schemeClr val="bg1"/>
                </a:solidFill>
              </a:rPr>
              <a:t>常年期主日颂谢词</a:t>
            </a:r>
            <a:r>
              <a:rPr lang="en-US" altLang="zh-TW" sz="3200" b="1">
                <a:solidFill>
                  <a:schemeClr val="bg1"/>
                </a:solidFill>
              </a:rPr>
              <a:t>PREFACE</a:t>
            </a:r>
            <a:r>
              <a:rPr lang="en-US" altLang="zh-TW" sz="3200" b="1">
                <a:solidFill>
                  <a:schemeClr val="bg1"/>
                </a:solidFill>
              </a:rPr>
              <a:t>S</a:t>
            </a:r>
            <a:r>
              <a:rPr lang="en-US" altLang="zh-TW" sz="3200" b="1">
                <a:solidFill>
                  <a:schemeClr val="bg1"/>
                </a:solidFill>
              </a:rPr>
              <a:t> OF THE SUNDAYS IN ORDINARY TIME</a:t>
            </a:r>
            <a:endParaRPr lang="en-US" altLang="zh-TW" sz="6000" b="1">
              <a:solidFill>
                <a:schemeClr val="bg1"/>
              </a:solidFill>
            </a:endParaRPr>
          </a:p>
        </p:txBody>
      </p:sp>
      <p:pic>
        <p:nvPicPr>
          <p:cNvPr id="6" name="Graphic 5" descr="Badge with solid fill">
            <a:hlinkClick r:id="rId3" action="ppaction://hlinksldjump"/>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96998" y="5575717"/>
            <a:ext cx="914400" cy="914400"/>
          </a:xfrm>
          <a:prstGeom prst="rect">
            <a:avLst/>
          </a:prstGeom>
        </p:spPr>
      </p:pic>
      <p:pic>
        <p:nvPicPr>
          <p:cNvPr id="9" name="Graphic 8" descr="Badge 1 with solid fill">
            <a:hlinkClick r:id="rId6" action="ppaction://hlinksldjump"/>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9615" y="5575717"/>
            <a:ext cx="914400" cy="914400"/>
          </a:xfrm>
          <a:prstGeom prst="rect">
            <a:avLst/>
          </a:prstGeom>
        </p:spPr>
      </p:pic>
      <p:pic>
        <p:nvPicPr>
          <p:cNvPr id="11" name="Graphic 10" descr="Badge 3 with solid fill">
            <a:hlinkClick r:id="rId9" action="ppaction://hlinksldjump"/>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554381" y="5575717"/>
            <a:ext cx="914400" cy="914400"/>
          </a:xfrm>
          <a:prstGeom prst="rect">
            <a:avLst/>
          </a:prstGeom>
        </p:spPr>
      </p:pic>
      <p:pic>
        <p:nvPicPr>
          <p:cNvPr id="13" name="Graphic 12" descr="Badge 4 with solid fill">
            <a:hlinkClick r:id="rId12" action="ppaction://hlinksldjump"/>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611764" y="5575717"/>
            <a:ext cx="914400" cy="914400"/>
          </a:xfrm>
          <a:prstGeom prst="rect">
            <a:avLst/>
          </a:prstGeom>
        </p:spPr>
      </p:pic>
      <p:pic>
        <p:nvPicPr>
          <p:cNvPr id="8" name="Graphic 7" descr="Badge 8 with solid fill">
            <a:hlinkClick r:id="rId15" action="ppaction://hlinksldjump"/>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841298" y="5575717"/>
            <a:ext cx="914400" cy="914400"/>
          </a:xfrm>
          <a:prstGeom prst="rect">
            <a:avLst/>
          </a:prstGeom>
        </p:spPr>
      </p:pic>
      <p:pic>
        <p:nvPicPr>
          <p:cNvPr id="12" name="Graphic 11" descr="Badge 7 with solid fill">
            <a:hlinkClick r:id="rId18" action="ppaction://hlinksldjump"/>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783913" y="5575717"/>
            <a:ext cx="914400" cy="914400"/>
          </a:xfrm>
          <a:prstGeom prst="rect">
            <a:avLst/>
          </a:prstGeom>
        </p:spPr>
      </p:pic>
      <p:pic>
        <p:nvPicPr>
          <p:cNvPr id="15" name="Graphic 14" descr="Badge 6 with solid fill">
            <a:hlinkClick r:id="rId21" action="ppaction://hlinksldjump"/>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726530" y="5575717"/>
            <a:ext cx="914400" cy="914400"/>
          </a:xfrm>
          <a:prstGeom prst="rect">
            <a:avLst/>
          </a:prstGeom>
        </p:spPr>
      </p:pic>
      <p:pic>
        <p:nvPicPr>
          <p:cNvPr id="17" name="Graphic 16" descr="Badge 5 with solid fill">
            <a:hlinkClick r:id="rId24" action="ppaction://hlinksldjump"/>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669147" y="5575717"/>
            <a:ext cx="914400" cy="914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常年期主日颂谢词（一）　</a:t>
            </a:r>
            <a:r>
              <a:rPr lang="en-AU" dirty="0"/>
              <a:t>Preface 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主、圣父、全能永生的天主！藉着我们的主基督，我们时时处处感谢你，实在是理所当然的，并能使人得救。</a:t>
            </a:r>
            <a:endParaRPr lang="zh-CN" altLang="en-US" dirty="0"/>
          </a:p>
          <a:p>
            <a:endParaRPr lang="en-AU" dirty="0"/>
          </a:p>
        </p:txBody>
      </p:sp>
      <p:sp>
        <p:nvSpPr>
          <p:cNvPr id="4" name="Content Placeholder 3"/>
          <p:cNvSpPr>
            <a:spLocks noGrp="1"/>
          </p:cNvSpPr>
          <p:nvPr>
            <p:ph sz="half" idx="2"/>
          </p:nvPr>
        </p:nvSpPr>
        <p:spPr/>
        <p:txBody>
          <a:bodyPr/>
          <a:lstStyle/>
          <a:p>
            <a:pPr marL="0" indent="0" algn="l">
              <a:buNone/>
            </a:pPr>
            <a:r>
              <a:rPr lang="en-GB" dirty="0"/>
              <a:t>It is truly right and just, our duty and our salvation, always and everywhere to give you thanks, Lord, holy Father, almighty and eternal God, through Christ our Lord.</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常年期主日颂谢词（一）　</a:t>
            </a:r>
            <a:r>
              <a:rPr lang="en-AU" dirty="0"/>
              <a:t>Preface I</a:t>
            </a:r>
            <a:br>
              <a:rPr lang="en-AU" dirty="0"/>
            </a:br>
            <a:endParaRPr lang="en-AU" dirty="0"/>
          </a:p>
        </p:txBody>
      </p:sp>
      <p:sp>
        <p:nvSpPr>
          <p:cNvPr id="3" name="Content Placeholder 2"/>
          <p:cNvSpPr>
            <a:spLocks noGrp="1"/>
          </p:cNvSpPr>
          <p:nvPr>
            <p:ph sz="half" idx="1"/>
          </p:nvPr>
        </p:nvSpPr>
        <p:spPr>
          <a:xfrm>
            <a:off x="220715" y="1253330"/>
            <a:ext cx="5073527" cy="5346253"/>
          </a:xfrm>
        </p:spPr>
        <p:txBody>
          <a:bodyPr>
            <a:normAutofit fontScale="93000"/>
          </a:bodyPr>
          <a:lstStyle/>
          <a:p>
            <a:pPr marL="0" indent="0" algn="just">
              <a:buNone/>
            </a:pPr>
            <a:r>
              <a:rPr lang="zh-CN" altLang="en-US" sz="5200" dirty="0"/>
              <a:t>他藉着途越奥迹完成了神妙的工程；他使我们摆脱罪恶和死亡的枷锁，而分享他的光荣，得称为特选的民族、</a:t>
            </a:r>
            <a:endParaRPr lang="zh-CN" altLang="en-US" sz="5200" dirty="0"/>
          </a:p>
          <a:p>
            <a:endParaRPr lang="en-AU" dirty="0"/>
          </a:p>
        </p:txBody>
      </p:sp>
      <p:sp>
        <p:nvSpPr>
          <p:cNvPr id="4" name="Content Placeholder 3"/>
          <p:cNvSpPr>
            <a:spLocks noGrp="1"/>
          </p:cNvSpPr>
          <p:nvPr>
            <p:ph sz="half" idx="2"/>
          </p:nvPr>
        </p:nvSpPr>
        <p:spPr>
          <a:xfrm>
            <a:off x="5670958" y="1161638"/>
            <a:ext cx="3138026" cy="5346253"/>
          </a:xfrm>
        </p:spPr>
        <p:txBody>
          <a:bodyPr>
            <a:normAutofit fontScale="94000"/>
          </a:bodyPr>
          <a:lstStyle/>
          <a:p>
            <a:pPr marL="0" indent="0" algn="l">
              <a:buNone/>
            </a:pPr>
            <a:r>
              <a:rPr lang="en-GB" dirty="0"/>
              <a:t>For through his Paschal Mystery, he accomplished the marvellous deed, by which he has freed us from the yoke of sin and death, summoning us to the glory of being now called a chosen race,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常年期主日颂谢词（一）　</a:t>
            </a:r>
            <a:r>
              <a:rPr lang="en-AU" dirty="0"/>
              <a:t>Preface I</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王者的司祭、圣洁的邦国、得救的子民。你召叫我们从黑暗中进入光明，我们要到处称扬你的德能。</a:t>
            </a:r>
            <a:endParaRPr lang="zh-CN" altLang="en-US" dirty="0"/>
          </a:p>
          <a:p>
            <a:endParaRPr lang="en-AU" dirty="0"/>
          </a:p>
        </p:txBody>
      </p:sp>
      <p:sp>
        <p:nvSpPr>
          <p:cNvPr id="4" name="Content Placeholder 3"/>
          <p:cNvSpPr>
            <a:spLocks noGrp="1"/>
          </p:cNvSpPr>
          <p:nvPr>
            <p:ph sz="half" idx="2"/>
          </p:nvPr>
        </p:nvSpPr>
        <p:spPr/>
        <p:txBody>
          <a:bodyPr>
            <a:normAutofit fontScale="97000"/>
          </a:bodyPr>
          <a:lstStyle/>
          <a:p>
            <a:pPr marL="0" indent="0" algn="l">
              <a:buNone/>
            </a:pPr>
            <a:r>
              <a:rPr lang="en-GB" dirty="0"/>
              <a:t>a royal priesthood, a holy nation, a people for your own possession,  to proclaim everywhere your mighty works, for you have called us out of darkness into your own wonderful light. </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常年期主日颂谢词（一）　</a:t>
            </a:r>
            <a:r>
              <a:rPr lang="en-AU" dirty="0"/>
              <a:t>Preface I</a:t>
            </a:r>
            <a:br>
              <a:rPr lang="en-AU"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因此，我们随同天使、总领天使，以及天上诸圣，歌颂你的光荣，不停地欢呼：</a:t>
            </a:r>
            <a:endParaRPr lang="zh-CN" altLang="en-US" dirty="0"/>
          </a:p>
          <a:p>
            <a:pPr marL="0" indent="0" hangingPunct="0">
              <a:buNone/>
            </a:pPr>
            <a:endParaRPr lang="en-AU" dirty="0"/>
          </a:p>
        </p:txBody>
      </p:sp>
      <p:sp>
        <p:nvSpPr>
          <p:cNvPr id="4" name="Content Placeholder 3"/>
          <p:cNvSpPr>
            <a:spLocks noGrp="1"/>
          </p:cNvSpPr>
          <p:nvPr>
            <p:ph sz="half" idx="2"/>
          </p:nvPr>
        </p:nvSpPr>
        <p:spPr/>
        <p:txBody>
          <a:bodyPr/>
          <a:lstStyle/>
          <a:p>
            <a:pPr marL="0" indent="0" algn="l">
              <a:buNone/>
            </a:pPr>
            <a:r>
              <a:rPr lang="en-GB" dirty="0"/>
              <a:t>And so, with Angels and Archangels, with Thrones and Dominions, and with all the hosts and Powers of heaven, we sing the hymn of your glory, as without end we acclaim:</a:t>
            </a:r>
            <a:endParaRPr lang="en-GB" dirty="0"/>
          </a:p>
          <a:p>
            <a:endParaRPr lang="en-AU" dirty="0"/>
          </a:p>
        </p:txBody>
      </p:sp>
      <p:sp>
        <p:nvSpPr>
          <p:cNvPr id="6" name="Arrow: Right 5">
            <a:hlinkClick r:id="rId1" action="ppaction://hlinksldjump"/>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常年期主日颂谢词（二）　</a:t>
            </a:r>
            <a:r>
              <a:rPr lang="en-US" altLang="zh-TW" dirty="0"/>
              <a:t>Preface </a:t>
            </a:r>
            <a:r>
              <a:rPr lang="en-US" altLang="zh-TW" dirty="0"/>
              <a:t>II</a:t>
            </a:r>
            <a:br>
              <a:rPr lang="zh-TW" altLang="en-US"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主、圣父、全能永生的天主！藉着我们的主基督，我们时时处处感谢你，实在是理所当然的，并能使人得救。</a:t>
            </a:r>
            <a:endParaRPr lang="zh-CN" altLang="en-US" dirty="0"/>
          </a:p>
        </p:txBody>
      </p:sp>
      <p:sp>
        <p:nvSpPr>
          <p:cNvPr id="4" name="Content Placeholder 3"/>
          <p:cNvSpPr>
            <a:spLocks noGrp="1"/>
          </p:cNvSpPr>
          <p:nvPr>
            <p:ph sz="half" idx="2"/>
          </p:nvPr>
        </p:nvSpPr>
        <p:spPr/>
        <p:txBody>
          <a:bodyPr/>
          <a:lstStyle/>
          <a:p>
            <a:pPr marL="0" indent="0" algn="l">
              <a:buNone/>
            </a:pPr>
            <a:r>
              <a:rPr lang="en-GB" dirty="0"/>
              <a:t>It is truly right and just, our duty and our salvation, always and everywhere to give you thanks, Lord, holy Father, almighty and eternal God, through Christ our Lord.</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常年期主日颂谢词（二）　</a:t>
            </a:r>
            <a:r>
              <a:rPr lang="en-US" altLang="zh-TW" dirty="0"/>
              <a:t>Preface </a:t>
            </a:r>
            <a:r>
              <a:rPr lang="en-US" altLang="zh-TW" dirty="0"/>
              <a:t>II</a:t>
            </a:r>
            <a:br>
              <a:rPr lang="zh-TW" altLang="en-US"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基督怜悯人类的罪过，甘愿由童贞女降生，受十字架的苦刑，救我们脱免永死；又从死者中复活，赐给我们永生。</a:t>
            </a:r>
            <a:endParaRPr lang="zh-CN" altLang="en-US" dirty="0"/>
          </a:p>
        </p:txBody>
      </p:sp>
      <p:sp>
        <p:nvSpPr>
          <p:cNvPr id="4" name="Content Placeholder 3"/>
          <p:cNvSpPr>
            <a:spLocks noGrp="1"/>
          </p:cNvSpPr>
          <p:nvPr>
            <p:ph sz="half" idx="2"/>
          </p:nvPr>
        </p:nvSpPr>
        <p:spPr/>
        <p:txBody>
          <a:bodyPr>
            <a:normAutofit fontScale="88000"/>
          </a:bodyPr>
          <a:lstStyle/>
          <a:p>
            <a:pPr marL="0" indent="0" algn="l">
              <a:buNone/>
            </a:pPr>
            <a:r>
              <a:rPr lang="en-GB" dirty="0"/>
              <a:t>For out of compassion for the waywardness that is ours, he humbled himself and was born of the Virgin; by the passion of the Cross he freed us from unending death, and by rising from the dead he gave us life eternal.</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常年期主日颂谢词（二）　</a:t>
            </a:r>
            <a:r>
              <a:rPr lang="en-US" altLang="zh-TW" dirty="0"/>
              <a:t>Preface </a:t>
            </a:r>
            <a:r>
              <a:rPr lang="en-US" altLang="zh-TW" dirty="0"/>
              <a:t>II</a:t>
            </a:r>
            <a:br>
              <a:rPr lang="zh-TW" altLang="en-US"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因此，我们随同天使，以及天上诸圣，歌颂你的光荣，不停地欢呼：</a:t>
            </a:r>
            <a:endParaRPr lang="zh-CN" altLang="en-US" dirty="0"/>
          </a:p>
          <a:p>
            <a:endParaRPr lang="en-AU" dirty="0"/>
          </a:p>
        </p:txBody>
      </p:sp>
      <p:sp>
        <p:nvSpPr>
          <p:cNvPr id="4" name="Content Placeholder 3"/>
          <p:cNvSpPr>
            <a:spLocks noGrp="1"/>
          </p:cNvSpPr>
          <p:nvPr>
            <p:ph sz="half" idx="2"/>
          </p:nvPr>
        </p:nvSpPr>
        <p:spPr/>
        <p:txBody>
          <a:bodyPr/>
          <a:lstStyle/>
          <a:p>
            <a:pPr marL="0" indent="0" algn="l">
              <a:buNone/>
            </a:pPr>
            <a:r>
              <a:rPr lang="en-GB" dirty="0"/>
              <a:t>And so, with Angels and Archangels, with Thrones and Dominions, and with all the hosts and Powers of heaven, we sing the hymn of your glory, as without end we acclaim:</a:t>
            </a:r>
            <a:endParaRPr lang="en-GB" dirty="0"/>
          </a:p>
          <a:p>
            <a:endParaRPr lang="en-AU" dirty="0"/>
          </a:p>
        </p:txBody>
      </p:sp>
      <p:sp>
        <p:nvSpPr>
          <p:cNvPr id="6" name="Arrow: Right 5">
            <a:hlinkClick r:id="rId1" action="ppaction://hlinksldjump"/>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常年期主日颂谢词（三）　</a:t>
            </a:r>
            <a:r>
              <a:rPr lang="en-AU" dirty="0"/>
              <a:t>Preface III</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主、圣父、全能永生的天主！我们时时处处感谢你，实在是理所当然的，并能使人得救。</a:t>
            </a:r>
            <a:endParaRPr lang="zh-CN" altLang="en-US" dirty="0"/>
          </a:p>
          <a:p>
            <a:endParaRPr lang="en-AU" dirty="0"/>
          </a:p>
        </p:txBody>
      </p:sp>
      <p:sp>
        <p:nvSpPr>
          <p:cNvPr id="4" name="Content Placeholder 3"/>
          <p:cNvSpPr>
            <a:spLocks noGrp="1"/>
          </p:cNvSpPr>
          <p:nvPr>
            <p:ph sz="half" idx="2"/>
          </p:nvPr>
        </p:nvSpPr>
        <p:spPr/>
        <p:txBody>
          <a:bodyPr/>
          <a:lstStyle/>
          <a:p>
            <a:pPr marL="0" indent="0" algn="l">
              <a:buNone/>
            </a:pPr>
            <a:r>
              <a:rPr lang="en-GB" dirty="0"/>
              <a:t>It is truly right and just, our duty and our salvation, always and everywhere to give you thanks, Lord, holy Father, almighty and eternal God.</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常年期主日颂谢词（三）　</a:t>
            </a:r>
            <a:r>
              <a:rPr lang="en-AU" dirty="0"/>
              <a:t>Preface III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因为我们知道，你为了救助卑微的人类，甘愿屈尊就卑；你的圣子摄取了可朽的人性，给我们带来了救恩；</a:t>
            </a:r>
            <a:endParaRPr lang="zh-CN" altLang="en-US" dirty="0"/>
          </a:p>
          <a:p>
            <a:endParaRPr lang="en-AU" dirty="0"/>
          </a:p>
        </p:txBody>
      </p:sp>
      <p:sp>
        <p:nvSpPr>
          <p:cNvPr id="4" name="Content Placeholder 3"/>
          <p:cNvSpPr>
            <a:spLocks noGrp="1"/>
          </p:cNvSpPr>
          <p:nvPr>
            <p:ph sz="half" idx="2"/>
          </p:nvPr>
        </p:nvSpPr>
        <p:spPr/>
        <p:txBody>
          <a:bodyPr/>
          <a:lstStyle/>
          <a:p>
            <a:pPr marL="0" indent="0" algn="l">
              <a:buNone/>
            </a:pPr>
            <a:r>
              <a:rPr lang="en-GB" dirty="0"/>
              <a:t>For we know it belongs to your boundless glory, that you came to the aid of mortal beings with your divinity and even fashioned for us a remedy out of mortality itself, </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常年期主日颂谢词（三）　</a:t>
            </a:r>
            <a:r>
              <a:rPr lang="en-AU" dirty="0"/>
              <a:t>Preface III</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如此藉我们的主基督、使我们短暂的人生变为不朽的永生。</a:t>
            </a:r>
            <a:endParaRPr lang="zh-CN" altLang="en-US" dirty="0"/>
          </a:p>
          <a:p>
            <a:endParaRPr lang="en-AU" dirty="0"/>
          </a:p>
        </p:txBody>
      </p:sp>
      <p:sp>
        <p:nvSpPr>
          <p:cNvPr id="4" name="Content Placeholder 3"/>
          <p:cNvSpPr>
            <a:spLocks noGrp="1"/>
          </p:cNvSpPr>
          <p:nvPr>
            <p:ph sz="half" idx="2"/>
          </p:nvPr>
        </p:nvSpPr>
        <p:spPr/>
        <p:txBody>
          <a:bodyPr/>
          <a:lstStyle/>
          <a:p>
            <a:pPr marL="0" indent="0" algn="l">
              <a:buNone/>
            </a:pPr>
            <a:r>
              <a:rPr lang="en-GB" dirty="0"/>
              <a:t>that the cause of our downfall might become the means of our salvation, through Christ our Lord.</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常年期主日颂谢词（三）　</a:t>
            </a:r>
            <a:r>
              <a:rPr lang="en-AU" dirty="0"/>
              <a:t>Preface III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因此，天上的天使藉着基督朝拜你，永远在你面前欢欣踊跃。求你恩准我们也和他们同声赞颂，不停地欢呼：</a:t>
            </a:r>
            <a:endParaRPr lang="zh-CN" altLang="en-US" dirty="0"/>
          </a:p>
          <a:p>
            <a:pPr algn="just"/>
            <a:endParaRPr lang="en-AU" dirty="0"/>
          </a:p>
        </p:txBody>
      </p:sp>
      <p:sp>
        <p:nvSpPr>
          <p:cNvPr id="4" name="Content Placeholder 3"/>
          <p:cNvSpPr>
            <a:spLocks noGrp="1"/>
          </p:cNvSpPr>
          <p:nvPr>
            <p:ph sz="half" idx="2"/>
          </p:nvPr>
        </p:nvSpPr>
        <p:spPr/>
        <p:txBody>
          <a:bodyPr>
            <a:normAutofit fontScale="97000"/>
          </a:bodyPr>
          <a:lstStyle/>
          <a:p>
            <a:pPr marL="0" indent="0" algn="l">
              <a:buNone/>
            </a:pPr>
            <a:r>
              <a:rPr lang="en-GB" dirty="0"/>
              <a:t>Through him the host of Angels adores your majesty and rejoices in your presence for ever. May our voices, we pray, join with theirs in one chorus of exultant praise, as we acclaim:</a:t>
            </a:r>
            <a:endParaRPr lang="en-GB" dirty="0"/>
          </a:p>
          <a:p>
            <a:endParaRPr lang="en-AU" dirty="0"/>
          </a:p>
        </p:txBody>
      </p:sp>
      <p:sp>
        <p:nvSpPr>
          <p:cNvPr id="6" name="Arrow: Right 5">
            <a:hlinkClick r:id="rId1" action="ppaction://hlinksldjump"/>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常年期主日颂谢词（四）　</a:t>
            </a:r>
            <a:r>
              <a:rPr lang="en-US" altLang="zh-TW" dirty="0"/>
              <a:t>Preface </a:t>
            </a:r>
            <a:r>
              <a:rPr lang="en-US" altLang="zh-TW" dirty="0"/>
              <a:t>IV</a:t>
            </a:r>
            <a:br>
              <a:rPr lang="zh-TW" altLang="en-US" dirty="0"/>
            </a:b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主、圣父、全能永生的天主！藉着我们的主基督，我们时时处处感谢你，实在足理所当然的，并能使人得救。</a:t>
            </a:r>
            <a:endParaRPr lang="zh-CN" altLang="en-US" dirty="0"/>
          </a:p>
        </p:txBody>
      </p:sp>
      <p:sp>
        <p:nvSpPr>
          <p:cNvPr id="4" name="Content Placeholder 3"/>
          <p:cNvSpPr>
            <a:spLocks noGrp="1"/>
          </p:cNvSpPr>
          <p:nvPr>
            <p:ph sz="half" idx="2"/>
          </p:nvPr>
        </p:nvSpPr>
        <p:spPr/>
        <p:txBody>
          <a:bodyPr/>
          <a:lstStyle/>
          <a:p>
            <a:pPr marL="0" indent="0" algn="l">
              <a:buNone/>
            </a:pPr>
            <a:r>
              <a:rPr lang="en-GB" dirty="0"/>
              <a:t>It is truly right and just, our duty and our salvation, always and everywhere to give you thanks, Lord, holy Father, almighty and eternal God, through Christ our Lord.</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常年期主日颂谢词（四）　</a:t>
            </a:r>
            <a:r>
              <a:rPr lang="en-US" altLang="zh-TW" dirty="0"/>
              <a:t>Preface </a:t>
            </a:r>
            <a:r>
              <a:rPr lang="en-US" altLang="zh-TW" dirty="0"/>
              <a:t>IV</a:t>
            </a:r>
            <a:br>
              <a:rPr lang="zh-TW" altLang="en-US" dirty="0"/>
            </a:br>
            <a:br>
              <a:rPr lang="en-AU" dirty="0"/>
            </a:br>
            <a:endParaRPr lang="en-AU" dirty="0"/>
          </a:p>
        </p:txBody>
      </p:sp>
      <p:sp>
        <p:nvSpPr>
          <p:cNvPr id="3" name="Content Placeholder 2"/>
          <p:cNvSpPr>
            <a:spLocks noGrp="1"/>
          </p:cNvSpPr>
          <p:nvPr>
            <p:ph sz="half" idx="1"/>
          </p:nvPr>
        </p:nvSpPr>
        <p:spPr/>
        <p:txBody>
          <a:bodyPr>
            <a:normAutofit fontScale="82000"/>
          </a:bodyPr>
          <a:lstStyle/>
          <a:p>
            <a:pPr marL="0" indent="0" algn="just" hangingPunct="0">
              <a:buNone/>
            </a:pPr>
            <a:r>
              <a:rPr lang="zh-CN" altLang="en-US" spc="-300" dirty="0"/>
              <a:t>因为基督的诞生革新了人类的腐旧，他的苦难，先去了我们的罪恶；他死而复活，领我们走上了永生之路；他升了天，给我们开启了天国之门。</a:t>
            </a:r>
            <a:endParaRPr lang="zh-CN" altLang="en-US" spc="-300" dirty="0"/>
          </a:p>
        </p:txBody>
      </p:sp>
      <p:sp>
        <p:nvSpPr>
          <p:cNvPr id="4" name="Content Placeholder 3"/>
          <p:cNvSpPr>
            <a:spLocks noGrp="1"/>
          </p:cNvSpPr>
          <p:nvPr>
            <p:ph sz="half" idx="2"/>
          </p:nvPr>
        </p:nvSpPr>
        <p:spPr/>
        <p:txBody>
          <a:bodyPr>
            <a:normAutofit fontScale="82000"/>
          </a:bodyPr>
          <a:lstStyle/>
          <a:p>
            <a:pPr marL="0" indent="0" algn="l">
              <a:buNone/>
            </a:pPr>
            <a:r>
              <a:rPr lang="en-GB" dirty="0"/>
              <a:t>For by his birth he brought renewal to humanity’s fallen state, and by his suffering, cancelled out our sins; by his rising from the dead, he has opened the way to eternal life, and by ascending to you, O Father, he has unlocked the gates of heaven.</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常年期主日颂谢词（四）　</a:t>
            </a:r>
            <a:r>
              <a:rPr lang="en-US" altLang="zh-TW" dirty="0"/>
              <a:t>Preface </a:t>
            </a:r>
            <a:r>
              <a:rPr lang="en-US" altLang="zh-TW" dirty="0"/>
              <a:t>IV</a:t>
            </a:r>
            <a:br>
              <a:rPr lang="zh-TW" altLang="en-US" dirty="0"/>
            </a:br>
            <a:br>
              <a:rPr lang="en-AU" dirty="0"/>
            </a:br>
            <a:endParaRPr lang="en-AU" dirty="0"/>
          </a:p>
        </p:txBody>
      </p:sp>
      <p:sp>
        <p:nvSpPr>
          <p:cNvPr id="3" name="Content Placeholder 2"/>
          <p:cNvSpPr>
            <a:spLocks noGrp="1"/>
          </p:cNvSpPr>
          <p:nvPr>
            <p:ph sz="half" idx="1"/>
          </p:nvPr>
        </p:nvSpPr>
        <p:spPr/>
        <p:txBody>
          <a:bodyPr/>
          <a:lstStyle/>
          <a:p>
            <a:pPr marL="0" indent="0" algn="just" hangingPunct="0">
              <a:lnSpc>
                <a:spcPct val="100000"/>
              </a:lnSpc>
              <a:buNone/>
            </a:pPr>
            <a:r>
              <a:rPr lang="zh-CN" altLang="en-US" dirty="0"/>
              <a:t>因此，我们随同所有天使和圣人，同声赞颂你，不停地欢呼：</a:t>
            </a:r>
            <a:endParaRPr lang="zh-CN" altLang="en-US" dirty="0"/>
          </a:p>
        </p:txBody>
      </p:sp>
      <p:sp>
        <p:nvSpPr>
          <p:cNvPr id="4" name="Content Placeholder 3"/>
          <p:cNvSpPr>
            <a:spLocks noGrp="1"/>
          </p:cNvSpPr>
          <p:nvPr>
            <p:ph sz="half" idx="2"/>
          </p:nvPr>
        </p:nvSpPr>
        <p:spPr/>
        <p:txBody>
          <a:bodyPr/>
          <a:lstStyle/>
          <a:p>
            <a:pPr marL="0" indent="0" algn="l">
              <a:buNone/>
            </a:pPr>
            <a:r>
              <a:rPr lang="en-GB" dirty="0"/>
              <a:t>And so, with the company of Angels and Saints, we sing the hymn of your praise, as without end we acclaim:</a:t>
            </a:r>
            <a:endParaRPr lang="en-GB" dirty="0"/>
          </a:p>
          <a:p>
            <a:endParaRPr lang="en-AU" dirty="0"/>
          </a:p>
        </p:txBody>
      </p:sp>
      <p:sp>
        <p:nvSpPr>
          <p:cNvPr id="6" name="Arrow: Right 5">
            <a:hlinkClick r:id="rId1" action="ppaction://hlinksldjump"/>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常年期主日颂谢词（五）　</a:t>
            </a:r>
            <a:r>
              <a:rPr lang="en-US" altLang="zh-TW" dirty="0"/>
              <a:t>Preface </a:t>
            </a:r>
            <a:r>
              <a:rPr lang="en-US" altLang="zh-TW" dirty="0"/>
              <a:t>V</a:t>
            </a:r>
            <a:br>
              <a:rPr lang="zh-TW" altLang="en-US" dirty="0"/>
            </a:b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主、圣父、全能永生的天主！我们时时处处感谢你，实在是理所当然的，并能使人得救。</a:t>
            </a:r>
            <a:endParaRPr lang="zh-CN" altLang="en-US" dirty="0"/>
          </a:p>
          <a:p>
            <a:pPr marL="0" indent="0" algn="just">
              <a:buNone/>
            </a:pPr>
            <a:endParaRPr lang="en-AU" dirty="0"/>
          </a:p>
        </p:txBody>
      </p:sp>
      <p:sp>
        <p:nvSpPr>
          <p:cNvPr id="4" name="Content Placeholder 3"/>
          <p:cNvSpPr>
            <a:spLocks noGrp="1"/>
          </p:cNvSpPr>
          <p:nvPr>
            <p:ph sz="half" idx="2"/>
          </p:nvPr>
        </p:nvSpPr>
        <p:spPr/>
        <p:txBody>
          <a:bodyPr/>
          <a:lstStyle/>
          <a:p>
            <a:pPr marL="0" indent="0" algn="l">
              <a:buNone/>
            </a:pPr>
            <a:r>
              <a:rPr lang="en-GB" dirty="0"/>
              <a:t>It is truly right and just, our duty and our salvation, always and everywhere to give you thanks, Lord, holy Father, almighty and eternal God.</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常年期主日颂谢词（五）　</a:t>
            </a:r>
            <a:r>
              <a:rPr lang="en-US" altLang="zh-TW" dirty="0"/>
              <a:t>Preface </a:t>
            </a:r>
            <a:r>
              <a:rPr lang="en-US" altLang="zh-TW" dirty="0"/>
              <a:t>V</a:t>
            </a:r>
            <a:br>
              <a:rPr lang="zh-TW" altLang="en-US" dirty="0"/>
            </a:b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hangingPunct="0">
              <a:buNone/>
            </a:pPr>
            <a:r>
              <a:rPr lang="zh-CN" altLang="en-US" spc="-300" dirty="0"/>
              <a:t>你创造了宇宙万物，安排了依次变化的季节你特别按照你的肖像造成了人，并使万物隶属在人的权下，使人代管你所创造的一切，</a:t>
            </a:r>
            <a:endParaRPr lang="zh-CN" altLang="en-US" spc="-300" dirty="0"/>
          </a:p>
        </p:txBody>
      </p:sp>
      <p:sp>
        <p:nvSpPr>
          <p:cNvPr id="4" name="Content Placeholder 3"/>
          <p:cNvSpPr>
            <a:spLocks noGrp="1"/>
          </p:cNvSpPr>
          <p:nvPr>
            <p:ph sz="half" idx="2"/>
          </p:nvPr>
        </p:nvSpPr>
        <p:spPr/>
        <p:txBody>
          <a:bodyPr>
            <a:normAutofit fontScale="88000"/>
          </a:bodyPr>
          <a:lstStyle/>
          <a:p>
            <a:pPr marL="0" indent="0" algn="l">
              <a:buNone/>
            </a:pPr>
            <a:r>
              <a:rPr lang="en-GB" dirty="0"/>
              <a:t>For you laid the foundations of the world and have arranged the changing of times and seasons; you formed man in your own image and set humanity over the whole world in all its wonder, to rule in your name over all you have made, </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常年期主日颂谢词（五）　</a:t>
            </a:r>
            <a:r>
              <a:rPr lang="en-US" altLang="zh-TW" dirty="0"/>
              <a:t>Preface </a:t>
            </a:r>
            <a:r>
              <a:rPr lang="en-US" altLang="zh-TW" dirty="0"/>
              <a:t>V</a:t>
            </a:r>
            <a:br>
              <a:rPr lang="zh-TW" altLang="en-US" dirty="0"/>
            </a:b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hangingPunct="0">
              <a:buNone/>
            </a:pPr>
            <a:r>
              <a:rPr lang="zh-CN" altLang="en-US" spc="-300" dirty="0"/>
              <a:t>并为了你的美妙化工，藉着我们的主基督，永远赞颂你。因此，我们随同所有天使，同声颂扬你的尤荣，不停地欢呼：</a:t>
            </a:r>
            <a:endParaRPr lang="zh-CN" altLang="en-US" spc="-300" dirty="0"/>
          </a:p>
          <a:p>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and for ever praise you in your mighty works, through Christ our Lord. And so, with all the Angels, we praise you, as in joyful celebration we acclaim:</a:t>
            </a:r>
            <a:endParaRPr lang="en-GB" dirty="0"/>
          </a:p>
          <a:p>
            <a:endParaRPr lang="en-AU" dirty="0"/>
          </a:p>
        </p:txBody>
      </p:sp>
      <p:sp>
        <p:nvSpPr>
          <p:cNvPr id="6" name="Arrow: Right 5">
            <a:hlinkClick r:id="rId1" action="ppaction://hlinksldjump"/>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常年期主日颂谢词（六）　</a:t>
            </a:r>
            <a:r>
              <a:rPr lang="en-US" altLang="zh-TW" dirty="0"/>
              <a:t>Preface </a:t>
            </a:r>
            <a:r>
              <a:rPr lang="en-US" altLang="zh-TW" dirty="0"/>
              <a:t>VI</a:t>
            </a:r>
            <a:br>
              <a:rPr lang="zh-TW" altLang="en-US" dirty="0"/>
            </a:br>
            <a:br>
              <a:rPr lang="en-AU" dirty="0"/>
            </a:br>
            <a:endParaRPr lang="en-AU" dirty="0"/>
          </a:p>
        </p:txBody>
      </p:sp>
      <p:sp>
        <p:nvSpPr>
          <p:cNvPr id="3" name="Content Placeholder 2"/>
          <p:cNvSpPr>
            <a:spLocks noGrp="1"/>
          </p:cNvSpPr>
          <p:nvPr>
            <p:ph sz="half" idx="1"/>
          </p:nvPr>
        </p:nvSpPr>
        <p:spPr/>
        <p:txBody>
          <a:bodyPr/>
          <a:lstStyle/>
          <a:p>
            <a:pPr marL="0" indent="0">
              <a:buNone/>
            </a:pPr>
            <a:r>
              <a:rPr lang="zh-CN" altLang="en-US" spc="-300" dirty="0"/>
              <a:t>主、圣父、全能永生的天主！我们时时处处感谢你，实在是理所当然的，并能使人得救。</a:t>
            </a:r>
            <a:endParaRPr lang="zh-CN" altLang="en-US" spc="-300" dirty="0"/>
          </a:p>
          <a:p>
            <a:endParaRPr lang="en-AU" dirty="0"/>
          </a:p>
        </p:txBody>
      </p:sp>
      <p:sp>
        <p:nvSpPr>
          <p:cNvPr id="4" name="Content Placeholder 3"/>
          <p:cNvSpPr>
            <a:spLocks noGrp="1"/>
          </p:cNvSpPr>
          <p:nvPr>
            <p:ph sz="half" idx="2"/>
          </p:nvPr>
        </p:nvSpPr>
        <p:spPr/>
        <p:txBody>
          <a:bodyPr/>
          <a:lstStyle/>
          <a:p>
            <a:pPr marL="0" indent="0" algn="l">
              <a:buNone/>
            </a:pPr>
            <a:r>
              <a:rPr lang="en-GB" dirty="0"/>
              <a:t>It is truly right and just, our duty and our salvation, always and everywhere to give you thanks, Lord, holy Father, almighty and eternal God.</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常年期主日颂谢词（六）　</a:t>
            </a:r>
            <a:r>
              <a:rPr lang="en-US" altLang="zh-TW" dirty="0"/>
              <a:t>Preface </a:t>
            </a:r>
            <a:r>
              <a:rPr lang="en-US" altLang="zh-TW" dirty="0"/>
              <a:t>VI</a:t>
            </a:r>
            <a:br>
              <a:rPr lang="zh-TW" altLang="en-US" dirty="0"/>
            </a:br>
            <a:br>
              <a:rPr lang="en-AU" dirty="0"/>
            </a:br>
            <a:endParaRPr lang="en-AU" dirty="0"/>
          </a:p>
        </p:txBody>
      </p:sp>
      <p:sp>
        <p:nvSpPr>
          <p:cNvPr id="3" name="Content Placeholder 2"/>
          <p:cNvSpPr>
            <a:spLocks noGrp="1"/>
          </p:cNvSpPr>
          <p:nvPr>
            <p:ph sz="half" idx="1"/>
          </p:nvPr>
        </p:nvSpPr>
        <p:spPr/>
        <p:txBody>
          <a:bodyPr>
            <a:normAutofit/>
          </a:bodyPr>
          <a:lstStyle/>
          <a:p>
            <a:pPr marL="0" indent="0" hangingPunct="0">
              <a:buNone/>
            </a:pPr>
            <a:r>
              <a:rPr lang="zh-CN" altLang="en-US" spc="-300" dirty="0"/>
              <a:t>我们原是在你内生活、行动和存在；我们生活在此尘世，不但每日体验到你慈爱的温暖，</a:t>
            </a:r>
            <a:endParaRPr lang="en-AU" spc="-300" dirty="0"/>
          </a:p>
        </p:txBody>
      </p:sp>
      <p:sp>
        <p:nvSpPr>
          <p:cNvPr id="4" name="Content Placeholder 3"/>
          <p:cNvSpPr>
            <a:spLocks noGrp="1"/>
          </p:cNvSpPr>
          <p:nvPr>
            <p:ph sz="half" idx="2"/>
          </p:nvPr>
        </p:nvSpPr>
        <p:spPr/>
        <p:txBody>
          <a:bodyPr>
            <a:normAutofit/>
          </a:bodyPr>
          <a:lstStyle/>
          <a:p>
            <a:pPr marL="0" indent="0" algn="l">
              <a:buNone/>
            </a:pPr>
            <a:r>
              <a:rPr lang="en-GB" dirty="0"/>
              <a:t>For in you we live and move and have our being, and while in this body we not only experience the daily effects of your care,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常年期主日颂谢词（六）　</a:t>
            </a:r>
            <a:r>
              <a:rPr lang="en-US" altLang="zh-TW" dirty="0"/>
              <a:t>Preface </a:t>
            </a:r>
            <a:r>
              <a:rPr lang="en-US" altLang="zh-TW" dirty="0"/>
              <a:t>VI</a:t>
            </a:r>
            <a:br>
              <a:rPr lang="zh-TW" altLang="en-US" dirty="0"/>
            </a:b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buNone/>
            </a:pPr>
            <a:r>
              <a:rPr lang="zh-CN" altLang="en-US" spc="-300" dirty="0"/>
              <a:t>并且已经把握了永生的保证圣神的恩赐。你藉圣神曾使耶稣死而复活，并带给我们确切的希望：逾越奥迹将来也必在我们身上完成。</a:t>
            </a:r>
            <a:endParaRPr lang="zh-CN" altLang="en-US" spc="-300" dirty="0"/>
          </a:p>
          <a:p>
            <a:endParaRPr lang="en-AU" dirty="0"/>
          </a:p>
        </p:txBody>
      </p:sp>
      <p:sp>
        <p:nvSpPr>
          <p:cNvPr id="4" name="Content Placeholder 3"/>
          <p:cNvSpPr>
            <a:spLocks noGrp="1"/>
          </p:cNvSpPr>
          <p:nvPr>
            <p:ph sz="half" idx="2"/>
          </p:nvPr>
        </p:nvSpPr>
        <p:spPr/>
        <p:txBody>
          <a:bodyPr>
            <a:normAutofit fontScale="91000"/>
          </a:bodyPr>
          <a:lstStyle/>
          <a:p>
            <a:pPr marL="0" indent="0">
              <a:buNone/>
            </a:pPr>
            <a:r>
              <a:rPr lang="en-GB" dirty="0"/>
              <a:t>but even now possess the pledge of life eternal. </a:t>
            </a:r>
            <a:endParaRPr lang="en-GB" dirty="0"/>
          </a:p>
          <a:p>
            <a:pPr marL="0" indent="0" algn="l">
              <a:buNone/>
            </a:pPr>
            <a:r>
              <a:rPr lang="en-GB" dirty="0"/>
              <a:t>For, having received the first fruits of the Spirit, through whom you raised up Jesus from the dead, we hope for an everlasting share in the Paschal Mystery.</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常年期主日颂谢词（六）　</a:t>
            </a:r>
            <a:r>
              <a:rPr lang="en-US" altLang="zh-TW" dirty="0"/>
              <a:t>Preface </a:t>
            </a:r>
            <a:r>
              <a:rPr lang="en-US" altLang="zh-TW" dirty="0"/>
              <a:t>VI</a:t>
            </a:r>
            <a:br>
              <a:rPr lang="zh-TW" altLang="en-US" dirty="0"/>
            </a:br>
            <a:br>
              <a:rPr lang="en-AU" dirty="0"/>
            </a:br>
            <a:endParaRPr lang="en-AU" dirty="0"/>
          </a:p>
        </p:txBody>
      </p:sp>
      <p:sp>
        <p:nvSpPr>
          <p:cNvPr id="3" name="Content Placeholder 2"/>
          <p:cNvSpPr>
            <a:spLocks noGrp="1"/>
          </p:cNvSpPr>
          <p:nvPr>
            <p:ph sz="half" idx="1"/>
          </p:nvPr>
        </p:nvSpPr>
        <p:spPr/>
        <p:txBody>
          <a:bodyPr/>
          <a:lstStyle/>
          <a:p>
            <a:pPr marL="0" indent="0">
              <a:buNone/>
            </a:pPr>
            <a:r>
              <a:rPr lang="zh-CN" altLang="en-US" spc="-300" dirty="0"/>
              <a:t>因此，我们虔诚感谢你，并随同所有天使宣扬你的德能，同声欢呼：</a:t>
            </a:r>
            <a:endParaRPr lang="zh-CN" altLang="en-US" spc="-300" dirty="0"/>
          </a:p>
          <a:p>
            <a:endParaRPr lang="en-AU" dirty="0"/>
          </a:p>
        </p:txBody>
      </p:sp>
      <p:sp>
        <p:nvSpPr>
          <p:cNvPr id="4" name="Content Placeholder 3"/>
          <p:cNvSpPr>
            <a:spLocks noGrp="1"/>
          </p:cNvSpPr>
          <p:nvPr>
            <p:ph sz="half" idx="2"/>
          </p:nvPr>
        </p:nvSpPr>
        <p:spPr/>
        <p:txBody>
          <a:bodyPr/>
          <a:lstStyle/>
          <a:p>
            <a:pPr marL="0" indent="0" algn="l">
              <a:buNone/>
            </a:pPr>
            <a:r>
              <a:rPr lang="en-GB" dirty="0"/>
              <a:t>And so, with all the Angels, we praise you, as in joyful celebration we acclaim:</a:t>
            </a:r>
            <a:endParaRPr lang="en-GB" dirty="0"/>
          </a:p>
          <a:p>
            <a:endParaRPr lang="en-AU" dirty="0"/>
          </a:p>
        </p:txBody>
      </p:sp>
      <p:sp>
        <p:nvSpPr>
          <p:cNvPr id="6" name="Arrow: Right 5">
            <a:hlinkClick r:id="rId1" action="ppaction://hlinksldjump"/>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常年期主日颂谢词（七）　</a:t>
            </a:r>
            <a:r>
              <a:rPr lang="en-US" altLang="zh-TW" dirty="0"/>
              <a:t>Preface </a:t>
            </a:r>
            <a:r>
              <a:rPr lang="en-US" altLang="zh-TW" dirty="0"/>
              <a:t>VII</a:t>
            </a:r>
            <a:br>
              <a:rPr lang="zh-TW" altLang="en-US" dirty="0"/>
            </a:br>
            <a:br>
              <a:rPr lang="en-AU" dirty="0"/>
            </a:br>
            <a:endParaRPr lang="en-AU" dirty="0"/>
          </a:p>
        </p:txBody>
      </p:sp>
      <p:sp>
        <p:nvSpPr>
          <p:cNvPr id="3" name="Content Placeholder 2"/>
          <p:cNvSpPr>
            <a:spLocks noGrp="1"/>
          </p:cNvSpPr>
          <p:nvPr>
            <p:ph sz="half" idx="1"/>
          </p:nvPr>
        </p:nvSpPr>
        <p:spPr/>
        <p:txBody>
          <a:bodyPr/>
          <a:lstStyle/>
          <a:p>
            <a:pPr marL="0" indent="0">
              <a:buNone/>
            </a:pPr>
            <a:r>
              <a:rPr lang="zh-CN" altLang="en-US" spc="-300" dirty="0"/>
              <a:t>主、圣父、全能永生的天主！我们时时处处感谢你，实在是理所当然的，并能使人得救。</a:t>
            </a:r>
            <a:endParaRPr lang="zh-CN" altLang="en-US" spc="-300" dirty="0"/>
          </a:p>
          <a:p>
            <a:endParaRPr lang="en-AU" dirty="0"/>
          </a:p>
        </p:txBody>
      </p:sp>
      <p:sp>
        <p:nvSpPr>
          <p:cNvPr id="4" name="Content Placeholder 3"/>
          <p:cNvSpPr>
            <a:spLocks noGrp="1"/>
          </p:cNvSpPr>
          <p:nvPr>
            <p:ph sz="half" idx="2"/>
          </p:nvPr>
        </p:nvSpPr>
        <p:spPr/>
        <p:txBody>
          <a:bodyPr/>
          <a:lstStyle/>
          <a:p>
            <a:pPr marL="0" indent="0" algn="l">
              <a:buNone/>
            </a:pPr>
            <a:r>
              <a:rPr lang="en-GB" dirty="0"/>
              <a:t>It is truly right and just, our duty and our salvation, always and everywhere to give you thanks, Lord, holy Father, almighty and eternal God.</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常年期主日颂谢词（七）　</a:t>
            </a:r>
            <a:r>
              <a:rPr lang="en-US" altLang="zh-TW" dirty="0"/>
              <a:t>Preface </a:t>
            </a:r>
            <a:r>
              <a:rPr lang="en-US" altLang="zh-TW" dirty="0"/>
              <a:t>VII</a:t>
            </a:r>
            <a:br>
              <a:rPr lang="zh-TW" altLang="en-US" dirty="0"/>
            </a:b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hangingPunct="0">
              <a:buNone/>
            </a:pPr>
            <a:r>
              <a:rPr lang="zh-CN" altLang="en-US" spc="-300" dirty="0"/>
              <a:t>因为你深爱世界，竟为我们派遣了圣子作我们的救主；你愿意他除了罪以外和我们人一样，使你喜爱我们，</a:t>
            </a:r>
            <a:endParaRPr lang="zh-CN" altLang="en-US" spc="-300" dirty="0"/>
          </a:p>
          <a:p>
            <a:pPr hangingPunct="0"/>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For you so loved the world that in your mercy you sent us the Redeemer, to live like us in all things but sin,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常年期主日颂谢词（七）　</a:t>
            </a:r>
            <a:r>
              <a:rPr lang="en-US" altLang="zh-TW" dirty="0"/>
              <a:t>Preface </a:t>
            </a:r>
            <a:r>
              <a:rPr lang="en-US" altLang="zh-TW" dirty="0"/>
              <a:t>VII</a:t>
            </a:r>
            <a:br>
              <a:rPr lang="zh-TW" altLang="en-US" dirty="0"/>
            </a:br>
            <a:br>
              <a:rPr lang="en-AU" dirty="0"/>
            </a:br>
            <a:endParaRPr lang="en-AU" dirty="0"/>
          </a:p>
        </p:txBody>
      </p:sp>
      <p:sp>
        <p:nvSpPr>
          <p:cNvPr id="3" name="Content Placeholder 2"/>
          <p:cNvSpPr>
            <a:spLocks noGrp="1"/>
          </p:cNvSpPr>
          <p:nvPr>
            <p:ph sz="half" idx="1"/>
          </p:nvPr>
        </p:nvSpPr>
        <p:spPr/>
        <p:txBody>
          <a:bodyPr>
            <a:normAutofit/>
          </a:bodyPr>
          <a:lstStyle/>
          <a:p>
            <a:pPr marL="0" indent="0" hangingPunct="0">
              <a:buNone/>
            </a:pPr>
            <a:r>
              <a:rPr lang="zh-CN" altLang="en-US" spc="-300" dirty="0"/>
              <a:t>如同喜爱你的圣子一样。由于我们的背命所丧失的恩惠，又藉你圣子的服从而重新获得。</a:t>
            </a:r>
            <a:endParaRPr lang="zh-CN" altLang="en-US" spc="-300" dirty="0"/>
          </a:p>
          <a:p>
            <a:pPr hangingPunct="0"/>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so that you might love in us what you loved in your Son,  by whose obedience we have been restored to those gifts of yours that, by sinning, we had lost in disobedience.</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br>
              <a:rPr lang="en-AU" altLang="zh-TW" dirty="0"/>
            </a:br>
            <a:r>
              <a:rPr lang="zh-TW" altLang="en-US" dirty="0"/>
              <a:t>常年期主日颂谢词（七）　</a:t>
            </a:r>
            <a:r>
              <a:rPr lang="en-US" altLang="zh-TW" dirty="0"/>
              <a:t>Preface </a:t>
            </a:r>
            <a:r>
              <a:rPr lang="en-US" altLang="zh-TW" dirty="0"/>
              <a:t>VII</a:t>
            </a:r>
            <a:br>
              <a:rPr lang="zh-TW" altLang="en-US" dirty="0"/>
            </a:b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spc="-300" dirty="0"/>
              <a:t>因此，我们随同所有天使和圣人，同声赞颂你，不停地欢呼：</a:t>
            </a:r>
            <a:endParaRPr lang="zh-CN" altLang="en-US" spc="-300" dirty="0"/>
          </a:p>
          <a:p>
            <a:pPr hangingPunct="0"/>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And so, with all the Angels, we praise you, as in joyful celebration we acclaim:</a:t>
            </a:r>
            <a:endParaRPr lang="en-GB" dirty="0"/>
          </a:p>
          <a:p>
            <a:endParaRPr lang="en-AU" dirty="0"/>
          </a:p>
        </p:txBody>
      </p:sp>
      <p:sp>
        <p:nvSpPr>
          <p:cNvPr id="6" name="Arrow: Right 5">
            <a:hlinkClick r:id="rId1" action="ppaction://hlinksldjump"/>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常年期主日颂谢词（八）　</a:t>
            </a:r>
            <a:r>
              <a:rPr lang="en-AU" dirty="0"/>
              <a:t>Preface VIII</a:t>
            </a:r>
            <a:br>
              <a:rPr lang="en-AU" dirty="0"/>
            </a:br>
            <a:endParaRPr lang="en-AU" dirty="0"/>
          </a:p>
        </p:txBody>
      </p:sp>
      <p:sp>
        <p:nvSpPr>
          <p:cNvPr id="3" name="Content Placeholder 2"/>
          <p:cNvSpPr>
            <a:spLocks noGrp="1"/>
          </p:cNvSpPr>
          <p:nvPr>
            <p:ph sz="half" idx="1"/>
          </p:nvPr>
        </p:nvSpPr>
        <p:spPr/>
        <p:txBody>
          <a:bodyPr/>
          <a:lstStyle/>
          <a:p>
            <a:pPr marL="0" indent="0">
              <a:buNone/>
            </a:pPr>
            <a:r>
              <a:rPr lang="zh-CN" altLang="en-US" spc="-300" dirty="0"/>
              <a:t>主、圣父、全能永生的天主！我们时时处处感谢你，实在是理所当然的，并能使人得救。</a:t>
            </a:r>
            <a:endParaRPr lang="zh-CN" altLang="en-US" spc="-300" dirty="0"/>
          </a:p>
          <a:p>
            <a:endParaRPr lang="en-AU" dirty="0"/>
          </a:p>
        </p:txBody>
      </p:sp>
      <p:sp>
        <p:nvSpPr>
          <p:cNvPr id="4" name="Content Placeholder 3"/>
          <p:cNvSpPr>
            <a:spLocks noGrp="1"/>
          </p:cNvSpPr>
          <p:nvPr>
            <p:ph sz="half" idx="2"/>
          </p:nvPr>
        </p:nvSpPr>
        <p:spPr/>
        <p:txBody>
          <a:bodyPr/>
          <a:lstStyle/>
          <a:p>
            <a:pPr marL="0" indent="0" algn="l">
              <a:buNone/>
            </a:pPr>
            <a:r>
              <a:rPr lang="en-GB" dirty="0"/>
              <a:t>It is truly right and just, our duty and our salvation, always and everywhere to give you thanks, Lord, holy Father, almighty and eternal God.</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常年期主日颂谢词（八）　</a:t>
            </a:r>
            <a:r>
              <a:rPr lang="en-AU" dirty="0"/>
              <a:t>Preface VIII</a:t>
            </a:r>
            <a:br>
              <a:rPr lang="en-AU" dirty="0"/>
            </a:br>
            <a:endParaRPr lang="en-AU" dirty="0"/>
          </a:p>
        </p:txBody>
      </p:sp>
      <p:sp>
        <p:nvSpPr>
          <p:cNvPr id="3" name="Content Placeholder 2"/>
          <p:cNvSpPr>
            <a:spLocks noGrp="1"/>
          </p:cNvSpPr>
          <p:nvPr>
            <p:ph sz="half" idx="1"/>
          </p:nvPr>
        </p:nvSpPr>
        <p:spPr/>
        <p:txBody>
          <a:bodyPr/>
          <a:lstStyle/>
          <a:p>
            <a:pPr marL="0" indent="0">
              <a:buNone/>
            </a:pPr>
            <a:r>
              <a:rPr lang="zh-CN" altLang="en-US" spc="-300" dirty="0"/>
              <a:t>你的子女犯罪，远离了你，你却藉你圣子的血及圣神的德能，使他们重新与你团聚：</a:t>
            </a:r>
            <a:endParaRPr lang="zh-CN" altLang="en-US" spc="-300" dirty="0"/>
          </a:p>
          <a:p>
            <a:endParaRPr lang="en-AU" dirty="0"/>
          </a:p>
        </p:txBody>
      </p:sp>
      <p:sp>
        <p:nvSpPr>
          <p:cNvPr id="4" name="Content Placeholder 3"/>
          <p:cNvSpPr>
            <a:spLocks noGrp="1"/>
          </p:cNvSpPr>
          <p:nvPr>
            <p:ph sz="half" idx="2"/>
          </p:nvPr>
        </p:nvSpPr>
        <p:spPr/>
        <p:txBody>
          <a:bodyPr/>
          <a:lstStyle/>
          <a:p>
            <a:pPr marL="0" indent="0" algn="l">
              <a:buNone/>
            </a:pPr>
            <a:r>
              <a:rPr lang="en-GB" dirty="0"/>
              <a:t>For when your children were scattered afar by sin, through the Blood of your Son and the power of the Spirit, you gathered them again to yourself,</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常年期主日颂谢词（八）　</a:t>
            </a:r>
            <a:r>
              <a:rPr lang="en-AU" dirty="0"/>
              <a:t>Preface VIII</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buNone/>
            </a:pPr>
            <a:r>
              <a:rPr lang="zh-CN" altLang="en-US" spc="-300" dirty="0"/>
              <a:t>正如你和圣子及圣神只是一个天主，你召叫人类成为一个子民，基督的奥体、圣神的宫殿、你的教会，来歌颂你无比的智慧。</a:t>
            </a:r>
            <a:endParaRPr lang="zh-CN" altLang="en-US" spc="-300" dirty="0"/>
          </a:p>
          <a:p>
            <a:endParaRPr lang="en-AU" dirty="0"/>
          </a:p>
        </p:txBody>
      </p:sp>
      <p:sp>
        <p:nvSpPr>
          <p:cNvPr id="4" name="Content Placeholder 3"/>
          <p:cNvSpPr>
            <a:spLocks noGrp="1"/>
          </p:cNvSpPr>
          <p:nvPr>
            <p:ph sz="half" idx="2"/>
          </p:nvPr>
        </p:nvSpPr>
        <p:spPr/>
        <p:txBody>
          <a:bodyPr>
            <a:normAutofit fontScale="94000"/>
          </a:bodyPr>
          <a:lstStyle/>
          <a:p>
            <a:pPr marL="0" indent="0" algn="l">
              <a:buNone/>
            </a:pPr>
            <a:r>
              <a:rPr lang="en-GB" dirty="0"/>
              <a:t>that a people, formed as one by the unity of the Trinity, made the body of Christ and the temple of the Holy Spirit, might, to the praise of your manifold wisdom, be manifest as the Church.</a:t>
            </a:r>
            <a:endParaRPr lang="en-GB"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常年期主日颂谢词（八）　</a:t>
            </a:r>
            <a:r>
              <a:rPr lang="en-AU" dirty="0"/>
              <a:t>Preface VIII</a:t>
            </a:r>
            <a:br>
              <a:rPr lang="en-AU" dirty="0"/>
            </a:br>
            <a:endParaRPr lang="en-AU" dirty="0"/>
          </a:p>
        </p:txBody>
      </p:sp>
      <p:sp>
        <p:nvSpPr>
          <p:cNvPr id="3" name="Content Placeholder 2"/>
          <p:cNvSpPr>
            <a:spLocks noGrp="1"/>
          </p:cNvSpPr>
          <p:nvPr>
            <p:ph sz="half" idx="1"/>
          </p:nvPr>
        </p:nvSpPr>
        <p:spPr/>
        <p:txBody>
          <a:bodyPr/>
          <a:lstStyle/>
          <a:p>
            <a:pPr marL="0" indent="0" hangingPunct="0">
              <a:buNone/>
            </a:pPr>
            <a:r>
              <a:rPr lang="zh-CN" altLang="en-US" spc="-300" dirty="0"/>
              <a:t>因此，我们随同所有天使欢跃赞美你，不停地欢呼：</a:t>
            </a:r>
            <a:endParaRPr lang="zh-CN" altLang="en-US" spc="-300" dirty="0"/>
          </a:p>
          <a:p>
            <a:pPr hangingPunct="0"/>
            <a:endParaRPr lang="en-AU" dirty="0"/>
          </a:p>
        </p:txBody>
      </p:sp>
      <p:sp>
        <p:nvSpPr>
          <p:cNvPr id="4" name="Content Placeholder 3"/>
          <p:cNvSpPr>
            <a:spLocks noGrp="1"/>
          </p:cNvSpPr>
          <p:nvPr>
            <p:ph sz="half" idx="2"/>
          </p:nvPr>
        </p:nvSpPr>
        <p:spPr/>
        <p:txBody>
          <a:bodyPr/>
          <a:lstStyle/>
          <a:p>
            <a:pPr marL="0" indent="0" algn="l">
              <a:buNone/>
            </a:pPr>
            <a:r>
              <a:rPr lang="en-GB" dirty="0"/>
              <a:t>And so, in company with the choirs of Angels, we praise you, and with joy we proclaim:</a:t>
            </a:r>
            <a:endParaRPr lang="en-GB" dirty="0"/>
          </a:p>
          <a:p>
            <a:endParaRPr lang="en-AU" dirty="0"/>
          </a:p>
        </p:txBody>
      </p:sp>
      <p:sp>
        <p:nvSpPr>
          <p:cNvPr id="6" name="Arrow: Right 5">
            <a:hlinkClick r:id="rId1" action="ppaction://hlinksldjump"/>
          </p:cNvPr>
          <p:cNvSpPr/>
          <p:nvPr/>
        </p:nvSpPr>
        <p:spPr>
          <a:xfrm>
            <a:off x="6899564" y="5986540"/>
            <a:ext cx="1909420"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圣、圣、圣</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endParaRPr lang="en-AU"/>
          </a:p>
        </p:txBody>
      </p:sp>
      <p:sp>
        <p:nvSpPr>
          <p:cNvPr id="15" name="Content Placeholder 14"/>
          <p:cNvSpPr>
            <a:spLocks noGrp="1"/>
          </p:cNvSpPr>
          <p:nvPr>
            <p:ph sz="half" idx="1"/>
          </p:nvPr>
        </p:nvSpPr>
        <p:spPr/>
        <p:txBody>
          <a:bodyPr/>
          <a:lstStyle/>
          <a:p>
            <a:endParaRPr lang="en-AU"/>
          </a:p>
        </p:txBody>
      </p:sp>
      <p:sp>
        <p:nvSpPr>
          <p:cNvPr id="16" name="Content Placeholder 15"/>
          <p:cNvSpPr>
            <a:spLocks noGrp="1"/>
          </p:cNvSpPr>
          <p:nvPr>
            <p:ph sz="half" idx="2"/>
          </p:nvPr>
        </p:nvSpPr>
        <p:spPr/>
        <p:txBody>
          <a:bodyPr/>
          <a:lstStyle/>
          <a:p>
            <a:endParaRPr lang="en-AU"/>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119270" y="1109893"/>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sp>
        <p:nvSpPr>
          <p:cNvPr id="9" name="Rectangle: Rounded Corners 8"/>
          <p:cNvSpPr/>
          <p:nvPr/>
        </p:nvSpPr>
        <p:spPr>
          <a:xfrm>
            <a:off x="5605670" y="1109893"/>
            <a:ext cx="3317614"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just"/>
            <a:r>
              <a:rPr lang="en-GB" sz="2500" dirty="0">
                <a:ln>
                  <a:noFill/>
                </a:ln>
                <a:solidFill>
                  <a:schemeClr val="tx1"/>
                </a:solidFill>
                <a:effectLst/>
                <a:uLnTx/>
                <a:uFillTx/>
                <a:latin typeface="EB Garamond"/>
                <a:ea typeface="DFKai-SB"/>
              </a:rPr>
              <a:t>Holy, Holy, Holy Lord God of hosts. Heaven and earth are full of your glory. Hosanna in the highest. Blessed is he who comes in the name of the Lord. Hosanna in the highest.</a:t>
            </a:r>
            <a:endParaRPr lang="en-GB" sz="2500" dirty="0">
              <a:ln>
                <a:noFill/>
              </a:ln>
              <a:solidFill>
                <a:schemeClr val="tx1"/>
              </a:solidFill>
              <a:effectLst/>
              <a:uLnTx/>
              <a:uFillTx/>
              <a:latin typeface="EB Garamond"/>
              <a:ea typeface="DFKai-SB"/>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圣、圣、圣　</a:t>
            </a:r>
            <a:r>
              <a:rPr lang="en-US" altLang="zh-TW" sz="3600" b="1">
                <a:solidFill>
                  <a:schemeClr val="bg1"/>
                </a:solidFill>
              </a:rPr>
              <a:t>Sanctus</a:t>
            </a:r>
            <a:endParaRPr lang="zh-TW" altLang="en-US" sz="3600" b="1">
              <a:solidFill>
                <a:schemeClr val="bg1"/>
              </a:solidFill>
            </a:endParaRPr>
          </a:p>
        </p:txBody>
      </p:sp>
      <p:sp>
        <p:nvSpPr>
          <p:cNvPr id="2" name="Rectangle: Rounded Corners 1"/>
          <p:cNvSpPr/>
          <p:nvPr/>
        </p:nvSpPr>
        <p:spPr>
          <a:xfrm>
            <a:off x="111268" y="1081856"/>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sp>
        <p:nvSpPr>
          <p:cNvPr id="6" name="Rectangle: Rounded Corners 5"/>
          <p:cNvSpPr/>
          <p:nvPr/>
        </p:nvSpPr>
        <p:spPr>
          <a:xfrm>
            <a:off x="6211824" y="5909579"/>
            <a:ext cx="1108476" cy="436906"/>
          </a:xfrm>
          <a:prstGeom prst="roundRect">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感恩经</a:t>
            </a:r>
            <a:endParaRPr lang="en-US" b="1" dirty="0"/>
          </a:p>
        </p:txBody>
      </p:sp>
      <p:pic>
        <p:nvPicPr>
          <p:cNvPr id="17" name="Graphic 16" descr="Badge 1 with solid fill">
            <a:hlinkClick r:id="rId2" action="ppaction://hlinksldjump"/>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82688" y="5774010"/>
            <a:ext cx="702000" cy="702000"/>
          </a:xfrm>
          <a:prstGeom prst="rect">
            <a:avLst/>
          </a:prstGeom>
        </p:spPr>
      </p:pic>
      <p:pic>
        <p:nvPicPr>
          <p:cNvPr id="18" name="Graphic 17" descr="Badge 3 with solid fill">
            <a:hlinkClick r:id="rId5" action="ppaction://hlinksldjump"/>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95836" y="5774010"/>
            <a:ext cx="702000" cy="702000"/>
          </a:xfrm>
          <a:prstGeom prst="rect">
            <a:avLst/>
          </a:prstGeom>
        </p:spPr>
      </p:pic>
      <p:grpSp>
        <p:nvGrpSpPr>
          <p:cNvPr id="23" name="Group 22"/>
          <p:cNvGrpSpPr/>
          <p:nvPr/>
        </p:nvGrpSpPr>
        <p:grpSpPr>
          <a:xfrm>
            <a:off x="7433919" y="5047894"/>
            <a:ext cx="1301539" cy="599878"/>
            <a:chOff x="7433919" y="5004791"/>
            <a:chExt cx="1301539" cy="599878"/>
          </a:xfrm>
          <a:solidFill>
            <a:srgbClr val="55725D"/>
          </a:solidFill>
        </p:grpSpPr>
        <p:sp>
          <p:nvSpPr>
            <p:cNvPr id="24" name="Rectangle: Rounded Corners 23"/>
            <p:cNvSpPr/>
            <p:nvPr/>
          </p:nvSpPr>
          <p:spPr>
            <a:xfrm>
              <a:off x="7433919" y="5004791"/>
              <a:ext cx="1301539" cy="599878"/>
            </a:xfrm>
            <a:prstGeom prst="roundRect">
              <a:avLst/>
            </a:prstGeom>
            <a:grp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下跪</a:t>
              </a:r>
              <a:endParaRPr lang="en-US" sz="2400" b="1" dirty="0"/>
            </a:p>
          </p:txBody>
        </p:sp>
        <p:pic>
          <p:nvPicPr>
            <p:cNvPr id="25" name="Picture 24" descr="A black silhouette of a person kneeling on his knees&#10;&#10;AI-generated content may be incorrect."/>
            <p:cNvPicPr>
              <a:picLocks noChangeAspect="1"/>
            </p:cNvPicPr>
            <p:nvPr/>
          </p:nvPicPr>
          <p:blipFill>
            <a:blip r:embed="rId8">
              <a:lum bright="70000" contrast="-70000"/>
              <a:extLst>
                <a:ext uri="{BEBA8EAE-BF5A-486C-A8C5-ECC9F3942E4B}">
                  <a14:imgProps xmlns:a14="http://schemas.microsoft.com/office/drawing/2010/main">
                    <a14:imgLayer r:embed="rId9">
                      <a14:imgEffect>
                        <a14:backgroundRemoval t="10000" b="90000" l="10000" r="90000"/>
                      </a14:imgEffect>
                    </a14:imgLayer>
                  </a14:imgProps>
                </a:ext>
              </a:extLst>
            </a:blip>
            <a:stretch>
              <a:fillRect/>
            </a:stretch>
          </p:blipFill>
          <p:spPr>
            <a:xfrm>
              <a:off x="7524425" y="5092302"/>
              <a:ext cx="463437" cy="424855"/>
            </a:xfrm>
            <a:prstGeom prst="rect">
              <a:avLst/>
            </a:prstGeom>
            <a:grpFill/>
            <a:ln>
              <a:solidFill>
                <a:srgbClr val="55725D"/>
              </a:solid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至仁慈的圣父，我们仰赖你的圣子、我们的主耶稣基督，恳求你悦纳并降福这些圣洁无玷的牺牲；</a:t>
            </a:r>
            <a:endParaRPr lang="zh-CN" altLang="en-US" dirty="0"/>
          </a:p>
          <a:p>
            <a:pPr algn="just" hangingPunct="0"/>
            <a:endParaRPr lang="en-AU" dirty="0"/>
          </a:p>
        </p:txBody>
      </p:sp>
      <p:sp>
        <p:nvSpPr>
          <p:cNvPr id="4" name="Content Placeholder 3"/>
          <p:cNvSpPr>
            <a:spLocks noGrp="1"/>
          </p:cNvSpPr>
          <p:nvPr>
            <p:ph sz="half" idx="2"/>
          </p:nvPr>
        </p:nvSpPr>
        <p:spPr/>
        <p:txBody>
          <a:bodyPr>
            <a:normAutofit fontScale="91000"/>
          </a:bodyPr>
          <a:lstStyle/>
          <a:p>
            <a:pPr marL="0" indent="0" algn="l">
              <a:buNone/>
            </a:pPr>
            <a:r>
              <a:rPr lang="en-GB" dirty="0"/>
              <a:t>To you, therefore, most merciful Father, we make humble prayer and petition through Jesus Christ, your Son, our Lord: that you accept and bless these gifts, these offerings, these holy and unblemished sacrifices,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我们将这些礼品呈献给你，首先是为你的圣而公教会：求你在全球各地赐她平安与团结，保护她、治理她；</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which we offer you firstly for your holy catholic Church. Be pleased to grant her peace, to guard, unite and govern her throughout the whole world,</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a:buNone/>
            </a:pPr>
            <a:r>
              <a:rPr lang="zh-CN" altLang="en-US" dirty="0"/>
              <a:t>同时，也为你的仆人我们的教宗良十四世、我们的主教阮文龙与所有主教，以及所有崇奉真道，忠于大公和宗徒信仰的人们。</a:t>
            </a:r>
            <a:endParaRPr lang="zh-CN" altLang="en-US" dirty="0"/>
          </a:p>
          <a:p>
            <a:pPr algn="just"/>
            <a:endParaRPr lang="en-AU" dirty="0"/>
          </a:p>
        </p:txBody>
      </p:sp>
      <p:sp>
        <p:nvSpPr>
          <p:cNvPr id="4" name="Content Placeholder 3"/>
          <p:cNvSpPr>
            <a:spLocks noGrp="1"/>
          </p:cNvSpPr>
          <p:nvPr>
            <p:ph sz="half" idx="2"/>
          </p:nvPr>
        </p:nvSpPr>
        <p:spPr/>
        <p:txBody>
          <a:bodyPr>
            <a:normAutofit lnSpcReduction="10000"/>
          </a:bodyPr>
          <a:lstStyle/>
          <a:p>
            <a:pPr marL="0" indent="0" algn="l">
              <a:buNone/>
            </a:pPr>
            <a:r>
              <a:rPr lang="en-GB" dirty="0"/>
              <a:t>together with your servant Leo our Pope and </a:t>
            </a:r>
            <a:r>
              <a:rPr lang="en-AU" altLang="zh-TW" dirty="0"/>
              <a:t>Vincent</a:t>
            </a:r>
            <a:r>
              <a:rPr lang="en-GB" dirty="0"/>
              <a:t> our Bishop, and all those who, holding to the truth, hand on the catholic and apostolic faith.</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上主，求祢垂念祢的仆和所有参礼的人，他们的信德和虔诚，是祢所深知的。</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Remember, Lord, your servants and all gathered here, whose faith and devotion are known to you.</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我们为他们，或他们为自己和亲友，将这赞颂之祭奉献给祢以获得他们自身的得救，和所希望的身心安全；</a:t>
            </a:r>
            <a:endParaRPr lang="zh-CN" altLang="en-US" dirty="0"/>
          </a:p>
          <a:p>
            <a:pPr algn="just"/>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For them, we offer you this sacrifice of praise or they offer it for themselves and all who are dear to them: for the redemption of their souls, in hope of health and well-being,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他们并向永生真实的天主──祢，呈献自己的心愿。我们联合整个教会，首先纪念我们的主耶稣基督天主之母</a:t>
            </a:r>
            <a:endParaRPr lang="en-AU" dirty="0"/>
          </a:p>
        </p:txBody>
      </p:sp>
      <p:sp>
        <p:nvSpPr>
          <p:cNvPr id="4" name="Content Placeholder 3"/>
          <p:cNvSpPr>
            <a:spLocks noGrp="1"/>
          </p:cNvSpPr>
          <p:nvPr>
            <p:ph sz="half" idx="2"/>
          </p:nvPr>
        </p:nvSpPr>
        <p:spPr/>
        <p:txBody>
          <a:bodyPr/>
          <a:lstStyle/>
          <a:p>
            <a:pPr marL="0" indent="0" algn="l">
              <a:buNone/>
            </a:pPr>
            <a:r>
              <a:rPr lang="en-GB" dirty="0"/>
              <a:t>and paying their homage to you, the eternal God, living and true. In communion with those whose memory we venerate, especially the glorious ever-Virgin Mary,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──终身童贞荣福玛利亚，并纪念圣母的淨配圣若瑟，及祢的圣宗徒和殉道者：伯多禄和保禄、安德肋、</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Mother of our God and Lord, Jesus Christ, and blessed Joseph, her Spouse, your blessed Apostles and Martyrs, Peter and Paul, Andrew,</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Autofit/>
          </a:bodyPr>
          <a:lstStyle/>
          <a:p>
            <a:pPr marL="0" indent="0" algn="just" hangingPunct="0">
              <a:buNone/>
            </a:pPr>
            <a:r>
              <a:rPr lang="zh-CN" altLang="en-US" dirty="0"/>
              <a:t>（雅各伯、若望、多默、雅各伯、斐理伯、巴尔多禄茂、玛窦、西满和达陡；</a:t>
            </a:r>
            <a:endParaRPr lang="en-AU" dirty="0"/>
          </a:p>
        </p:txBody>
      </p:sp>
      <p:sp>
        <p:nvSpPr>
          <p:cNvPr id="4" name="Content Placeholder 3"/>
          <p:cNvSpPr>
            <a:spLocks noGrp="1"/>
          </p:cNvSpPr>
          <p:nvPr>
            <p:ph sz="half" idx="2"/>
          </p:nvPr>
        </p:nvSpPr>
        <p:spPr/>
        <p:txBody>
          <a:bodyPr>
            <a:normAutofit/>
          </a:bodyPr>
          <a:lstStyle/>
          <a:p>
            <a:pPr marL="0" indent="0" algn="l">
              <a:buNone/>
            </a:pPr>
            <a:r>
              <a:rPr lang="en-AU" dirty="0"/>
              <a:t>(James, John, Thomas, James, Philip, Bartholomew, Matthew, Simon and Jude;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理诺、格来多、格肋孟、西斯笃、高尔乃略、西彼廉、老楞佐、克利叟、若望和保禄、葛斯默和达弥盎</a:t>
            </a:r>
            <a:r>
              <a:rPr lang="en-US" altLang="zh-CN" dirty="0"/>
              <a:t>)</a:t>
            </a:r>
            <a:r>
              <a:rPr lang="zh-CN" altLang="en-US" dirty="0"/>
              <a:t>，</a:t>
            </a:r>
            <a:endParaRPr lang="en-AU" dirty="0"/>
          </a:p>
        </p:txBody>
      </p:sp>
      <p:sp>
        <p:nvSpPr>
          <p:cNvPr id="4" name="Content Placeholder 3"/>
          <p:cNvSpPr>
            <a:spLocks noGrp="1"/>
          </p:cNvSpPr>
          <p:nvPr>
            <p:ph sz="half" idx="2"/>
          </p:nvPr>
        </p:nvSpPr>
        <p:spPr/>
        <p:txBody>
          <a:bodyPr>
            <a:normAutofit/>
          </a:bodyPr>
          <a:lstStyle/>
          <a:p>
            <a:pPr marL="0" indent="0" algn="l">
              <a:buNone/>
            </a:pPr>
            <a:r>
              <a:rPr lang="en-AU" dirty="0"/>
              <a:t>Linus, Cletus, Clement, Sixtus, Cornelius, Cyprian, </a:t>
            </a:r>
            <a:r>
              <a:rPr lang="en-GB" dirty="0"/>
              <a:t>Lawrence, </a:t>
            </a:r>
            <a:r>
              <a:rPr lang="en-GB" dirty="0" err="1"/>
              <a:t>Chrysogonus</a:t>
            </a:r>
            <a:r>
              <a:rPr lang="en-GB" dirty="0"/>
              <a:t>, John and Paul, Cosmas and Damian)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以及所有圣人；求祢看他们的功劳和祈祷，在各种境遇中，护祐我们。</a:t>
            </a:r>
            <a:endParaRPr lang="zh-CN" altLang="en-US" dirty="0"/>
          </a:p>
          <a:p>
            <a:pPr marL="0" indent="0" algn="just" hangingPunct="0">
              <a:buNone/>
            </a:pP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and all your Saints; we ask that through their merits and prayers, in all things we may be defended by your protecting help.</a:t>
            </a: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a:buNone/>
            </a:pPr>
            <a:r>
              <a:rPr lang="zh-CN" altLang="en-US" dirty="0"/>
              <a:t>上主，我们恳求祢悦纳祢的仆人和祢全家所奉献的这些礼品，使我们一生平安度日，脱免永罚，并得列入祢拣选的人群中。</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fontScale="82000"/>
          </a:bodyPr>
          <a:lstStyle/>
          <a:p>
            <a:pPr marL="0" indent="0" algn="l">
              <a:buNone/>
            </a:pPr>
            <a:r>
              <a:rPr lang="en-GB" dirty="0"/>
              <a:t>Therefore, Lord, we pray:</a:t>
            </a:r>
            <a:endParaRPr lang="en-GB" dirty="0"/>
          </a:p>
          <a:p>
            <a:pPr marL="0" indent="0" algn="l">
              <a:buNone/>
            </a:pPr>
            <a:r>
              <a:rPr lang="en-GB" dirty="0"/>
              <a:t>graciously accept this oblation of our service,</a:t>
            </a:r>
            <a:endParaRPr lang="en-GB" dirty="0"/>
          </a:p>
          <a:p>
            <a:pPr marL="0" indent="0" algn="l">
              <a:buNone/>
            </a:pPr>
            <a:r>
              <a:rPr lang="en-GB" dirty="0"/>
              <a:t>that of your whole family; order our days in your peace, and  command that we be delivered from eternal damnation and counted among the flock of those you have chosen.</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天主，我们恳求祢，圣化并接受这些礼品，使成为祢歆飨的完美祭献：就是祢鍾爱之子──我们的主耶稣基督的圣体圣血。</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fontScale="88000"/>
          </a:bodyPr>
          <a:lstStyle/>
          <a:p>
            <a:pPr marL="0" indent="0" algn="l">
              <a:buNone/>
            </a:pPr>
            <a:r>
              <a:rPr lang="en-GB" dirty="0"/>
              <a:t>Be pleased, O God, we pray, to bless, acknowledge, and approve this offering in every respect; make it spiritual and acceptable, so that it may become for us the Body and Blood of your most beloved Son, our Lord Jesus Christ.</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79000" lnSpcReduction="10000"/>
          </a:bodyPr>
          <a:lstStyle/>
          <a:p>
            <a:pPr marL="0" indent="0" algn="just" hangingPunct="0">
              <a:buNone/>
            </a:pPr>
            <a:r>
              <a:rPr lang="zh-CN" altLang="en-US" sz="5200" dirty="0"/>
              <a:t>祂在受难的前夕，把面饼拿在祂神圣而可敬的手中，举目向天，仰望祢──祂的全能天主圣父，感谢赞颂祢，把面饼分开，交给祂的门徒说：</a:t>
            </a:r>
            <a:endParaRPr lang="zh-CN" altLang="en-US" sz="5200" dirty="0"/>
          </a:p>
          <a:p>
            <a:pPr marL="0" indent="0" algn="just" hangingPunct="0">
              <a:buNone/>
            </a:pPr>
            <a:endParaRPr lang="zh-CN" altLang="en-US" dirty="0"/>
          </a:p>
        </p:txBody>
      </p:sp>
      <p:sp>
        <p:nvSpPr>
          <p:cNvPr id="4" name="Content Placeholder 3"/>
          <p:cNvSpPr>
            <a:spLocks noGrp="1"/>
          </p:cNvSpPr>
          <p:nvPr>
            <p:ph sz="half" idx="2"/>
          </p:nvPr>
        </p:nvSpPr>
        <p:spPr/>
        <p:txBody>
          <a:bodyPr>
            <a:normAutofit fontScale="79000" lnSpcReduction="10000"/>
          </a:bodyPr>
          <a:lstStyle/>
          <a:p>
            <a:pPr marL="0" indent="0" algn="l">
              <a:buNone/>
            </a:pPr>
            <a:r>
              <a:rPr lang="en-GB" sz="3000" dirty="0"/>
              <a:t>On the day before he was to suffer, he took bread in his holy and venerable hands, and with eyes raised to heaven to you, O God, his almighty Father, giving you thanks, he said the blessing, broke the bread and gave it to his disciples, saying:</a:t>
            </a:r>
            <a:endParaRPr lang="en-GB" sz="3000"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b="1" dirty="0"/>
              <a:t>你们大家拿去吃：这就是我的身体，将为你们而牺牲</a:t>
            </a:r>
            <a:r>
              <a:rPr lang="zh-CN" altLang="en-US" dirty="0"/>
              <a:t>。</a:t>
            </a:r>
            <a:endParaRPr lang="zh-CN" altLang="en-US" dirty="0"/>
          </a:p>
          <a:p>
            <a:pPr marL="0" indent="0" algn="just" hangingPunct="0">
              <a:buNone/>
            </a:pP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b="1" dirty="0"/>
              <a:t>Take this, all of you, and eat it, for this is my body, which will be given up for you.</a:t>
            </a:r>
            <a:endParaRPr lang="en-GB" b="1"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晚餐后，祂同样把这珍贵的杯，拿在祂神圣而可敬的手中，又感谢赞颂祢，交给祂的门徒说：</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fontScale="92000"/>
          </a:bodyPr>
          <a:lstStyle/>
          <a:p>
            <a:pPr marL="0" indent="0" algn="l">
              <a:buNone/>
            </a:pPr>
            <a:r>
              <a:rPr lang="en-GB" dirty="0"/>
              <a:t>In a similar way, when supper was ended, he took this precious chalice in his holy and venerable hands, and once more giving you thanks, he said the blessing and gave the chalice to his disciples, saying: </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hangingPunct="0">
              <a:buNone/>
            </a:pPr>
            <a:r>
              <a:rPr lang="zh-CN" altLang="en-US" b="1" dirty="0"/>
              <a:t>你们大家拿去喝：这一杯就是我的血，新而永久的盟约之血，将为你们和众人倾流，以赦免罪恶。你们要这样做、来纪念我。</a:t>
            </a:r>
            <a:endParaRPr lang="zh-CN" altLang="en-US" b="1" dirty="0"/>
          </a:p>
          <a:p>
            <a:pPr marL="0" indent="0" algn="just" hangingPunct="0">
              <a:buNone/>
            </a:pPr>
            <a:endParaRPr lang="zh-CN" altLang="en-US" dirty="0"/>
          </a:p>
        </p:txBody>
      </p:sp>
      <p:sp>
        <p:nvSpPr>
          <p:cNvPr id="4" name="Content Placeholder 3"/>
          <p:cNvSpPr>
            <a:spLocks noGrp="1"/>
          </p:cNvSpPr>
          <p:nvPr>
            <p:ph sz="half" idx="2"/>
          </p:nvPr>
        </p:nvSpPr>
        <p:spPr/>
        <p:txBody>
          <a:bodyPr>
            <a:normAutofit fontScale="88000"/>
          </a:bodyPr>
          <a:lstStyle/>
          <a:p>
            <a:pPr marL="0" indent="0" algn="l">
              <a:buNone/>
            </a:pPr>
            <a:r>
              <a:rPr lang="en-GB" b="1" dirty="0"/>
              <a:t>Take this, all of you, and drink from it, for this is the chalice of my blood, the blood of the new eternal covenant, which will be poured out for you and for many for the forgiveness of sins. Do this in memory of me.</a:t>
            </a:r>
            <a:endParaRPr lang="en-GB" b="1"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en-US" altLang="zh-TW" dirty="0"/>
              <a:t>Memorial Acclamation</a:t>
            </a:r>
            <a:r>
              <a:rPr lang="zh-TW" altLang="en-US" dirty="0"/>
              <a:t>　</a:t>
            </a:r>
            <a:r>
              <a:rPr lang="zh-TW" altLang="en-US" dirty="0"/>
              <a:t>祝圣后欢呼</a:t>
            </a:r>
            <a:br>
              <a:rPr lang="zh-TW" altLang="en-US"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信德的奥迹：</a:t>
            </a:r>
            <a:endParaRPr lang="zh-CN" altLang="en-US" dirty="0"/>
          </a:p>
          <a:p>
            <a:pPr marL="0" indent="0" algn="just">
              <a:buNone/>
            </a:pPr>
            <a:endParaRPr lang="zh-CN" altLang="en-US" dirty="0"/>
          </a:p>
          <a:p>
            <a:pPr marL="0" indent="0" algn="just">
              <a:buNone/>
            </a:pPr>
            <a:r>
              <a:rPr lang="zh-CN" altLang="en-US" b="1" dirty="0"/>
              <a:t>基督，我们传报祢的圣死，我们歌颂祢的复活，我们期待祢光荣地来临。</a:t>
            </a:r>
            <a:endParaRPr lang="zh-CN" altLang="en-US" b="1" dirty="0"/>
          </a:p>
          <a:p>
            <a:pPr marL="0" indent="0" algn="just">
              <a:buNone/>
            </a:pP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The mystery of faith.</a:t>
            </a:r>
            <a:endParaRPr lang="en-GB" dirty="0"/>
          </a:p>
          <a:p>
            <a:pPr marL="0" indent="0" algn="l">
              <a:buNone/>
            </a:pPr>
            <a:endParaRPr lang="en-GB" dirty="0"/>
          </a:p>
          <a:p>
            <a:pPr marL="0" indent="0" algn="l">
              <a:buNone/>
            </a:pPr>
            <a:r>
              <a:rPr lang="en-GB" b="1" dirty="0"/>
              <a:t>We proclaim your Death, O Lord, and profess your Resurrection until you come again.</a:t>
            </a:r>
            <a:endParaRPr lang="en-GB" b="1"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82000"/>
          </a:bodyPr>
          <a:lstStyle/>
          <a:p>
            <a:pPr marL="0" indent="0" algn="just" hangingPunct="0">
              <a:buNone/>
            </a:pPr>
            <a:r>
              <a:rPr lang="zh-CN" altLang="en-US" sz="5200" dirty="0"/>
              <a:t>上主，因此我们作祢仆人的，和祢的全体神圣子民，纪念祢的圣子、我主基督神圣的苦难，和祂从死者中的复活，以及祂光荣的升天；</a:t>
            </a:r>
            <a:endParaRPr lang="zh-CN" altLang="en-US" sz="5200" dirty="0"/>
          </a:p>
          <a:p>
            <a:pPr marL="0" indent="0" algn="just" hangingPunct="0">
              <a:buNone/>
            </a:pPr>
            <a:endParaRPr lang="zh-CN" altLang="en-US" dirty="0"/>
          </a:p>
        </p:txBody>
      </p:sp>
      <p:sp>
        <p:nvSpPr>
          <p:cNvPr id="4" name="Content Placeholder 3"/>
          <p:cNvSpPr>
            <a:spLocks noGrp="1"/>
          </p:cNvSpPr>
          <p:nvPr>
            <p:ph sz="half" idx="2"/>
          </p:nvPr>
        </p:nvSpPr>
        <p:spPr/>
        <p:txBody>
          <a:bodyPr>
            <a:normAutofit fontScale="85000"/>
          </a:bodyPr>
          <a:lstStyle/>
          <a:p>
            <a:pPr marL="0" indent="0" algn="l">
              <a:buNone/>
            </a:pPr>
            <a:r>
              <a:rPr lang="en-GB" sz="3000" dirty="0"/>
              <a:t>Therefore, O Lord, as we celebrate the memorial of the blessed Passion, the Resurrection from the dead, and the glorious Ascension into heaven of Christ, your Son, our Lord, we, your servants and your holy people,</a:t>
            </a:r>
            <a:endParaRPr lang="en-GB" sz="3000"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我们从祢所赐的恩物中，把这纯洁、神圣、无玷的牺牲，永恒生命之粮，和救恩之杯，奉献于祢台前。</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fontScale="94000"/>
          </a:bodyPr>
          <a:lstStyle/>
          <a:p>
            <a:pPr marL="0" indent="0" algn="l">
              <a:buNone/>
            </a:pPr>
            <a:r>
              <a:rPr lang="en-GB" dirty="0"/>
              <a:t>offer to your glorious majesty from the gifts that you have given us, this pure victim, this holy victim, this spotless victim, the holy Bread of eternal life and the Chalice of everlasting salvation.</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求祢慈祥的垂视这些祭品，并欣然予以接受，就如祢曾接受了祢的义仆亚伯尔的祭品、我们的信仰之父亚巴郎的祭献，</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fontScale="88000"/>
          </a:bodyPr>
          <a:lstStyle/>
          <a:p>
            <a:pPr marL="0" indent="0" algn="l">
              <a:buNone/>
            </a:pPr>
            <a:r>
              <a:rPr lang="en-GB" dirty="0"/>
              <a:t>Be pleased to look upon these offerings with a serene and kindly countenance, and to accept them, as once you were pleased to accept the gifts of your servant Abel the just, the sacrifice of Abraham, our father in faith,</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和祢的大司祭默基瑟德所奉献给祢的、圣洁的祭品，无玷的牺牲。</a:t>
            </a:r>
            <a:endParaRPr lang="zh-CN" altLang="en-US" dirty="0"/>
          </a:p>
          <a:p>
            <a:pPr marL="0" indent="0" algn="just" hangingPunct="0">
              <a:buNone/>
            </a:pP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and the offering of your high priest Melchizedek, a holy sacrifice, a spotless victim.</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全能的天主，我们垦切求祢命祢的圣天使，将这祭品呈献到祢至高的祭台上，在祢神圣的尊威台前，</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In humble prayer we ask you, almighty God: command that these gifts be borne by the hands of your holy Angel to your altar on high in the sight of your divine majesty, </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使我们凡参与这祭献的，领受了祢圣子的圣体圣血之后，得以充满一切天恩和圣宠。</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so that all of us, who through this  participation at the altar, receive the most holy Body and Blood of your Son, may be filled with every grace and heavenly blessing.</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上主，求祢也垂念我们的祖先和祢的仆婢，他们保持着信德，先我们而去，如今正在安眠休息。</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Remember also, Lord, your servants, who have gone before us with the sign of faith and rest in the sleep of peace.</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上主，我们求祢赏赐他们及所有安息于基督怀中的人，进入永福、光明和安宁的天乡。</a:t>
            </a:r>
            <a:endParaRPr lang="zh-CN" altLang="en-US" dirty="0"/>
          </a:p>
          <a:p>
            <a:pPr marL="0" indent="0" algn="just" hangingPunct="0">
              <a:buNone/>
            </a:pP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Grant them, O Lord, we pray, and all who sleep in Christ, a place of refreshment, light and peace.</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a:buNone/>
            </a:pPr>
            <a:r>
              <a:rPr lang="zh-CN" altLang="en-US" dirty="0"/>
              <a:t>至于祢的仆役、我们罪人，依恃祢无限的仁慈，求祢惠赐我们加入祢的圣宗徒及殉道者的团体：就是若翰、斯德望、玛弟亚、</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fontScale="94000"/>
          </a:bodyPr>
          <a:lstStyle/>
          <a:p>
            <a:pPr marL="0" indent="0" algn="l">
              <a:buNone/>
            </a:pPr>
            <a:r>
              <a:rPr lang="en-GB" dirty="0"/>
              <a:t>To us, also, your servants, who, though sinners, hope in your abundant mercies, graciously grant some share and fellowship with your holy Apostles and Martyrs: with John the Baptist, Stephen, Matthias, </a:t>
            </a:r>
            <a:endParaRPr lang="en-GB" dirty="0"/>
          </a:p>
          <a:p>
            <a:pPr marL="0" indent="0" algn="l">
              <a:buNone/>
            </a:pP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TW" altLang="en-US" dirty="0"/>
              <a:t>巴尔纳伯、 （</a:t>
            </a:r>
            <a:r>
              <a:rPr lang="zh-CN" altLang="en-US" dirty="0"/>
              <a:t>依纳爵、亚历山大、玛策廉、伯多禄、斐理谦、伯尔伯都亚、</a:t>
            </a:r>
            <a:endParaRPr lang="en-AU" dirty="0"/>
          </a:p>
        </p:txBody>
      </p:sp>
      <p:sp>
        <p:nvSpPr>
          <p:cNvPr id="4" name="Content Placeholder 3"/>
          <p:cNvSpPr>
            <a:spLocks noGrp="1"/>
          </p:cNvSpPr>
          <p:nvPr>
            <p:ph sz="half" idx="2"/>
          </p:nvPr>
        </p:nvSpPr>
        <p:spPr/>
        <p:txBody>
          <a:bodyPr>
            <a:normAutofit/>
          </a:bodyPr>
          <a:lstStyle/>
          <a:p>
            <a:pPr marL="0" indent="0" algn="l">
              <a:buNone/>
            </a:pPr>
            <a:r>
              <a:rPr lang="en-AU" dirty="0"/>
              <a:t>Barnabas, (Ignatius, Alexander, Marcellinus, Peter, Felicity, Perpetua,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亚加大、路济亚、依搦斯、则济利亚、亚纳大西亚</a:t>
            </a:r>
            <a:r>
              <a:rPr lang="zh-TW" altLang="en-US" dirty="0"/>
              <a:t>）</a:t>
            </a:r>
            <a:endParaRPr lang="en-AU" dirty="0"/>
          </a:p>
        </p:txBody>
      </p:sp>
      <p:sp>
        <p:nvSpPr>
          <p:cNvPr id="4" name="Content Placeholder 3"/>
          <p:cNvSpPr>
            <a:spLocks noGrp="1"/>
          </p:cNvSpPr>
          <p:nvPr>
            <p:ph sz="half" idx="2"/>
          </p:nvPr>
        </p:nvSpPr>
        <p:spPr/>
        <p:txBody>
          <a:bodyPr>
            <a:normAutofit/>
          </a:bodyPr>
          <a:lstStyle/>
          <a:p>
            <a:pPr marL="0" indent="0" algn="l">
              <a:buNone/>
            </a:pPr>
            <a:r>
              <a:rPr lang="en-AU" dirty="0"/>
              <a:t>Agatha, Lucy, Agnes, Cecilia, Anastasia)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a:buNone/>
            </a:pPr>
            <a:r>
              <a:rPr lang="zh-CN" altLang="en-US" dirty="0"/>
              <a:t>以及祢的诸圣的团体；求祢不要看我们的功过，但按祢的宽仁好施，恩准我们加入诸圣的行列。以上所求，是靠我们的主基督。</a:t>
            </a:r>
            <a:endParaRPr lang="zh-CN" altLang="en-US" dirty="0"/>
          </a:p>
          <a:p>
            <a:pPr marL="0" indent="0" algn="just">
              <a:buNone/>
            </a:pPr>
            <a:endParaRPr lang="zh-CN" altLang="en-US" dirty="0"/>
          </a:p>
        </p:txBody>
      </p:sp>
      <p:sp>
        <p:nvSpPr>
          <p:cNvPr id="4" name="Content Placeholder 3"/>
          <p:cNvSpPr>
            <a:spLocks noGrp="1"/>
          </p:cNvSpPr>
          <p:nvPr>
            <p:ph sz="half" idx="2"/>
          </p:nvPr>
        </p:nvSpPr>
        <p:spPr/>
        <p:txBody>
          <a:bodyPr>
            <a:normAutofit lnSpcReduction="10000"/>
          </a:bodyPr>
          <a:lstStyle/>
          <a:p>
            <a:pPr marL="0" indent="0" algn="l">
              <a:buNone/>
            </a:pPr>
            <a:r>
              <a:rPr lang="en-AU" dirty="0"/>
              <a:t>and all your Saints; </a:t>
            </a:r>
            <a:r>
              <a:rPr lang="en-GB" dirty="0"/>
              <a:t>admit us, we beseech you, into their company, not weighing our merits, but granting us your pardon, through Christ our Lord.</a:t>
            </a:r>
            <a:endParaRPr lang="en-GB" dirty="0"/>
          </a:p>
          <a:p>
            <a:pPr marL="0" indent="0" algn="l">
              <a:buNone/>
            </a:pP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感恩经（一）　</a:t>
            </a:r>
            <a:r>
              <a:rPr lang="en-AU" dirty="0"/>
              <a:t>Eucharistic Prayer I</a:t>
            </a:r>
            <a:br>
              <a:rPr lang="en-AU"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上主，祢藉着祂，不停地创造、圣化、滋生、降福这一切美好之物，而赐给我们。</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Through whom you continue to make all these good things, O Lord; you sanctify them, fill them with life, bless them, and bestow them upon us.</a:t>
            </a:r>
            <a:endParaRPr lang="en-GB" dirty="0"/>
          </a:p>
          <a:p>
            <a:pPr algn="l"/>
            <a:endParaRPr lang="en-AU" dirty="0"/>
          </a:p>
        </p:txBody>
      </p:sp>
      <p:sp>
        <p:nvSpPr>
          <p:cNvPr id="6" name="Arrow: Right 5">
            <a:hlinkClick r:id="" action="ppaction://noaction"/>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颂谢词　</a:t>
            </a:r>
            <a:r>
              <a:rPr lang="en-US" altLang="zh-TW" dirty="0"/>
              <a:t>Preface</a:t>
            </a:r>
            <a:br>
              <a:rPr lang="zh-TW" altLang="en-US"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圣父，我们藉着你钟爱之子、耶稣基督，时时处处感谢你，实在是理所当然的，并能使人得救。</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US" dirty="0"/>
              <a:t>It is truly right and just, our duty and our salvation, always and everywhere to give you thanks, Father most holy, through your beloved Son, </a:t>
            </a:r>
            <a:endParaRPr lang="en-US" dirty="0">
              <a:solidFill>
                <a:schemeClr val="bg1"/>
              </a:solidFill>
            </a:endParaRPr>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颂谢词　</a:t>
            </a:r>
            <a:r>
              <a:rPr lang="en-US" altLang="zh-TW" dirty="0"/>
              <a:t>Preface</a:t>
            </a:r>
            <a:br>
              <a:rPr lang="zh-TW" altLang="en-US"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基督是你的圣言，你藉着他创造了万有，并派遣他救赎了我们，他因圣神降孕，由童贞女诞生。</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Jesus Christ, your Word through whom you made all things, whom you sent as our Saviour and Redeemer, incarnate by the Holy Spirit and born of the Virgin.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颂谢词　</a:t>
            </a:r>
            <a:r>
              <a:rPr lang="en-US" altLang="zh-TW" dirty="0"/>
              <a:t>Preface</a:t>
            </a:r>
            <a:br>
              <a:rPr lang="zh-TW" altLang="en-US"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他奉行你的旨意，为你争取神圣的子民，受难时伸开双手，以战胜死亡，宣示复活。</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Fulfilling your will and gaining for you a holy people, he stretched out his hands as he endured his Passion, so as to break the bonds of death and manifest the resurrection.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颂谢词　</a:t>
            </a:r>
            <a:r>
              <a:rPr lang="en-US" altLang="zh-TW" dirty="0"/>
              <a:t>Preface</a:t>
            </a:r>
            <a:br>
              <a:rPr lang="zh-TW" altLang="en-US"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因此，我们随同天使和诸位圣人，歌颂你的光荣，同声欢呼：</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And so, with the Angels and all the Saints we declare your glory, as with one voice we acclaim:​​​</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endParaRPr lang="en-AU"/>
          </a:p>
        </p:txBody>
      </p:sp>
      <p:sp>
        <p:nvSpPr>
          <p:cNvPr id="15" name="Content Placeholder 14"/>
          <p:cNvSpPr>
            <a:spLocks noGrp="1"/>
          </p:cNvSpPr>
          <p:nvPr>
            <p:ph sz="half" idx="1"/>
          </p:nvPr>
        </p:nvSpPr>
        <p:spPr/>
        <p:txBody>
          <a:bodyPr/>
          <a:lstStyle/>
          <a:p>
            <a:endParaRPr lang="en-AU"/>
          </a:p>
        </p:txBody>
      </p:sp>
      <p:sp>
        <p:nvSpPr>
          <p:cNvPr id="16" name="Content Placeholder 15"/>
          <p:cNvSpPr>
            <a:spLocks noGrp="1"/>
          </p:cNvSpPr>
          <p:nvPr>
            <p:ph sz="half" idx="2"/>
          </p:nvPr>
        </p:nvSpPr>
        <p:spPr/>
        <p:txBody>
          <a:bodyPr/>
          <a:lstStyle/>
          <a:p>
            <a:endParaRPr lang="en-AU"/>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119270" y="1109893"/>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sp>
        <p:nvSpPr>
          <p:cNvPr id="9" name="Rectangle: Rounded Corners 8"/>
          <p:cNvSpPr/>
          <p:nvPr/>
        </p:nvSpPr>
        <p:spPr>
          <a:xfrm>
            <a:off x="5605670" y="1109893"/>
            <a:ext cx="3317614"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just"/>
            <a:r>
              <a:rPr lang="en-US" sz="2800" b="1" spc="-150" dirty="0">
                <a:solidFill>
                  <a:schemeClr val="tx1"/>
                </a:solidFill>
              </a:rPr>
              <a:t>Holy, Holy, Holy Lord God of hosts. Heaven and earth are full of your glory. Hosanna in the highest. Blessed is he who comes in the name of the Lord. Hosanna in the highest.</a:t>
            </a:r>
            <a:endParaRPr lang="en-US" sz="2800" b="1" spc="-150" dirty="0">
              <a:solidFill>
                <a:schemeClr val="tx1"/>
              </a:solidFill>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圣、圣、圣　</a:t>
            </a:r>
            <a:r>
              <a:rPr lang="en-US" altLang="zh-TW" sz="3600" b="1">
                <a:solidFill>
                  <a:schemeClr val="bg1"/>
                </a:solidFill>
              </a:rPr>
              <a:t>Sanctus</a:t>
            </a:r>
            <a:endParaRPr lang="zh-TW" altLang="en-US" sz="3600" b="1">
              <a:solidFill>
                <a:schemeClr val="bg1"/>
              </a:solidFill>
            </a:endParaRPr>
          </a:p>
        </p:txBody>
      </p:sp>
      <p:sp>
        <p:nvSpPr>
          <p:cNvPr id="2" name="Rectangle: Rounded Corners 1"/>
          <p:cNvSpPr/>
          <p:nvPr/>
        </p:nvSpPr>
        <p:spPr>
          <a:xfrm>
            <a:off x="111268" y="1081856"/>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grpSp>
        <p:nvGrpSpPr>
          <p:cNvPr id="4" name="Group 3"/>
          <p:cNvGrpSpPr/>
          <p:nvPr/>
        </p:nvGrpSpPr>
        <p:grpSpPr>
          <a:xfrm>
            <a:off x="7433919" y="5904362"/>
            <a:ext cx="1301539" cy="599878"/>
            <a:chOff x="7433919" y="5004791"/>
            <a:chExt cx="1301539" cy="599878"/>
          </a:xfrm>
          <a:solidFill>
            <a:srgbClr val="55725D"/>
          </a:solidFill>
        </p:grpSpPr>
        <p:sp>
          <p:nvSpPr>
            <p:cNvPr id="5" name="Rectangle: Rounded Corners 4"/>
            <p:cNvSpPr/>
            <p:nvPr/>
          </p:nvSpPr>
          <p:spPr>
            <a:xfrm>
              <a:off x="7433919" y="5004791"/>
              <a:ext cx="1301539" cy="599878"/>
            </a:xfrm>
            <a:prstGeom prst="roundRect">
              <a:avLst/>
            </a:prstGeom>
            <a:grp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下跪</a:t>
              </a:r>
              <a:endParaRPr lang="en-US" sz="2400" b="1" dirty="0"/>
            </a:p>
          </p:txBody>
        </p:sp>
        <p:pic>
          <p:nvPicPr>
            <p:cNvPr id="6" name="Picture 5" descr="A black silhouette of a person kneeling on his knees&#10;&#10;AI-generated content may be incorrect."/>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524425" y="5092302"/>
              <a:ext cx="463437" cy="424855"/>
            </a:xfrm>
            <a:prstGeom prst="rect">
              <a:avLst/>
            </a:prstGeom>
            <a:grpFill/>
            <a:ln>
              <a:solidFill>
                <a:srgbClr val="55725D"/>
              </a:solid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上主，祢实在是神圣的，祢是一切圣德的根源。</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You are indeed Holy, O Lord, the fount of all holiness.</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因此我们来到祢台前，与普世教会共同庆祝本週的第一天</a:t>
            </a:r>
            <a:r>
              <a:rPr lang="en-US" altLang="zh-CN" dirty="0"/>
              <a:t>——</a:t>
            </a:r>
            <a:r>
              <a:rPr lang="zh-CN" altLang="en-US" dirty="0"/>
              <a:t>基督从死者中复活的日子，祢已高举祂，使祂坐在祢的右边。</a:t>
            </a:r>
            <a:endParaRPr lang="zh-CN" altLang="en-US" dirty="0"/>
          </a:p>
          <a:p>
            <a:pPr algn="just"/>
            <a:endParaRPr lang="en-AU" dirty="0"/>
          </a:p>
        </p:txBody>
      </p:sp>
      <p:sp>
        <p:nvSpPr>
          <p:cNvPr id="4" name="Content Placeholder 3"/>
          <p:cNvSpPr>
            <a:spLocks noGrp="1"/>
          </p:cNvSpPr>
          <p:nvPr>
            <p:ph sz="half" idx="2"/>
          </p:nvPr>
        </p:nvSpPr>
        <p:spPr/>
        <p:txBody>
          <a:bodyPr>
            <a:normAutofit lnSpcReduction="10000"/>
          </a:bodyPr>
          <a:lstStyle/>
          <a:p>
            <a:pPr marL="0" indent="0" algn="l">
              <a:buNone/>
            </a:pPr>
            <a:r>
              <a:rPr lang="en-GB" dirty="0"/>
              <a:t>Make holy, therefore, these gifts, we pray, by sending down your Spirit upon them like the dewfall,</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我们靠祂的名恳求祢，派遣圣神圣化这些礼品，使成为我们的主耶稣基督的圣体圣血。</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so that they may become for us the Body and  Blood of our Lord Jesus Christ.</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rmAutofit fontScale="91000"/>
          </a:bodyPr>
          <a:lstStyle/>
          <a:p>
            <a:pPr marL="0" indent="0" algn="just" hangingPunct="0">
              <a:buNone/>
            </a:pPr>
            <a:r>
              <a:rPr lang="zh-CN" altLang="en-US" dirty="0"/>
              <a:t>祂甘愿舍身受难时，拿起面饼，感谢了，分开，交给祂的门徒说：</a:t>
            </a:r>
            <a:endParaRPr lang="zh-CN" altLang="en-US" dirty="0"/>
          </a:p>
          <a:p>
            <a:pPr marL="0" indent="0" algn="just" hangingPunct="0">
              <a:buNone/>
            </a:pPr>
            <a:r>
              <a:rPr lang="zh-CN" altLang="en-US" b="1" dirty="0"/>
              <a:t>你们大家拿去吃：这就是我的身体，将为你们而牺牲。</a:t>
            </a:r>
            <a:endParaRPr lang="zh-CN" altLang="en-US" b="1" dirty="0"/>
          </a:p>
          <a:p>
            <a:pPr algn="just"/>
            <a:endParaRPr lang="en-AU" dirty="0"/>
          </a:p>
        </p:txBody>
      </p:sp>
      <p:sp>
        <p:nvSpPr>
          <p:cNvPr id="4" name="Content Placeholder 3"/>
          <p:cNvSpPr>
            <a:spLocks noGrp="1"/>
          </p:cNvSpPr>
          <p:nvPr>
            <p:ph sz="half" idx="2"/>
          </p:nvPr>
        </p:nvSpPr>
        <p:spPr/>
        <p:txBody>
          <a:bodyPr>
            <a:normAutofit fontScale="82000"/>
          </a:bodyPr>
          <a:lstStyle/>
          <a:p>
            <a:pPr marL="0" indent="0" algn="l">
              <a:buNone/>
            </a:pPr>
            <a:r>
              <a:rPr lang="en-GB" dirty="0"/>
              <a:t>At the time he was betrayed and entered willingly into his Passion, he took bread and, giving thanks, broke it, and gave it to his disciples, saying: </a:t>
            </a:r>
            <a:endParaRPr lang="en-GB" dirty="0"/>
          </a:p>
          <a:p>
            <a:pPr algn="l"/>
            <a:endParaRPr lang="en-GB" dirty="0"/>
          </a:p>
          <a:p>
            <a:pPr marL="0" indent="0" algn="l">
              <a:buNone/>
            </a:pPr>
            <a:r>
              <a:rPr lang="en-GB" b="1" dirty="0"/>
              <a:t>Take this, all of you, and eat of it, for this is my body, which will be given up for you. </a:t>
            </a: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晚餐后，祂同样拿起杯来，又感谢了，交给祂的门徒说：</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In a similar way, when supper was ended, he took the chalice and, once more giving thanks, he gave it to his disciples, saying:</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hangingPunct="0">
              <a:buNone/>
            </a:pPr>
            <a:r>
              <a:rPr lang="zh-CN" altLang="en-US" b="1" dirty="0"/>
              <a:t>你们大家拿去喝：这一杯就是我的血，新而永久的盟约之血，将为你们和众人倾流，以赦免罪恶。你们要这样做、来纪念我。</a:t>
            </a:r>
            <a:endParaRPr lang="zh-CN" altLang="en-US" b="1" dirty="0"/>
          </a:p>
          <a:p>
            <a:pPr algn="just"/>
            <a:endParaRPr lang="en-AU" dirty="0"/>
          </a:p>
        </p:txBody>
      </p:sp>
      <p:sp>
        <p:nvSpPr>
          <p:cNvPr id="4" name="Content Placeholder 3"/>
          <p:cNvSpPr>
            <a:spLocks noGrp="1"/>
          </p:cNvSpPr>
          <p:nvPr>
            <p:ph sz="half" idx="2"/>
          </p:nvPr>
        </p:nvSpPr>
        <p:spPr/>
        <p:txBody>
          <a:bodyPr>
            <a:normAutofit fontScale="88000"/>
          </a:bodyPr>
          <a:lstStyle/>
          <a:p>
            <a:pPr marL="0" indent="0" algn="l" hangingPunct="0">
              <a:buNone/>
            </a:pPr>
            <a:r>
              <a:rPr lang="en-GB" b="1" dirty="0"/>
              <a:t>Take this, all of you, and drink from it, for this is the chalice of my blood, the blood of the new and eternal covenant, which will be poured out for you and for many for the forgiveness of sins. Do this in memory of me. </a:t>
            </a: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en-AU" altLang="zh-TW" dirty="0"/>
              <a:t>Memorial Acclamation</a:t>
            </a:r>
            <a:r>
              <a:rPr lang="zh-TW" altLang="en-AU" dirty="0"/>
              <a:t>　</a:t>
            </a:r>
            <a:r>
              <a:rPr lang="zh-TW" altLang="en-US" dirty="0"/>
              <a:t>祝圣后欢呼</a:t>
            </a:r>
            <a:br>
              <a:rPr lang="zh-TW" altLang="en-US"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信德的奥迹：</a:t>
            </a:r>
            <a:endParaRPr lang="zh-CN" altLang="en-US" dirty="0"/>
          </a:p>
          <a:p>
            <a:pPr algn="just"/>
            <a:endParaRPr lang="zh-CN" altLang="en-US" dirty="0"/>
          </a:p>
          <a:p>
            <a:pPr marL="0" indent="0" algn="just">
              <a:buNone/>
            </a:pPr>
            <a:r>
              <a:rPr lang="zh-CN" altLang="en-US" b="1" dirty="0"/>
              <a:t>基督，我们传报祢的圣死，我们歌颂祢的复活，我们期待祢光荣地来临。</a:t>
            </a:r>
            <a:endParaRPr lang="zh-CN" altLang="en-US" b="1"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The mystery of faith.</a:t>
            </a:r>
            <a:endParaRPr lang="en-GB" dirty="0"/>
          </a:p>
          <a:p>
            <a:pPr algn="l"/>
            <a:endParaRPr lang="en-GB" dirty="0"/>
          </a:p>
          <a:p>
            <a:pPr algn="l"/>
            <a:endParaRPr lang="en-GB" dirty="0"/>
          </a:p>
          <a:p>
            <a:pPr marL="0" indent="0" algn="l">
              <a:buNone/>
            </a:pPr>
            <a:r>
              <a:rPr lang="en-GB" b="1" dirty="0"/>
              <a:t>We proclaim your Death, O Lord, and profess your Resurrection until you come again.</a:t>
            </a: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上主，因此我们纪念基督的圣死与复活，向祢奉献生命之粮、救恩之杯，感谢祢使我们得在祢台前，侍奉祢。</a:t>
            </a:r>
            <a:endParaRPr lang="zh-CN" altLang="en-US" dirty="0"/>
          </a:p>
          <a:p>
            <a:pPr algn="just"/>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GB" dirty="0"/>
              <a:t>Therefore, as we celebrate the memorial of his Death and Resurrection, we offer you, Lord, the Bread of life and the Chalice of salvation, giving thanks that you have held us worthy to be in your presence and minister to you.</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我们恳求祢，使我们分享基督的圣体圣血，并因圣神合而为一。</a:t>
            </a:r>
            <a:endParaRPr lang="zh-CN" altLang="en-US" dirty="0"/>
          </a:p>
          <a:p>
            <a:pPr algn="just"/>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Humbly we pray that, partaking of the Body and Blood of Christ, we may be gathered into one by the Holy Spirit.</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Autofit/>
          </a:bodyPr>
          <a:lstStyle/>
          <a:p>
            <a:pPr marL="0" indent="0" algn="just">
              <a:buNone/>
            </a:pPr>
            <a:r>
              <a:rPr lang="zh-CN" altLang="en-US" dirty="0"/>
              <a:t>上主，求祢垂念普世的教会，使祢的子民偕同我们的教宗良十四世、我们的主教阮文龙与所有主教，</a:t>
            </a:r>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Remember, Lord, your Church, spread throughout the world, and bring her to the fullness of charity,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以及圣职人员、都在爱德中日趋完善。</a:t>
            </a:r>
            <a:endParaRPr lang="zh-CN" altLang="en-US" dirty="0"/>
          </a:p>
          <a:p>
            <a:pPr algn="just"/>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together with Leo our Pope and </a:t>
            </a:r>
            <a:r>
              <a:rPr lang="en-AU" altLang="zh-TW" dirty="0"/>
              <a:t>Vincent</a:t>
            </a:r>
            <a:r>
              <a:rPr lang="en-GB" dirty="0"/>
              <a:t> our Bishop and all the clergy.</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求祢也垂念怀着复活的希望而安息的兄弟姊妹；并求祢垂念我们的祖先和所有去世的人，使他们享见祢光辉的圣容。</a:t>
            </a:r>
            <a:endParaRPr lang="zh-CN" altLang="en-US" dirty="0"/>
          </a:p>
          <a:p>
            <a:pPr algn="just"/>
            <a:endParaRPr lang="en-AU" dirty="0"/>
          </a:p>
        </p:txBody>
      </p:sp>
      <p:sp>
        <p:nvSpPr>
          <p:cNvPr id="4" name="Content Placeholder 3"/>
          <p:cNvSpPr>
            <a:spLocks noGrp="1"/>
          </p:cNvSpPr>
          <p:nvPr>
            <p:ph sz="half" idx="2"/>
          </p:nvPr>
        </p:nvSpPr>
        <p:spPr/>
        <p:txBody>
          <a:bodyPr>
            <a:normAutofit lnSpcReduction="10000"/>
          </a:bodyPr>
          <a:lstStyle/>
          <a:p>
            <a:pPr marL="0" indent="0" algn="l">
              <a:buNone/>
            </a:pPr>
            <a:r>
              <a:rPr lang="en-GB" dirty="0"/>
              <a:t>Remember also our brothers and sisters who have fallen asleep in the hope of the resurrection, and all who have died in your mercy: welcome them into the light of your face.</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Autofit/>
          </a:bodyPr>
          <a:lstStyle/>
          <a:p>
            <a:pPr marL="0" indent="0" algn="just">
              <a:buNone/>
            </a:pPr>
            <a:r>
              <a:rPr lang="zh-CN" altLang="en-US" dirty="0"/>
              <a:t>求祢垂念我们众人，使我们得与天主之母童贞荣福玛利亚、圣母的净配圣若瑟、诸圣宗徒，</a:t>
            </a:r>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Have mercy on us all, we pray, that with the Blessed Virgin Mary, Mother of God, with blessed Joseph, her Spouse, with the blessed Apostles,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感恩经（二）　</a:t>
            </a:r>
            <a:r>
              <a:rPr lang="en-AU" dirty="0"/>
              <a:t>Eucharistic Prayer II</a:t>
            </a:r>
            <a:br>
              <a:rPr lang="en-AU" dirty="0"/>
            </a:br>
            <a:endParaRPr lang="en-AU" dirty="0"/>
          </a:p>
        </p:txBody>
      </p:sp>
      <p:sp>
        <p:nvSpPr>
          <p:cNvPr id="3" name="Content Placeholder 2"/>
          <p:cNvSpPr>
            <a:spLocks noGrp="1"/>
          </p:cNvSpPr>
          <p:nvPr>
            <p:ph sz="half" idx="1"/>
          </p:nvPr>
        </p:nvSpPr>
        <p:spPr/>
        <p:txBody>
          <a:bodyPr>
            <a:noAutofit/>
          </a:bodyPr>
          <a:lstStyle/>
          <a:p>
            <a:pPr marL="0" indent="0" algn="just" hangingPunct="0">
              <a:buNone/>
            </a:pPr>
            <a:r>
              <a:rPr lang="zh-CN" altLang="en-US" spc="-300" dirty="0"/>
              <a:t>以及祢所喜爱的历代圣人、圣女、共享永生；并使我们藉着祢的圣子耶稣基督赞美祢、显扬祢。</a:t>
            </a:r>
            <a:endParaRPr lang="zh-CN" altLang="en-US" spc="-300" dirty="0"/>
          </a:p>
          <a:p>
            <a:pPr algn="just" hangingPunct="0"/>
            <a:endParaRPr lang="en-AU" spc="-300" dirty="0"/>
          </a:p>
        </p:txBody>
      </p:sp>
      <p:sp>
        <p:nvSpPr>
          <p:cNvPr id="4" name="Content Placeholder 3"/>
          <p:cNvSpPr>
            <a:spLocks noGrp="1"/>
          </p:cNvSpPr>
          <p:nvPr>
            <p:ph sz="half" idx="2"/>
          </p:nvPr>
        </p:nvSpPr>
        <p:spPr/>
        <p:txBody>
          <a:bodyPr>
            <a:normAutofit/>
          </a:bodyPr>
          <a:lstStyle/>
          <a:p>
            <a:pPr marL="0" indent="0" algn="l">
              <a:buNone/>
            </a:pPr>
            <a:r>
              <a:rPr lang="en-GB" dirty="0"/>
              <a:t>and all the Saints who have pleased you throughout the ages, we may merit to be coheirs to eternal life, and may praise and glorify you through your Son, Jesus Christ.</a:t>
            </a:r>
            <a:endParaRPr lang="en-GB" dirty="0"/>
          </a:p>
          <a:p>
            <a:pPr algn="l"/>
            <a:endParaRPr lang="en-AU" dirty="0"/>
          </a:p>
        </p:txBody>
      </p:sp>
      <p:sp>
        <p:nvSpPr>
          <p:cNvPr id="6" name="Arrow: Right 5">
            <a:hlinkClick r:id="" action="ppaction://noaction"/>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上主，祢实在是神圣的，祢所创造的万物、理当赞美祢：因为祢藉着祢的圣子、我们的主耶稣基督，</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You are indeed Holy, O Lord, and all you have created rightly gives you praise, for through your Son our Lord Jesus Christ,</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以圣神的德能，养育圣化万物，又不断为祢召集子民，好能时时处处，向祢呈上纯洁的祭献。</a:t>
            </a:r>
            <a:endParaRPr lang="zh-CN" altLang="en-US" dirty="0"/>
          </a:p>
          <a:p>
            <a:pPr algn="just"/>
            <a:endParaRPr lang="en-AU" dirty="0"/>
          </a:p>
        </p:txBody>
      </p:sp>
      <p:sp>
        <p:nvSpPr>
          <p:cNvPr id="4" name="Content Placeholder 3"/>
          <p:cNvSpPr>
            <a:spLocks noGrp="1"/>
          </p:cNvSpPr>
          <p:nvPr>
            <p:ph sz="half" idx="2"/>
          </p:nvPr>
        </p:nvSpPr>
        <p:spPr/>
        <p:txBody>
          <a:bodyPr>
            <a:normAutofit fontScale="85000"/>
          </a:bodyPr>
          <a:lstStyle/>
          <a:p>
            <a:pPr marL="0" indent="0" algn="l">
              <a:buNone/>
            </a:pPr>
            <a:r>
              <a:rPr lang="en-GB" dirty="0"/>
              <a:t>by the power and working of the Holy Spirit, you give life to all things and make them holy, and you never cease to gather a people to yourself, so that from the rising of the sun to its setting a pure sacrifice may be offered to your name.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上主，所以我们恳求祢，藉着圣神，圣化我们献给祢的这些礼品，使成为祢的圣子、我们的主耶稣基督的圣体 圣血，</a:t>
            </a:r>
            <a:endParaRPr lang="en-AU" dirty="0"/>
          </a:p>
        </p:txBody>
      </p:sp>
      <p:sp>
        <p:nvSpPr>
          <p:cNvPr id="4" name="Content Placeholder 3"/>
          <p:cNvSpPr>
            <a:spLocks noGrp="1"/>
          </p:cNvSpPr>
          <p:nvPr>
            <p:ph sz="half" idx="2"/>
          </p:nvPr>
        </p:nvSpPr>
        <p:spPr/>
        <p:txBody>
          <a:bodyPr>
            <a:normAutofit fontScale="91000"/>
          </a:bodyPr>
          <a:lstStyle/>
          <a:p>
            <a:pPr marL="0" indent="0" algn="l">
              <a:buNone/>
            </a:pPr>
            <a:r>
              <a:rPr lang="en-GB" dirty="0"/>
              <a:t>Therefore, O Lord, we humbly implore you: by the same Spirit graciously make holy these gifts we have brought to you for consecration, that they may become the Body and Blood of your Son our Lord Jesus Christ,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我们遵照祂的命令，举行这项奥迹。祂在被出卖的那个晚上，拿起面饼，感谢赞颂祢，把面饼分开，交给祂的门徒说：</a:t>
            </a:r>
            <a:endParaRPr lang="zh-CN" altLang="en-US" dirty="0"/>
          </a:p>
          <a:p>
            <a:pPr marL="0" indent="0" algn="just">
              <a:buNone/>
            </a:pPr>
            <a:endParaRPr lang="en-AU" dirty="0"/>
          </a:p>
        </p:txBody>
      </p:sp>
      <p:sp>
        <p:nvSpPr>
          <p:cNvPr id="4" name="Content Placeholder 3"/>
          <p:cNvSpPr>
            <a:spLocks noGrp="1"/>
          </p:cNvSpPr>
          <p:nvPr>
            <p:ph sz="half" idx="2"/>
          </p:nvPr>
        </p:nvSpPr>
        <p:spPr/>
        <p:txBody>
          <a:bodyPr>
            <a:normAutofit fontScale="92000"/>
          </a:bodyPr>
          <a:lstStyle/>
          <a:p>
            <a:pPr marL="0" indent="0" algn="l">
              <a:buNone/>
            </a:pPr>
            <a:r>
              <a:rPr lang="en-GB" dirty="0"/>
              <a:t>at whose command we celebrate these mysteries. For on the night he was betrayed, he himself took bread, and, giving you thanks, he said the blessing, broke the bread and gave it to his disciples, saying:</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b="1" dirty="0"/>
              <a:t>你们大家拿去吃：这就是我的身体，将为你们而牺牲</a:t>
            </a:r>
            <a:r>
              <a:rPr lang="zh-CN" altLang="en-US" dirty="0"/>
              <a:t>。</a:t>
            </a:r>
            <a:endParaRPr lang="zh-CN" altLang="en-US" dirty="0"/>
          </a:p>
          <a:p>
            <a:pPr marL="0" indent="0" algn="just">
              <a:buNone/>
            </a:pPr>
            <a:endParaRPr lang="en-AU" dirty="0"/>
          </a:p>
        </p:txBody>
      </p:sp>
      <p:sp>
        <p:nvSpPr>
          <p:cNvPr id="4" name="Content Placeholder 3"/>
          <p:cNvSpPr>
            <a:spLocks noGrp="1"/>
          </p:cNvSpPr>
          <p:nvPr>
            <p:ph sz="half" idx="2"/>
          </p:nvPr>
        </p:nvSpPr>
        <p:spPr/>
        <p:txBody>
          <a:bodyPr>
            <a:normAutofit/>
          </a:bodyPr>
          <a:lstStyle/>
          <a:p>
            <a:pPr marL="0" indent="0" algn="l" hangingPunct="0">
              <a:buNone/>
            </a:pPr>
            <a:r>
              <a:rPr lang="en-GB" b="1" dirty="0"/>
              <a:t>Take this, all of you, and eat of it, for this is my body, which will be given up for you.</a:t>
            </a: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晚餐后，祂同样拿起杯来，感谢赞颂祢，交给祂的门徒说：</a:t>
            </a:r>
            <a:endParaRPr lang="zh-CN" altLang="en-US" dirty="0"/>
          </a:p>
          <a:p>
            <a:pPr marL="0" indent="0" algn="just">
              <a:buNone/>
            </a:pPr>
            <a:endParaRPr lang="en-AU" dirty="0"/>
          </a:p>
        </p:txBody>
      </p:sp>
      <p:sp>
        <p:nvSpPr>
          <p:cNvPr id="4" name="Content Placeholder 3"/>
          <p:cNvSpPr>
            <a:spLocks noGrp="1"/>
          </p:cNvSpPr>
          <p:nvPr>
            <p:ph sz="half" idx="2"/>
          </p:nvPr>
        </p:nvSpPr>
        <p:spPr/>
        <p:txBody>
          <a:bodyPr>
            <a:normAutofit/>
          </a:bodyPr>
          <a:lstStyle/>
          <a:p>
            <a:pPr marL="0" indent="0" algn="l" hangingPunct="0">
              <a:buNone/>
            </a:pPr>
            <a:r>
              <a:rPr lang="en-GB" dirty="0"/>
              <a:t>In a similar way, when supper was ended, he took the chalice, and, giving you thanks, he said the blessing, and gave the chalice to his disciples, saying:</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hangingPunct="0">
              <a:buNone/>
            </a:pPr>
            <a:r>
              <a:rPr lang="zh-CN" altLang="en-US" b="1" dirty="0"/>
              <a:t>你们大家拿去喝：这一杯就是我的血，新而永久的盟约之血，将为你们和众人倾流，以赦免罪恶。你们要这样做、来纪念我。</a:t>
            </a:r>
            <a:endParaRPr lang="zh-CN" altLang="en-US" b="1" dirty="0"/>
          </a:p>
          <a:p>
            <a:pPr marL="0" indent="0" algn="just">
              <a:buNone/>
            </a:pPr>
            <a:endParaRPr lang="en-AU" dirty="0"/>
          </a:p>
        </p:txBody>
      </p:sp>
      <p:sp>
        <p:nvSpPr>
          <p:cNvPr id="4" name="Content Placeholder 3"/>
          <p:cNvSpPr>
            <a:spLocks noGrp="1"/>
          </p:cNvSpPr>
          <p:nvPr>
            <p:ph sz="half" idx="2"/>
          </p:nvPr>
        </p:nvSpPr>
        <p:spPr/>
        <p:txBody>
          <a:bodyPr>
            <a:normAutofit fontScale="88000"/>
          </a:bodyPr>
          <a:lstStyle/>
          <a:p>
            <a:pPr marL="0" indent="0" algn="l" hangingPunct="0">
              <a:buNone/>
            </a:pPr>
            <a:r>
              <a:rPr lang="en-GB" b="1" dirty="0"/>
              <a:t>Take this, all of you, and drink from it, for this is the chalice of my blood, the blood of the new and eternal covenant, which will be poured out for you, and for many for the forgiveness of sins. Do this in memory of me. </a:t>
            </a:r>
            <a:endParaRPr lang="en-AU"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dirty="0"/>
            </a:br>
            <a:r>
              <a:rPr lang="en-AU" dirty="0"/>
              <a:t>Memorial Acclamation　</a:t>
            </a:r>
            <a:r>
              <a:rPr lang="zh-TW" altLang="en-US" dirty="0"/>
              <a:t>祝圣后欢呼</a:t>
            </a:r>
            <a:br>
              <a:rPr lang="zh-TW" altLang="en-US"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信德的奥迹：</a:t>
            </a:r>
            <a:endParaRPr lang="zh-CN" altLang="en-US" dirty="0"/>
          </a:p>
          <a:p>
            <a:pPr algn="just"/>
            <a:endParaRPr lang="zh-CN" altLang="en-US" dirty="0"/>
          </a:p>
          <a:p>
            <a:pPr marL="0" indent="0" algn="just">
              <a:buNone/>
            </a:pPr>
            <a:r>
              <a:rPr lang="zh-CN" altLang="en-US" b="1" dirty="0"/>
              <a:t>基督，我们传报祢的圣死，我们歌颂祢的复活，我们期待祢光荣地来临。</a:t>
            </a:r>
            <a:endParaRPr lang="zh-CN" altLang="en-US" b="1"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The mystery of faith.</a:t>
            </a:r>
            <a:endParaRPr lang="en-GB" dirty="0"/>
          </a:p>
          <a:p>
            <a:pPr algn="l"/>
            <a:endParaRPr lang="en-GB" dirty="0"/>
          </a:p>
          <a:p>
            <a:pPr algn="l"/>
            <a:endParaRPr lang="en-GB" dirty="0"/>
          </a:p>
          <a:p>
            <a:pPr marL="0" indent="0" algn="l">
              <a:buNone/>
            </a:pPr>
            <a:r>
              <a:rPr lang="en-GB" b="1" dirty="0"/>
              <a:t>We proclaim your Death, O Lord, and profess your Resurrection until you come again.</a:t>
            </a: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感恩经（三）　</a:t>
            </a:r>
            <a:r>
              <a:rPr lang="en-AU" dirty="0"/>
              <a:t>Eucharistic Prayer III</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上主，因此我们纪念祢的圣子为救世人所受的苦难，和祂光荣的复活、升天，并期待祂再度来临，</a:t>
            </a:r>
            <a:endParaRPr lang="en-US" b="1" dirty="0"/>
          </a:p>
          <a:p>
            <a:pPr marL="0" indent="0" algn="just">
              <a:buNone/>
            </a:pPr>
            <a:endParaRPr lang="en-AU" dirty="0"/>
          </a:p>
        </p:txBody>
      </p:sp>
      <p:sp>
        <p:nvSpPr>
          <p:cNvPr id="4" name="Content Placeholder 3"/>
          <p:cNvSpPr>
            <a:spLocks noGrp="1"/>
          </p:cNvSpPr>
          <p:nvPr>
            <p:ph sz="half" idx="2"/>
          </p:nvPr>
        </p:nvSpPr>
        <p:spPr/>
        <p:txBody>
          <a:bodyPr>
            <a:normAutofit/>
          </a:bodyPr>
          <a:lstStyle/>
          <a:p>
            <a:pPr marL="0" indent="0" algn="l" hangingPunct="0">
              <a:buNone/>
            </a:pPr>
            <a:r>
              <a:rPr lang="en-GB" dirty="0"/>
              <a:t>Therefore, O Lord, as we celebrate the memorial of the saving Passion of your Son, his wondrous Resurrection and Ascension into heaven, and as we look forward to his second coming, </a:t>
            </a: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以感恩的心情，献上这具有生命的圣祭。请垂顾祢教会的奉献，并接受这赎罪的牺牲，</a:t>
            </a:r>
            <a:endParaRPr lang="zh-CN" altLang="en-US" dirty="0"/>
          </a:p>
          <a:p>
            <a:pPr marL="0" indent="0" algn="just" hangingPunct="0">
              <a:buNone/>
            </a:pPr>
            <a:endParaRPr lang="en-AU" dirty="0"/>
          </a:p>
        </p:txBody>
      </p:sp>
      <p:sp>
        <p:nvSpPr>
          <p:cNvPr id="4" name="Content Placeholder 3"/>
          <p:cNvSpPr>
            <a:spLocks noGrp="1"/>
          </p:cNvSpPr>
          <p:nvPr>
            <p:ph sz="half" idx="2"/>
          </p:nvPr>
        </p:nvSpPr>
        <p:spPr/>
        <p:txBody>
          <a:bodyPr>
            <a:normAutofit fontScale="92000"/>
          </a:bodyPr>
          <a:lstStyle/>
          <a:p>
            <a:pPr marL="0" indent="0" algn="l">
              <a:buNone/>
            </a:pPr>
            <a:r>
              <a:rPr lang="en-GB" dirty="0"/>
              <a:t>we offer you in thanksgiving this holy and living sacrifice. Look, we pray, upon the oblation of your Church and, recognizing the sacrificial Victim by whose death you willed to reconcile us to yourself,</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lstStyle/>
          <a:p>
            <a:pPr marL="0" indent="0" algn="just" hangingPunct="0">
              <a:buNone/>
            </a:pPr>
            <a:r>
              <a:rPr lang="zh-CN" altLang="en-US" dirty="0"/>
              <a:t>求祢使我们藉祢圣子的圣体圣血得到滋养，并充满祂的圣神，在基督内成为一心一体。</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grant that we, who are nourished by the Body and Blood of your Son and filled with his Holy Spirit, may become one body, one spirit in Christ.</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愿圣神使我们成为祢永恒的祭品，得与祢拣选的人，首先与天主之母童贞荣福玛利亚、圣母的净配圣若瑟，</a:t>
            </a:r>
            <a:endParaRPr lang="zh-CN" altLang="en-US" dirty="0"/>
          </a:p>
          <a:p>
            <a:pPr algn="just"/>
            <a:endParaRPr lang="en-AU" dirty="0"/>
          </a:p>
        </p:txBody>
      </p:sp>
      <p:sp>
        <p:nvSpPr>
          <p:cNvPr id="4" name="Content Placeholder 3"/>
          <p:cNvSpPr>
            <a:spLocks noGrp="1"/>
          </p:cNvSpPr>
          <p:nvPr>
            <p:ph sz="half" idx="2"/>
          </p:nvPr>
        </p:nvSpPr>
        <p:spPr/>
        <p:txBody>
          <a:bodyPr>
            <a:normAutofit fontScale="94000"/>
          </a:bodyPr>
          <a:lstStyle/>
          <a:p>
            <a:pPr marL="0" indent="0" algn="l">
              <a:buNone/>
            </a:pPr>
            <a:r>
              <a:rPr lang="en-GB" dirty="0"/>
              <a:t>May he make of us an eternal offering to you, so that we may obtain an inheritance with your elect, especially with the most Blessed Virgin Mary, Mother of God, with blessed Joseph, her Spouse,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fontScale="93000"/>
          </a:bodyPr>
          <a:lstStyle/>
          <a:p>
            <a:pPr marL="0" indent="0" algn="just">
              <a:buNone/>
            </a:pPr>
            <a:r>
              <a:rPr lang="zh-CN" altLang="en-US" dirty="0"/>
              <a:t>祢的圣宗徒及光荣的殉道者 ，以及全体圣人，共同继承天国的产业；我们靠他们的转求，不断地获得助祐。</a:t>
            </a:r>
            <a:endParaRPr lang="en-US" b="1" dirty="0"/>
          </a:p>
          <a:p>
            <a:pPr marL="0" indent="0" algn="just">
              <a:buNone/>
            </a:pPr>
            <a:endParaRPr lang="en-AU" dirty="0"/>
          </a:p>
        </p:txBody>
      </p:sp>
      <p:sp>
        <p:nvSpPr>
          <p:cNvPr id="4" name="Content Placeholder 3"/>
          <p:cNvSpPr>
            <a:spLocks noGrp="1"/>
          </p:cNvSpPr>
          <p:nvPr>
            <p:ph sz="half" idx="2"/>
          </p:nvPr>
        </p:nvSpPr>
        <p:spPr/>
        <p:txBody>
          <a:bodyPr/>
          <a:lstStyle/>
          <a:p>
            <a:pPr marL="0" indent="0" algn="l">
              <a:buNone/>
            </a:pPr>
            <a:r>
              <a:rPr lang="en-GB" dirty="0"/>
              <a:t>with your blessed Apostles and glorious Martyrs, and with all the Saints, on whose constant intercession in your presence we rely for unfailing help.</a:t>
            </a:r>
            <a:endParaRPr lang="en-GB" dirty="0"/>
          </a:p>
          <a:p>
            <a:pPr marL="0" indent="0" algn="l">
              <a:buNone/>
            </a:pP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lstStyle/>
          <a:p>
            <a:pPr marL="0" indent="0" algn="just" hangingPunct="0">
              <a:buNone/>
            </a:pPr>
            <a:r>
              <a:rPr lang="zh-CN" altLang="en-US" dirty="0"/>
              <a:t>上主，但愿这与祢修好之祭，有助于整个世界的和平与得救，并使旅途中的教会：</a:t>
            </a:r>
            <a:endParaRPr lang="zh-CN" altLang="en-US" dirty="0"/>
          </a:p>
          <a:p>
            <a:pPr algn="just"/>
            <a:endParaRPr lang="en-AU" dirty="0"/>
          </a:p>
        </p:txBody>
      </p:sp>
      <p:sp>
        <p:nvSpPr>
          <p:cNvPr id="4" name="Content Placeholder 3"/>
          <p:cNvSpPr>
            <a:spLocks noGrp="1"/>
          </p:cNvSpPr>
          <p:nvPr>
            <p:ph sz="half" idx="2"/>
          </p:nvPr>
        </p:nvSpPr>
        <p:spPr/>
        <p:txBody>
          <a:bodyPr>
            <a:normAutofit fontScale="97000"/>
          </a:bodyPr>
          <a:lstStyle/>
          <a:p>
            <a:pPr marL="0" indent="0" algn="l">
              <a:buNone/>
            </a:pPr>
            <a:r>
              <a:rPr lang="en-GB" dirty="0"/>
              <a:t>May this Sacrifice of our reconciliation, we pray, O Lord, advance the peace and salvation of all the world. Be pleased to confirm in faith and charity, your pilgrim Church on earth,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我们的教宗良十四世、我们的主教阮文龙、所有主教、圣职人员，以及祢所救赎的全体子民，在信德和爱德中坚定不移。</a:t>
            </a:r>
            <a:endParaRPr lang="zh-CN" altLang="en-US" dirty="0"/>
          </a:p>
          <a:p>
            <a:pPr algn="just"/>
            <a:endParaRPr lang="en-AU" dirty="0"/>
          </a:p>
        </p:txBody>
      </p:sp>
      <p:sp>
        <p:nvSpPr>
          <p:cNvPr id="4" name="Content Placeholder 3"/>
          <p:cNvSpPr>
            <a:spLocks noGrp="1"/>
          </p:cNvSpPr>
          <p:nvPr>
            <p:ph sz="half" idx="2"/>
          </p:nvPr>
        </p:nvSpPr>
        <p:spPr/>
        <p:txBody>
          <a:bodyPr>
            <a:normAutofit lnSpcReduction="10000"/>
          </a:bodyPr>
          <a:lstStyle/>
          <a:p>
            <a:pPr marL="0" indent="0" algn="l">
              <a:buNone/>
            </a:pPr>
            <a:r>
              <a:rPr lang="en-GB" dirty="0"/>
              <a:t>with your servant Leo our Pope and </a:t>
            </a:r>
            <a:r>
              <a:rPr lang="en-AU" altLang="zh-TW" dirty="0"/>
              <a:t>Vincent</a:t>
            </a:r>
            <a:r>
              <a:rPr lang="en-GB" dirty="0"/>
              <a:t> our Bishop, the Order of Bishops, all the clergy, and the entire people you have gained for your own.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祢既愿这大家庭侍立在祢台前，求祢也俯允全家的愿望。仁慈的圣父，求祢使散居各处的子女，和祢团聚。</a:t>
            </a:r>
            <a:endParaRPr lang="zh-CN" altLang="en-US" dirty="0"/>
          </a:p>
          <a:p>
            <a:pPr algn="just"/>
            <a:endParaRPr lang="en-AU" dirty="0"/>
          </a:p>
        </p:txBody>
      </p:sp>
      <p:sp>
        <p:nvSpPr>
          <p:cNvPr id="4" name="Content Placeholder 3"/>
          <p:cNvSpPr>
            <a:spLocks noGrp="1"/>
          </p:cNvSpPr>
          <p:nvPr>
            <p:ph sz="half" idx="2"/>
          </p:nvPr>
        </p:nvSpPr>
        <p:spPr/>
        <p:txBody>
          <a:bodyPr>
            <a:normAutofit fontScale="94000"/>
          </a:bodyPr>
          <a:lstStyle/>
          <a:p>
            <a:pPr marL="0" indent="0" algn="l">
              <a:buNone/>
            </a:pPr>
            <a:r>
              <a:rPr lang="en-GB" dirty="0"/>
              <a:t>Listen graciously to the prayers of this family, whom you have summoned before you: in your compassion, O merciful Father, gather to yourself all your children scattered throughout the world.</a:t>
            </a:r>
            <a:endParaRPr lang="en-GB" dirty="0"/>
          </a:p>
          <a:p>
            <a:pPr algn="l"/>
            <a:endParaRPr lang="en-AU" dirty="0"/>
          </a:p>
        </p:txBody>
      </p:sp>
      <p:sp>
        <p:nvSpPr>
          <p:cNvPr id="5" name="Arrow: Right 4">
            <a:hlinkClick r:id="rId1" action="ppaction://hlinksldjump"/>
          </p:cNvPr>
          <p:cNvSpPr/>
          <p:nvPr/>
        </p:nvSpPr>
        <p:spPr>
          <a:xfrm>
            <a:off x="7239970" y="6051651"/>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悼念亡者</a:t>
            </a:r>
            <a:endParaRPr lang="en-US" b="1" dirty="0"/>
          </a:p>
        </p:txBody>
      </p:sp>
      <p:sp>
        <p:nvSpPr>
          <p:cNvPr id="7" name="Arrow: Right 6">
            <a:hlinkClick r:id="rId2" action="ppaction://hlinksldjump"/>
          </p:cNvPr>
          <p:cNvSpPr/>
          <p:nvPr/>
        </p:nvSpPr>
        <p:spPr>
          <a:xfrm>
            <a:off x="7239971" y="5595411"/>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继续</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求祢垂怜我们的祖先、已亡的亲友，和所有在祢宠爱中去世的人，恩准他们进入天国。</a:t>
            </a:r>
            <a:endParaRPr lang="zh-CN" altLang="en-US" dirty="0"/>
          </a:p>
        </p:txBody>
      </p:sp>
      <p:sp>
        <p:nvSpPr>
          <p:cNvPr id="4" name="Content Placeholder 3"/>
          <p:cNvSpPr>
            <a:spLocks noGrp="1"/>
          </p:cNvSpPr>
          <p:nvPr>
            <p:ph sz="half" idx="2"/>
          </p:nvPr>
        </p:nvSpPr>
        <p:spPr/>
        <p:txBody>
          <a:bodyPr>
            <a:normAutofit fontScale="92000"/>
          </a:bodyPr>
          <a:lstStyle/>
          <a:p>
            <a:pPr marL="0" indent="0" algn="l">
              <a:buNone/>
            </a:pPr>
            <a:r>
              <a:rPr lang="en-GB" dirty="0"/>
              <a:t>To our departed brothers and sisters and to all who were pleasing to you at their passing from this life, give kind admittance to your kingdom.</a:t>
            </a:r>
            <a:endParaRPr lang="en-GB" dirty="0"/>
          </a:p>
          <a:p>
            <a:pPr marL="0" indent="0" algn="l">
              <a:buNone/>
            </a:pPr>
            <a:r>
              <a:rPr lang="en-GB" dirty="0"/>
              <a:t>There we hope to enjoy for ever the fullness of your glory.</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我们也希望将来在天国永远同他们共享祢的光荣。</a:t>
            </a: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There we hope to enjoy for ever the fullness of your glory.</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以上所求，是靠我们的主基督，因为祢藉着祂赐给世界一切美善。</a:t>
            </a: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through Christ our Lord, through whom you bestow on the world all that is good.</a:t>
            </a:r>
            <a:endParaRPr lang="en-GB" dirty="0"/>
          </a:p>
          <a:p>
            <a:pPr algn="l"/>
            <a:endParaRPr lang="en-AU" dirty="0"/>
          </a:p>
        </p:txBody>
      </p:sp>
      <p:sp>
        <p:nvSpPr>
          <p:cNvPr id="6" name="Arrow: Right 5">
            <a:hlinkClick r:id="" action="ppaction://noaction"/>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求祢垂念祢的仆人，祢从人世将他召回。他既因圣洗和祢的圣子一样的死亡，求祢也使他 和祢的圣子一样的复活；</a:t>
            </a:r>
            <a:endParaRPr lang="zh-CN" altLang="en-US" dirty="0"/>
          </a:p>
        </p:txBody>
      </p:sp>
      <p:sp>
        <p:nvSpPr>
          <p:cNvPr id="4" name="Content Placeholder 3"/>
          <p:cNvSpPr>
            <a:spLocks noGrp="1"/>
          </p:cNvSpPr>
          <p:nvPr>
            <p:ph sz="half" idx="2"/>
          </p:nvPr>
        </p:nvSpPr>
        <p:spPr/>
        <p:txBody>
          <a:bodyPr>
            <a:normAutofit fontScale="97000"/>
          </a:bodyPr>
          <a:lstStyle/>
          <a:p>
            <a:pPr marL="0" indent="0" algn="l">
              <a:buNone/>
            </a:pPr>
            <a:r>
              <a:rPr lang="en-GB" dirty="0"/>
              <a:t>Remember your servant whom you have called from this world to yourself. Grant that he who was united with your Son in a death like his, may also be one with him in his Resurrection,</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将来基督使肉身复活的时候，我们卑微的身躯，也能相似祂光荣的身体。</a:t>
            </a: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when from the earth he will raise up in the flesh those who have died, and transform our lowly body after the pattern of his own glorious body.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求祢也垂怜我们的祖先、已亡的亲友，和所有在祢宠爱中去世的人，恩准他们进入天国，</a:t>
            </a: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To our departed brothers and sisters, too, and to all who were pleasing to you at their passing from this life, give kind admittance to your kingdom.</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我们也希望将来在天国，永远同他们共享祢的光荣：那时祢将擦干我们的眼泪，因为我们要亲眼看见祢，</a:t>
            </a: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dirty="0"/>
              <a:t>There we hope to enjoy for ever the fullness of your glory, when you will wipe away every tear from our eyes.</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z="3200" dirty="0"/>
              <a:t>感恩经（三）　</a:t>
            </a:r>
            <a:r>
              <a:rPr lang="en-AU" sz="3200" dirty="0"/>
              <a:t>Eucharistic Prayer III</a:t>
            </a:r>
            <a:endParaRPr lang="en-AU" sz="3200"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我们的天主，永远相似祢，不停地赞美祢。以上所求，是靠我们的主基督，因为祢藉着祂赐给世界一切美善。</a:t>
            </a:r>
            <a:endParaRPr lang="zh-CN" altLang="en-US" dirty="0"/>
          </a:p>
        </p:txBody>
      </p:sp>
      <p:sp>
        <p:nvSpPr>
          <p:cNvPr id="4" name="Content Placeholder 3"/>
          <p:cNvSpPr>
            <a:spLocks noGrp="1"/>
          </p:cNvSpPr>
          <p:nvPr>
            <p:ph sz="half" idx="2"/>
          </p:nvPr>
        </p:nvSpPr>
        <p:spPr/>
        <p:txBody>
          <a:bodyPr>
            <a:normAutofit fontScale="97000"/>
          </a:bodyPr>
          <a:lstStyle/>
          <a:p>
            <a:pPr marL="0" indent="0" algn="l">
              <a:buNone/>
            </a:pPr>
            <a:r>
              <a:rPr lang="en-GB" dirty="0"/>
              <a:t>For seeing you, our God, as you are, we shall be like you for all the ages and praise you without end, through Christ our Lord, through whom you bestow on the world all that is good.</a:t>
            </a:r>
            <a:endParaRPr lang="en-GB" dirty="0"/>
          </a:p>
          <a:p>
            <a:pPr algn="l"/>
            <a:endParaRPr lang="en-AU" dirty="0"/>
          </a:p>
        </p:txBody>
      </p:sp>
      <p:sp>
        <p:nvSpPr>
          <p:cNvPr id="6" name="Arrow: Right 5">
            <a:hlinkClick r:id="" action="ppaction://noaction"/>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圣父，感谢祢、显扬祢，实在是理所当然的：因为祢是唯一、生活、真实的天主，万世以前祢已存在，而且永远常存，</a:t>
            </a:r>
            <a:endParaRPr lang="en-AU" dirty="0"/>
          </a:p>
        </p:txBody>
      </p:sp>
      <p:sp>
        <p:nvSpPr>
          <p:cNvPr id="4" name="Content Placeholder 3"/>
          <p:cNvSpPr>
            <a:spLocks noGrp="1"/>
          </p:cNvSpPr>
          <p:nvPr>
            <p:ph sz="half" idx="2"/>
          </p:nvPr>
        </p:nvSpPr>
        <p:spPr/>
        <p:txBody>
          <a:bodyPr>
            <a:normAutofit fontScale="97000"/>
          </a:bodyPr>
          <a:lstStyle/>
          <a:p>
            <a:pPr marL="0" indent="0" algn="l">
              <a:buNone/>
            </a:pPr>
            <a:r>
              <a:rPr lang="en-GB" dirty="0"/>
              <a:t>It is truly right to give you thanks, truly just to give you glory, Father most holy, for you are the one God living and true, existing before all ages and abiding for all eternity,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fontScale="87000"/>
          </a:bodyPr>
          <a:lstStyle/>
          <a:p>
            <a:pPr marL="0" indent="0" algn="just">
              <a:buNone/>
            </a:pPr>
            <a:r>
              <a:rPr lang="zh-CN" altLang="en-US" dirty="0"/>
              <a:t>祢居住在无法接近的光明中；祢也是唯一慈善的天主，又是生命之源：祢创造了一切，使万物满渥祢的恩泽，分享祢的光辉。</a:t>
            </a:r>
            <a:endParaRPr lang="zh-CN" altLang="en-US" dirty="0"/>
          </a:p>
          <a:p>
            <a:pPr algn="just"/>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AU" dirty="0"/>
              <a:t>dwelling in unapproachable light; </a:t>
            </a:r>
            <a:r>
              <a:rPr lang="en-GB" dirty="0"/>
              <a:t>yet you, who alone are good, the source of life, have made all that is, so that you might fill your creatures with blessings and bring joy to many of them by the glory of your light.</a:t>
            </a:r>
            <a:endParaRPr lang="en-GB" dirty="0"/>
          </a:p>
          <a:p>
            <a:pPr marL="0" indent="0" algn="l">
              <a:buNone/>
            </a:pPr>
            <a:endParaRPr lang="en-AU"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因此，无数的天使侍立在祢座前，瞻仰祢的容光，日夜侍奉祢，不停地颂扬祢。</a:t>
            </a:r>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And so, in your presence are countless hosts of Angels, who serve you day and night and, gazing upon the glory of your face, glorify you without ceasing.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我们随同天使，并代表天下万物，藉着我们的歌声，欢跃称扬祢的圣名，同声歌颂：</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With them we, too, confess your name in exultation, giving voice to every creature under heaven, as we acclaim:</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endParaRPr lang="en-AU"/>
          </a:p>
        </p:txBody>
      </p:sp>
      <p:sp>
        <p:nvSpPr>
          <p:cNvPr id="15" name="Content Placeholder 14"/>
          <p:cNvSpPr>
            <a:spLocks noGrp="1"/>
          </p:cNvSpPr>
          <p:nvPr>
            <p:ph sz="half" idx="1"/>
          </p:nvPr>
        </p:nvSpPr>
        <p:spPr/>
        <p:txBody>
          <a:bodyPr/>
          <a:lstStyle/>
          <a:p>
            <a:endParaRPr lang="en-AU"/>
          </a:p>
        </p:txBody>
      </p:sp>
      <p:sp>
        <p:nvSpPr>
          <p:cNvPr id="16" name="Content Placeholder 15"/>
          <p:cNvSpPr>
            <a:spLocks noGrp="1"/>
          </p:cNvSpPr>
          <p:nvPr>
            <p:ph sz="half" idx="2"/>
          </p:nvPr>
        </p:nvSpPr>
        <p:spPr/>
        <p:txBody>
          <a:bodyPr/>
          <a:lstStyle/>
          <a:p>
            <a:endParaRPr lang="en-AU"/>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8" name="Rectangle: Rounded Corners 7"/>
          <p:cNvSpPr/>
          <p:nvPr/>
        </p:nvSpPr>
        <p:spPr>
          <a:xfrm>
            <a:off x="119270" y="1109893"/>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sp>
        <p:nvSpPr>
          <p:cNvPr id="9" name="Rectangle: Rounded Corners 8"/>
          <p:cNvSpPr/>
          <p:nvPr/>
        </p:nvSpPr>
        <p:spPr>
          <a:xfrm>
            <a:off x="5605670" y="1109893"/>
            <a:ext cx="3317614" cy="5524236"/>
          </a:xfrm>
          <a:prstGeom prst="roundRect">
            <a:avLst>
              <a:gd name="adj" fmla="val 2712"/>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just"/>
            <a:r>
              <a:rPr lang="en-US" sz="2800" b="1" spc="-150" dirty="0">
                <a:solidFill>
                  <a:schemeClr val="tx1"/>
                </a:solidFill>
              </a:rPr>
              <a:t>Holy, Holy, Holy Lord God of hosts. Heaven and earth are full of your glory. Hosanna in the highest. Blessed is he who comes in the name of the Lord. Hosanna in the highest.</a:t>
            </a:r>
            <a:endParaRPr lang="en-US" sz="2800" b="1" spc="-150" dirty="0">
              <a:solidFill>
                <a:schemeClr val="tx1"/>
              </a:solidFill>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圣、圣、圣　</a:t>
            </a:r>
            <a:r>
              <a:rPr lang="en-US" altLang="zh-TW" sz="3600" b="1">
                <a:solidFill>
                  <a:schemeClr val="bg1"/>
                </a:solidFill>
              </a:rPr>
              <a:t>Sanctus</a:t>
            </a:r>
            <a:endParaRPr lang="zh-TW" altLang="en-US" sz="3600" b="1">
              <a:solidFill>
                <a:schemeClr val="bg1"/>
              </a:solidFill>
            </a:endParaRPr>
          </a:p>
        </p:txBody>
      </p:sp>
      <p:sp>
        <p:nvSpPr>
          <p:cNvPr id="2" name="Rectangle: Rounded Corners 1"/>
          <p:cNvSpPr/>
          <p:nvPr/>
        </p:nvSpPr>
        <p:spPr>
          <a:xfrm>
            <a:off x="111268" y="1081856"/>
            <a:ext cx="5320747" cy="5524237"/>
          </a:xfrm>
          <a:prstGeom prst="roundRect">
            <a:avLst>
              <a:gd name="adj" fmla="val 271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hangingPunct="0"/>
            <a:r>
              <a:rPr lang="zh-TW" altLang="en-US" sz="4800" b="1" spc="-500" dirty="0">
                <a:solidFill>
                  <a:srgbClr val="282120"/>
                </a:solidFill>
              </a:rPr>
              <a:t>圣、圣、圣、上主，万有的天主，你的光荣充满天地。欢呼之声，响彻云霄。奉主名而来的，当受赞美。欢呼之声，响彻云霄。</a:t>
            </a:r>
            <a:endParaRPr lang="zh-CN" altLang="en-US" sz="4800" b="1" spc="-500" dirty="0">
              <a:solidFill>
                <a:srgbClr val="282120"/>
              </a:solidFill>
            </a:endParaRPr>
          </a:p>
        </p:txBody>
      </p:sp>
      <p:grpSp>
        <p:nvGrpSpPr>
          <p:cNvPr id="11" name="Group 10"/>
          <p:cNvGrpSpPr/>
          <p:nvPr/>
        </p:nvGrpSpPr>
        <p:grpSpPr>
          <a:xfrm>
            <a:off x="7433919" y="5904362"/>
            <a:ext cx="1301539" cy="599878"/>
            <a:chOff x="7433919" y="5004791"/>
            <a:chExt cx="1301539" cy="599878"/>
          </a:xfrm>
          <a:solidFill>
            <a:srgbClr val="55725D"/>
          </a:solidFill>
        </p:grpSpPr>
        <p:sp>
          <p:nvSpPr>
            <p:cNvPr id="12" name="Rectangle: Rounded Corners 11"/>
            <p:cNvSpPr/>
            <p:nvPr/>
          </p:nvSpPr>
          <p:spPr>
            <a:xfrm>
              <a:off x="7433919" y="5004791"/>
              <a:ext cx="1301539" cy="599878"/>
            </a:xfrm>
            <a:prstGeom prst="roundRect">
              <a:avLst/>
            </a:prstGeom>
            <a:grp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下跪</a:t>
              </a:r>
              <a:endParaRPr lang="en-US" sz="2400" b="1" dirty="0"/>
            </a:p>
          </p:txBody>
        </p:sp>
        <p:pic>
          <p:nvPicPr>
            <p:cNvPr id="13" name="Picture 12" descr="A black silhouette of a person kneeling on his knees&#10;&#10;AI-generated content may be incorrect."/>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524425" y="5092302"/>
              <a:ext cx="463437" cy="424855"/>
            </a:xfrm>
            <a:prstGeom prst="rect">
              <a:avLst/>
            </a:prstGeom>
            <a:grpFill/>
            <a:ln>
              <a:solidFill>
                <a:srgbClr val="55725D"/>
              </a:solid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圣父，我们颂扬祢，因为祢是伟大的，以大智大仁创造了万物，按照祢的肖像造生了人类，</a:t>
            </a:r>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We give you praise, Father most holy, for you are great and you have fashioned all your works in wisdom and in love. You formed man in your own image</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使人管理世界，统驭万物，只事奉祢，万有的创造者。</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and entrusted the whole world to his care, so that in serving you alone, the Creator, he might have dominion over all creatures.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人虽然违背了祢的命令，失去了祢的恩宠，祢并没有弃置不顾，任其丧亡，</a:t>
            </a:r>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And when through disobedience he had lost your friendship, you did not abandon him to the domain of death.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反而大发慈悲，向所有的人伸出援助的手，使寻求祢的人都能找到祢。</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For you came in mercy to the aid of all, so that those who seek might find you.</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祢多次与人订立盟约，并藉先知教导人类，期待着救恩。</a:t>
            </a:r>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Time and again you offered them covenants and through the prophets taught them to look forward to salvation.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圣父，祢爱世人如此之深，时期一满，祢就派遣祢的唯一圣子，作我们的救主：</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And you so loved the world, Father most holy, that in the fullness of time you sent your Only Begotten Son to be our Saviour.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祂因圣神降孕，由童贞玛利亚诞生，除了罪过，度着和我们一样的生活。</a:t>
            </a:r>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Made incarnate by the Holy Spirit and born of the Virgin Mary, he shared our human nature in all things but sin.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祂给穷人传布救恩的喜讯，向被奴役者宣告自由，为忧苦者带来喜乐。</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To the poor he proclaimed the good news of salvation, to prisoners, freedom, and to the sorrowful of heart, joy.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祂为完成祢的计畫，自我牺牲，又从死者中复活，摧毁了死亡，再造了生命。</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To accomplish your plan, he gave himself up to death, and, rising from the dead, he destroyed death and restored life.</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祂为我们死而复活，是要我们不再为自己生活，却要为祂而生活：</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And that we might live no longer for ourselves but for him who died and rose again for us,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因此，圣父，祂由祢那里派遣了圣神，这是初次赐给信者的大恩，使圣神在人间完成祂的事业，圣化一切。</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he sent the Holy Spirit from you, Father, as the first fruits for those who believe, so that, bringing to perfection his work in the world, he might sanctify creation to the full.</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上主，所以我们恳求祢，派遣圣神圣化这些礼品，使成为我主耶稣基督的圣体圣血，</a:t>
            </a:r>
            <a:endParaRPr lang="en-AU" dirty="0"/>
          </a:p>
        </p:txBody>
      </p:sp>
      <p:sp>
        <p:nvSpPr>
          <p:cNvPr id="4" name="Content Placeholder 3"/>
          <p:cNvSpPr>
            <a:spLocks noGrp="1"/>
          </p:cNvSpPr>
          <p:nvPr>
            <p:ph sz="half" idx="2"/>
          </p:nvPr>
        </p:nvSpPr>
        <p:spPr/>
        <p:txBody>
          <a:bodyPr/>
          <a:lstStyle/>
          <a:p>
            <a:pPr marL="0" indent="0" algn="l">
              <a:buNone/>
            </a:pPr>
            <a:r>
              <a:rPr lang="en-GB" dirty="0"/>
              <a:t>Therefore, O Lord, we pray: may this same Holy Spirit graciously sanctify these offerings, that they may become the Body and Blood of our Lord Jesus Christ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以举行这项伟大的奥迹，就是基督留给我们的永恒盟约。</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for the celebration of this great mystery, which he himself left us as an eternal covenant.</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圣父，祢显扬基督的时刻一到，祂又爱祂在世的弟子，爱到了极点，</a:t>
            </a:r>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For when the hour had come for him to be glorified by you, Father most holy, having loved his own who were in the world, he loved them to the end:</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于是祂在与门徒共进晚餐的时候，拿起面饼，赞颂了，分开，交给祂的门徒说：</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and while they were at supper, he took bread, blessed and broke it, and gave it to his disciples, saying,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b="1" dirty="0"/>
              <a:t>你们大家拿去吃：这就是我的身体，将为你们而牺牲。</a:t>
            </a:r>
            <a:endParaRPr lang="en-AU" altLang="zh-CN" b="1" dirty="0"/>
          </a:p>
          <a:p>
            <a:pPr marL="0" indent="0" algn="just" hangingPunct="0">
              <a:buNone/>
            </a:pPr>
            <a:r>
              <a:rPr lang="zh-CN" altLang="en-US" dirty="0"/>
              <a:t>祂同样拿起一杯葡萄酒，感谢了，交给祂的门徒说：</a:t>
            </a:r>
            <a:endParaRPr lang="zh-CN" altLang="en-US" b="1" dirty="0"/>
          </a:p>
          <a:p>
            <a:pPr algn="just"/>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GB" b="1" dirty="0"/>
              <a:t>Take this, all of you, and eat of it, for this is my body, which will be given up for you.</a:t>
            </a:r>
            <a:endParaRPr lang="en-GB" b="1" dirty="0"/>
          </a:p>
          <a:p>
            <a:pPr marL="0" indent="0" algn="l">
              <a:buNone/>
            </a:pPr>
            <a:endParaRPr lang="en-GB" b="1" dirty="0"/>
          </a:p>
          <a:p>
            <a:pPr marL="0" indent="0" algn="l">
              <a:buNone/>
            </a:pPr>
            <a:r>
              <a:rPr lang="en-GB" dirty="0"/>
              <a:t>In a similar way, taking the chalice filled with the fruit of the vine, he gave thanks, and gave the chalice to his disciples, saying:</a:t>
            </a:r>
            <a:endParaRPr lang="en-GB" dirty="0"/>
          </a:p>
          <a:p>
            <a:pPr marL="0" indent="0" algn="l">
              <a:buNone/>
            </a:pP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fontScale="87000"/>
          </a:bodyPr>
          <a:lstStyle/>
          <a:p>
            <a:pPr marL="0" indent="0" algn="just" hangingPunct="0">
              <a:buNone/>
            </a:pPr>
            <a:r>
              <a:rPr lang="zh-CN" altLang="en-US" b="1" dirty="0"/>
              <a:t>你们大家拿去喝：这一杯就是我的血，新而永久的盟约之血，将为你们和众人倾流，以赦免罪恶。你们要这样做、来纪念我。</a:t>
            </a:r>
            <a:endParaRPr lang="zh-CN" altLang="en-US" b="1" dirty="0"/>
          </a:p>
          <a:p>
            <a:pPr algn="just"/>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GB" b="1" dirty="0"/>
              <a:t>Take this, all of you, and drink from it, for this is the chalice of my blood, the blood of the new and eternal covenant, which will be poured out for you and for many for the forgiveness of sins. Do this in memory of me. </a:t>
            </a: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en-AU" altLang="zh-TW" dirty="0"/>
              <a:t>Memorial Acclamation</a:t>
            </a:r>
            <a:r>
              <a:rPr lang="zh-TW" altLang="en-AU" dirty="0"/>
              <a:t>　</a:t>
            </a:r>
            <a:r>
              <a:rPr lang="zh-TW" altLang="en-US" dirty="0"/>
              <a:t>祝圣后欢呼</a:t>
            </a:r>
            <a:br>
              <a:rPr lang="zh-TW" altLang="en-US"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信德的奥迹：</a:t>
            </a:r>
            <a:endParaRPr lang="zh-CN" altLang="en-US" dirty="0"/>
          </a:p>
          <a:p>
            <a:pPr algn="just"/>
            <a:endParaRPr lang="zh-CN" altLang="en-US" dirty="0"/>
          </a:p>
          <a:p>
            <a:pPr marL="0" indent="0" algn="just">
              <a:buNone/>
            </a:pPr>
            <a:r>
              <a:rPr lang="zh-CN" altLang="en-US" b="1" dirty="0"/>
              <a:t>基督，我们传报祢的圣死，我们歌颂祢的复活，我们期待祢光荣地来临。</a:t>
            </a:r>
            <a:endParaRPr lang="zh-CN" altLang="en-US" b="1"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The mystery of faith.</a:t>
            </a:r>
            <a:endParaRPr lang="en-GB" dirty="0"/>
          </a:p>
          <a:p>
            <a:pPr algn="l"/>
            <a:endParaRPr lang="en-GB" dirty="0"/>
          </a:p>
          <a:p>
            <a:pPr algn="l"/>
            <a:endParaRPr lang="en-GB" dirty="0"/>
          </a:p>
          <a:p>
            <a:pPr marL="0" indent="0" algn="l">
              <a:buNone/>
            </a:pPr>
            <a:r>
              <a:rPr lang="en-GB" b="1" dirty="0"/>
              <a:t>We proclaim your Death, O Lord, and profess your Resurrection until you come again.</a:t>
            </a: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上主，所以我们现在举行救恩大典，追念基督的死亡与下降阴间，宣扬祂的复活与光荣的升天；</a:t>
            </a:r>
            <a:endParaRPr lang="en-AU" dirty="0"/>
          </a:p>
        </p:txBody>
      </p:sp>
      <p:sp>
        <p:nvSpPr>
          <p:cNvPr id="4" name="Content Placeholder 3"/>
          <p:cNvSpPr>
            <a:spLocks noGrp="1"/>
          </p:cNvSpPr>
          <p:nvPr>
            <p:ph sz="half" idx="2"/>
          </p:nvPr>
        </p:nvSpPr>
        <p:spPr/>
        <p:txBody>
          <a:bodyPr>
            <a:normAutofit fontScale="92000"/>
          </a:bodyPr>
          <a:lstStyle/>
          <a:p>
            <a:pPr marL="0" indent="0" algn="l">
              <a:buNone/>
            </a:pPr>
            <a:r>
              <a:rPr lang="en-GB" dirty="0"/>
              <a:t>Therefore, O Lord, as we now celebrate the memorial of our redemption, we remember Christ’s Death and his descent to the realm of the dead, we proclaim his Resurrection and his Ascension to your right hand,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我们期待着祂荣耀地降来，向祢献上祂的圣体圣血，作为祢所歆飨的救世圣祭。</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and, as we await his coming in glory, we offer you his Body and Blood, the sacrifice acceptable to you which brings salvation to the whole world.</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上主，求祢垂顾祢为教会准备的祭品，恩准所有分享同一个饼和同一杯酒的人，由圣神合为一体，</a:t>
            </a:r>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GB" dirty="0"/>
              <a:t>Look, O Lord, upon the Sacrifice which you yourself have provided for your Church, and grant in your loving kindness to all who partake of this one Bread and one Chalice that, gathered into one body by the Holy Spirit,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在基督内成为生活的祭品，歌颂祢的光荣。</a:t>
            </a:r>
            <a:endParaRPr lang="zh-CN" altLang="en-US" dirty="0"/>
          </a:p>
          <a:p>
            <a:pPr algn="just"/>
            <a:endParaRPr lang="en-AU" dirty="0"/>
          </a:p>
        </p:txBody>
      </p:sp>
      <p:sp>
        <p:nvSpPr>
          <p:cNvPr id="4" name="Content Placeholder 3"/>
          <p:cNvSpPr>
            <a:spLocks noGrp="1"/>
          </p:cNvSpPr>
          <p:nvPr>
            <p:ph sz="half" idx="2"/>
          </p:nvPr>
        </p:nvSpPr>
        <p:spPr/>
        <p:txBody>
          <a:bodyPr/>
          <a:lstStyle/>
          <a:p>
            <a:pPr marL="0" indent="0" algn="l">
              <a:buNone/>
            </a:pPr>
            <a:r>
              <a:rPr lang="en-GB" dirty="0"/>
              <a:t>they may truly become a living sacrifice in Christ to the praise of your glory.</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上主，现在我们向祢奉献这圣祭，求祢垂念我们的教宗良十四世、我们的主教阮文龙、所有主教、圣职人员，</a:t>
            </a:r>
            <a:endParaRPr lang="zh-CN" altLang="en-US" dirty="0"/>
          </a:p>
          <a:p>
            <a:pPr algn="just" hangingPunct="0"/>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Therefore, Lord, remember now all for whom we offer this sacrifice: especially your servant Leo our Pope, </a:t>
            </a:r>
            <a:r>
              <a:rPr lang="en-AU" altLang="zh-TW" dirty="0"/>
              <a:t>Vincent</a:t>
            </a:r>
            <a:r>
              <a:rPr lang="en-GB" dirty="0"/>
              <a:t> our Bishop, and the whole Order of Bishops, all the clergy, </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求献弥撒的人，参礼的人，祢的全体子民，以及诚意寻求祢的人。</a:t>
            </a:r>
            <a:endParaRPr lang="en-AU" dirty="0"/>
          </a:p>
        </p:txBody>
      </p:sp>
      <p:sp>
        <p:nvSpPr>
          <p:cNvPr id="4" name="Content Placeholder 3"/>
          <p:cNvSpPr>
            <a:spLocks noGrp="1"/>
          </p:cNvSpPr>
          <p:nvPr>
            <p:ph sz="half" idx="2"/>
          </p:nvPr>
        </p:nvSpPr>
        <p:spPr/>
        <p:txBody>
          <a:bodyPr/>
          <a:lstStyle/>
          <a:p>
            <a:pPr marL="0" indent="0" algn="l">
              <a:buNone/>
            </a:pPr>
            <a:r>
              <a:rPr lang="en-GB" dirty="0"/>
              <a:t>those who take part in this offering, those gathered here before you, your entire people, and all who seek you with a sincere heart.</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dirty="0"/>
              <a:t>求祢也垂念安息于基督的信众；并垂念我们的祖先和所有的亡者，他们的信德只有祢知道。</a:t>
            </a:r>
            <a:endParaRPr lang="zh-CN" altLang="en-US" dirty="0"/>
          </a:p>
          <a:p>
            <a:pPr algn="just" hangingPunct="0"/>
            <a:endParaRPr lang="en-AU" dirty="0"/>
          </a:p>
        </p:txBody>
      </p:sp>
      <p:sp>
        <p:nvSpPr>
          <p:cNvPr id="4" name="Content Placeholder 3"/>
          <p:cNvSpPr>
            <a:spLocks noGrp="1"/>
          </p:cNvSpPr>
          <p:nvPr>
            <p:ph sz="half" idx="2"/>
          </p:nvPr>
        </p:nvSpPr>
        <p:spPr/>
        <p:txBody>
          <a:bodyPr/>
          <a:lstStyle/>
          <a:p>
            <a:pPr marL="0" indent="0" algn="l">
              <a:buNone/>
            </a:pPr>
            <a:r>
              <a:rPr lang="en-GB" dirty="0"/>
              <a:t>Remember also those who have died in the peace of your Christ and all the dead, whose faith you alone have known.</a:t>
            </a:r>
            <a:endParaRPr lang="en-GB"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仁慈的父，求祢恩准我们作祢子女的，随同天主之母童贞荣福玛利亚，圣母的净配圣若瑟和祢的宗徒及圣人，</a:t>
            </a:r>
            <a:endParaRPr lang="zh-CN" altLang="en-US" dirty="0"/>
          </a:p>
          <a:p>
            <a:pPr algn="just" hangingPunct="0"/>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GB" dirty="0"/>
              <a:t>To all of us, your children, grant, O merciful Father, that we may enter into a heavenly inheritance with the Blessed Virgin Mary, Mother of God, with blessed Joseph, her Spouse, and with your Apostles and Saints in your kingdom.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感恩经（四）　</a:t>
            </a:r>
            <a:r>
              <a:rPr lang="en-US" altLang="zh-TW" dirty="0"/>
              <a:t>Eucharistic Prayer </a:t>
            </a:r>
            <a:r>
              <a:rPr lang="en-US" altLang="zh-TW" dirty="0"/>
              <a:t>IV</a:t>
            </a:r>
            <a:br>
              <a:rPr lang="en-US" altLang="zh-TW"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lnSpc>
                <a:spcPts val="4800"/>
              </a:lnSpc>
              <a:buNone/>
            </a:pPr>
            <a:r>
              <a:rPr lang="zh-CN" altLang="en-US" spc="-500" dirty="0"/>
              <a:t>共同继承天国的产业，偕同由罪恶及死亡中解脱的万物，藉着我们的主基督颂扬祢，祢藉着祂赐给世界一切美善。</a:t>
            </a:r>
            <a:endParaRPr lang="zh-CN" altLang="en-US" spc="-500" dirty="0"/>
          </a:p>
          <a:p>
            <a:pPr marL="0" indent="0" algn="just" hangingPunct="0">
              <a:buNone/>
            </a:pPr>
            <a:endParaRPr lang="en-AU" dirty="0"/>
          </a:p>
        </p:txBody>
      </p:sp>
      <p:sp>
        <p:nvSpPr>
          <p:cNvPr id="4" name="Content Placeholder 3"/>
          <p:cNvSpPr>
            <a:spLocks noGrp="1"/>
          </p:cNvSpPr>
          <p:nvPr>
            <p:ph sz="half" idx="2"/>
          </p:nvPr>
        </p:nvSpPr>
        <p:spPr/>
        <p:txBody>
          <a:bodyPr>
            <a:normAutofit fontScale="94000"/>
          </a:bodyPr>
          <a:lstStyle/>
          <a:p>
            <a:pPr marL="0" indent="0" algn="l">
              <a:buNone/>
            </a:pPr>
            <a:r>
              <a:rPr lang="en-GB" dirty="0"/>
              <a:t>There, with the whole of creation, freed from the corruption of sin and death, may we glorify you through Christ our Lord, He joins his hands. through whom you bestow on the world all that is good.</a:t>
            </a:r>
            <a:endParaRPr lang="en-GB" dirty="0">
              <a:solidFill>
                <a:schemeClr val="bg1"/>
              </a:solidFill>
            </a:endParaRPr>
          </a:p>
          <a:p>
            <a:pPr marL="0" indent="0" algn="l">
              <a:buNone/>
            </a:pPr>
            <a:endParaRPr lang="en-GB" dirty="0"/>
          </a:p>
          <a:p>
            <a:pPr algn="l"/>
            <a:endParaRPr lang="en-AU" dirty="0"/>
          </a:p>
        </p:txBody>
      </p:sp>
      <p:sp>
        <p:nvSpPr>
          <p:cNvPr id="6" name="Arrow: Right 5">
            <a:hlinkClick r:id="" action="ppaction://noaction"/>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圣三颂</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dirty="0"/>
            </a:br>
            <a:r>
              <a:rPr lang="en-AU" dirty="0"/>
              <a:t>Doxology　</a:t>
            </a:r>
            <a:r>
              <a:rPr lang="zh-TW" altLang="en-US" dirty="0"/>
              <a:t>圣三颂</a:t>
            </a:r>
            <a:br>
              <a:rPr lang="zh-TW" altLang="en-US"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全能的天主圣父，一切崇敬和荣耀、藉着基督，偕同基督，在基督内，并联合圣神，都归于祢，直到永远。</a:t>
            </a:r>
            <a:endParaRPr lang="zh-CN" altLang="en-US" dirty="0"/>
          </a:p>
          <a:p>
            <a:pPr marL="0" indent="0" algn="just" hangingPunct="0">
              <a:buNone/>
            </a:pPr>
            <a:r>
              <a:rPr lang="zh-CN" altLang="en-US" b="1" dirty="0"/>
              <a:t>答：阿们。</a:t>
            </a:r>
            <a:endParaRPr lang="zh-CN" altLang="en-US" b="1" dirty="0"/>
          </a:p>
          <a:p>
            <a:pPr algn="just" hangingPunct="0"/>
            <a:endParaRPr lang="en-AU" dirty="0"/>
          </a:p>
        </p:txBody>
      </p:sp>
      <p:sp>
        <p:nvSpPr>
          <p:cNvPr id="4" name="Content Placeholder 3"/>
          <p:cNvSpPr>
            <a:spLocks noGrp="1"/>
          </p:cNvSpPr>
          <p:nvPr>
            <p:ph sz="half" idx="2"/>
          </p:nvPr>
        </p:nvSpPr>
        <p:spPr/>
        <p:txBody>
          <a:bodyPr>
            <a:normAutofit lnSpcReduction="10000"/>
          </a:bodyPr>
          <a:lstStyle/>
          <a:p>
            <a:pPr marL="0" indent="0" algn="l">
              <a:buNone/>
            </a:pPr>
            <a:r>
              <a:rPr lang="en-GB" dirty="0"/>
              <a:t>Through him, and with him, and in him, O God, almighty Father, in the unity of the Holy Spirit, all glory and honour is yours, for ever and ever.</a:t>
            </a:r>
            <a:endParaRPr lang="en-GB" dirty="0"/>
          </a:p>
          <a:p>
            <a:pPr algn="l"/>
            <a:endParaRPr lang="en-GB" dirty="0"/>
          </a:p>
          <a:p>
            <a:pPr algn="l"/>
            <a:endParaRPr lang="en-GB" dirty="0"/>
          </a:p>
          <a:p>
            <a:pPr marL="0" indent="0" algn="l">
              <a:buNone/>
            </a:pPr>
            <a:r>
              <a:rPr lang="en-GB" b="1" dirty="0"/>
              <a:t>R. Amen.</a:t>
            </a:r>
            <a:endParaRPr lang="en-GB" b="1" dirty="0"/>
          </a:p>
          <a:p>
            <a:pPr algn="l"/>
            <a:endParaRPr lang="en-AU" dirty="0"/>
          </a:p>
        </p:txBody>
      </p:sp>
      <p:grpSp>
        <p:nvGrpSpPr>
          <p:cNvPr id="7" name="Group 6"/>
          <p:cNvGrpSpPr/>
          <p:nvPr/>
        </p:nvGrpSpPr>
        <p:grpSpPr>
          <a:xfrm>
            <a:off x="7514746" y="5835491"/>
            <a:ext cx="1193338" cy="590417"/>
            <a:chOff x="7615646" y="5917473"/>
            <a:chExt cx="1193338" cy="590417"/>
          </a:xfrm>
        </p:grpSpPr>
        <p:sp>
          <p:nvSpPr>
            <p:cNvPr id="8" name="Rectangle: Rounded Corners 7"/>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US" sz="2400" b="1" dirty="0"/>
            </a:p>
          </p:txBody>
        </p:sp>
        <p:pic>
          <p:nvPicPr>
            <p:cNvPr id="9" name="Picture 8" descr="A black silhouette of a person and two children&#10;&#10;AI-generated content may be incorrect."/>
            <p:cNvPicPr>
              <a:picLocks noChangeAspect="1"/>
            </p:cNvPicPr>
            <p:nvPr/>
          </p:nvPicPr>
          <p:blipFill>
            <a:blip r:embed="rId1">
              <a:lum bright="70000" contrast="-70000"/>
              <a:extLst>
                <a:ext uri="{BEBA8EAE-BF5A-486C-A8C5-ECC9F3942E4B}">
                  <a14:imgProps xmlns:a14="http://schemas.microsoft.com/office/drawing/2010/main">
                    <a14:imgLayer r:embed="rId2">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1" y="1"/>
            <a:ext cx="9144001" cy="6858000"/>
          </a:xfrm>
          <a:prstGeom prst="rect">
            <a:avLst/>
          </a:prstGeom>
        </p:spPr>
      </p:pic>
      <p:sp>
        <p:nvSpPr>
          <p:cNvPr id="4" name="Rectangle: Rounded Corners 3"/>
          <p:cNvSpPr/>
          <p:nvPr/>
        </p:nvSpPr>
        <p:spPr>
          <a:xfrm>
            <a:off x="220717" y="168142"/>
            <a:ext cx="8702566" cy="6516437"/>
          </a:xfrm>
          <a:prstGeom prst="roundRect">
            <a:avLst>
              <a:gd name="adj" fmla="val 2295"/>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6000" b="1">
                <a:solidFill>
                  <a:schemeClr val="bg1"/>
                </a:solidFill>
              </a:rPr>
              <a:t>领圣体礼</a:t>
            </a:r>
            <a:endParaRPr lang="zh-TW" altLang="en-US" sz="6000" b="1">
              <a:solidFill>
                <a:schemeClr val="bg1"/>
              </a:solidFill>
            </a:endParaRPr>
          </a:p>
          <a:p>
            <a:pPr algn="ctr"/>
            <a:r>
              <a:rPr lang="en-US" altLang="zh-TW" sz="6000" b="1">
                <a:solidFill>
                  <a:schemeClr val="bg1"/>
                </a:solidFill>
              </a:rPr>
              <a:t>Communion Rite</a:t>
            </a:r>
            <a:endParaRPr lang="en-US" altLang="zh-TW" sz="6000" b="1">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p:cNvSpPr>
            <a:spLocks noGrp="1"/>
          </p:cNvSpPr>
          <p:nvPr>
            <p:ph sz="half" idx="1"/>
          </p:nvPr>
        </p:nvSpPr>
        <p:spPr/>
        <p:txBody>
          <a:bodyPr/>
          <a:lstStyle/>
          <a:p>
            <a:pPr marL="0" indent="0">
              <a:buNone/>
            </a:pPr>
            <a:r>
              <a:rPr lang="zh-CN" altLang="en-US" dirty="0"/>
              <a:t>我们既遵从救主的训示，又承受祂的教导，才敢说：</a:t>
            </a:r>
            <a:endParaRPr lang="zh-CN" altLang="en-US" dirty="0"/>
          </a:p>
          <a:p>
            <a:endParaRPr lang="en-AU" dirty="0"/>
          </a:p>
        </p:txBody>
      </p:sp>
      <p:sp>
        <p:nvSpPr>
          <p:cNvPr id="4" name="Content Placeholder 3"/>
          <p:cNvSpPr>
            <a:spLocks noGrp="1"/>
          </p:cNvSpPr>
          <p:nvPr>
            <p:ph sz="half" idx="2"/>
          </p:nvPr>
        </p:nvSpPr>
        <p:spPr/>
        <p:txBody>
          <a:bodyPr>
            <a:normAutofit/>
          </a:bodyPr>
          <a:lstStyle/>
          <a:p>
            <a:pPr marL="0" indent="0" algn="l">
              <a:buNone/>
            </a:pPr>
            <a:r>
              <a:rPr lang="en-GB" sz="3200" dirty="0"/>
              <a:t>At the Saviour’s command, and formed by divine teaching, we dare to say, </a:t>
            </a:r>
            <a:endParaRPr lang="en-GB" sz="3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b="1" dirty="0"/>
              <a:t>我们的天父，愿祢的名受显扬；愿祢的国来临；愿祢的旨意奉行在人间，如同在天上。</a:t>
            </a:r>
            <a:endParaRPr lang="zh-CN" altLang="en-US" b="1" dirty="0"/>
          </a:p>
          <a:p>
            <a:endParaRPr lang="en-AU" dirty="0"/>
          </a:p>
        </p:txBody>
      </p:sp>
      <p:sp>
        <p:nvSpPr>
          <p:cNvPr id="4" name="Content Placeholder 3"/>
          <p:cNvSpPr>
            <a:spLocks noGrp="1"/>
          </p:cNvSpPr>
          <p:nvPr>
            <p:ph sz="half" idx="2"/>
          </p:nvPr>
        </p:nvSpPr>
        <p:spPr/>
        <p:txBody>
          <a:bodyPr/>
          <a:lstStyle/>
          <a:p>
            <a:pPr marL="0" indent="0" algn="l">
              <a:buNone/>
            </a:pPr>
            <a:r>
              <a:rPr lang="en-GB" sz="3200" b="1" dirty="0"/>
              <a:t>Our Father, who art in heaven, hallowed be thy name; thy kingdom come, thy will be done on earth as it is in heaven.</a:t>
            </a:r>
            <a:endParaRPr lang="en-GB" sz="3200" b="1" dirty="0"/>
          </a:p>
          <a:p>
            <a:pPr marL="0" indent="0">
              <a:buNone/>
            </a:pP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a:buNone/>
            </a:pPr>
            <a:r>
              <a:rPr lang="zh-CN" altLang="en-US" b="1" dirty="0"/>
              <a:t>求祢今天赏给我们日用的食粮；求祢宽恕我们的罪过，如同我们宽恕别人一样；不要让我们陷于诱惑，但救我们免于凶恶。</a:t>
            </a:r>
            <a:endParaRPr lang="zh-CN" altLang="en-US" b="1" dirty="0"/>
          </a:p>
          <a:p>
            <a:endParaRPr lang="en-AU" dirty="0"/>
          </a:p>
        </p:txBody>
      </p:sp>
      <p:sp>
        <p:nvSpPr>
          <p:cNvPr id="4" name="Content Placeholder 3"/>
          <p:cNvSpPr>
            <a:spLocks noGrp="1"/>
          </p:cNvSpPr>
          <p:nvPr>
            <p:ph sz="half" idx="2"/>
          </p:nvPr>
        </p:nvSpPr>
        <p:spPr/>
        <p:txBody>
          <a:bodyPr>
            <a:normAutofit fontScale="88000"/>
          </a:bodyPr>
          <a:lstStyle/>
          <a:p>
            <a:pPr marL="0" indent="0" algn="l">
              <a:buNone/>
            </a:pPr>
            <a:r>
              <a:rPr lang="en-GB" sz="3200" b="1" dirty="0"/>
              <a:t>Give us this day our daily bread, and forgive us our trespasses, as we forgive those who trespass against us; and lead us not into temptation, but deliver us from evil. </a:t>
            </a:r>
            <a:endParaRPr lang="en-GB" sz="3200" b="1"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dirty="0"/>
              <a:t>上主，求祢从一切灾祸中拯救我们，恩赐我们的时代得享平安；更求祢大发慈悲，保祐我们脱免罪恶，并在一切困扰中，</a:t>
            </a:r>
            <a:endParaRPr lang="zh-CN" altLang="en-US" dirty="0"/>
          </a:p>
          <a:p>
            <a:pPr hangingPunct="0"/>
            <a:endParaRPr lang="en-AU" dirty="0"/>
          </a:p>
        </p:txBody>
      </p:sp>
      <p:sp>
        <p:nvSpPr>
          <p:cNvPr id="4" name="Content Placeholder 3"/>
          <p:cNvSpPr>
            <a:spLocks noGrp="1"/>
          </p:cNvSpPr>
          <p:nvPr>
            <p:ph sz="half" idx="2"/>
          </p:nvPr>
        </p:nvSpPr>
        <p:spPr/>
        <p:txBody>
          <a:bodyPr>
            <a:normAutofit fontScale="97000"/>
          </a:bodyPr>
          <a:lstStyle/>
          <a:p>
            <a:pPr marL="0" indent="0" algn="l">
              <a:buNone/>
            </a:pPr>
            <a:r>
              <a:rPr lang="en-GB" sz="3200" dirty="0"/>
              <a:t>Deliver us, Lord, we pray, from every evil, graciously grant peace in our days, that, by the help of your mercy, we may be always free from sin</a:t>
            </a:r>
            <a:endParaRPr lang="en-AU" sz="3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获得安全，使我们虔诚期待永生的幸福，和救主耶稣的来临。</a:t>
            </a:r>
            <a:endParaRPr lang="en-AU" dirty="0"/>
          </a:p>
        </p:txBody>
      </p:sp>
      <p:sp>
        <p:nvSpPr>
          <p:cNvPr id="4" name="Content Placeholder 3"/>
          <p:cNvSpPr>
            <a:spLocks noGrp="1"/>
          </p:cNvSpPr>
          <p:nvPr>
            <p:ph sz="half" idx="2"/>
          </p:nvPr>
        </p:nvSpPr>
        <p:spPr/>
        <p:txBody>
          <a:bodyPr>
            <a:normAutofit/>
          </a:bodyPr>
          <a:lstStyle/>
          <a:p>
            <a:pPr marL="0" indent="0" algn="l">
              <a:buNone/>
            </a:pPr>
            <a:r>
              <a:rPr lang="en-GB" sz="3200" dirty="0"/>
              <a:t>and safe from all distress, as we await the blessed hope and the coming of our Saviour, Jesus Christ. </a:t>
            </a:r>
            <a:endParaRPr lang="en-AU" sz="3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天主经　</a:t>
            </a:r>
            <a:r>
              <a:rPr lang="en-AU" dirty="0"/>
              <a:t>The Lord’s Prayer</a:t>
            </a:r>
            <a:br>
              <a:rPr lang="en-AU" dirty="0"/>
            </a:br>
            <a:endParaRPr lang="en-AU" dirty="0"/>
          </a:p>
        </p:txBody>
      </p:sp>
      <p:sp>
        <p:nvSpPr>
          <p:cNvPr id="3" name="Content Placeholder 2"/>
          <p:cNvSpPr>
            <a:spLocks noGrp="1"/>
          </p:cNvSpPr>
          <p:nvPr>
            <p:ph sz="half" idx="1"/>
          </p:nvPr>
        </p:nvSpPr>
        <p:spPr/>
        <p:txBody>
          <a:bodyPr/>
          <a:lstStyle/>
          <a:p>
            <a:pPr marL="0" indent="0" algn="just" hangingPunct="0">
              <a:buNone/>
            </a:pPr>
            <a:r>
              <a:rPr lang="zh-CN" altLang="en-US" b="1" dirty="0"/>
              <a:t>天下万国，普世权威，一切荣耀，永归于祢。</a:t>
            </a:r>
            <a:endParaRPr lang="zh-CN" altLang="en-US" b="1" dirty="0"/>
          </a:p>
          <a:p>
            <a:pPr hangingPunct="0"/>
            <a:endParaRPr lang="en-AU" dirty="0"/>
          </a:p>
        </p:txBody>
      </p:sp>
      <p:sp>
        <p:nvSpPr>
          <p:cNvPr id="4" name="Content Placeholder 3"/>
          <p:cNvSpPr>
            <a:spLocks noGrp="1"/>
          </p:cNvSpPr>
          <p:nvPr>
            <p:ph sz="half" idx="2"/>
          </p:nvPr>
        </p:nvSpPr>
        <p:spPr/>
        <p:txBody>
          <a:bodyPr/>
          <a:lstStyle/>
          <a:p>
            <a:pPr marL="0" indent="0" algn="l">
              <a:buNone/>
            </a:pPr>
            <a:r>
              <a:rPr lang="en-GB" sz="3200" b="1" dirty="0"/>
              <a:t>For the kingdom, the power and the glory are yours now and for ever.</a:t>
            </a:r>
            <a:endParaRPr lang="en-GB" sz="3200" b="1" dirty="0"/>
          </a:p>
          <a:p>
            <a:pPr marL="0" indent="0">
              <a:buNone/>
            </a:pP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平安礼　</a:t>
            </a:r>
            <a:r>
              <a:rPr lang="en-AU" dirty="0"/>
              <a:t>Sign of Peace</a:t>
            </a:r>
            <a:br>
              <a:rPr lang="en-AU" dirty="0"/>
            </a:br>
            <a:endParaRPr lang="en-AU" dirty="0"/>
          </a:p>
        </p:txBody>
      </p:sp>
      <p:sp>
        <p:nvSpPr>
          <p:cNvPr id="3" name="Content Placeholder 2"/>
          <p:cNvSpPr>
            <a:spLocks noGrp="1"/>
          </p:cNvSpPr>
          <p:nvPr>
            <p:ph sz="half" idx="1"/>
          </p:nvPr>
        </p:nvSpPr>
        <p:spPr/>
        <p:txBody>
          <a:bodyPr/>
          <a:lstStyle/>
          <a:p>
            <a:pPr marL="0" indent="0" algn="just">
              <a:buNone/>
            </a:pPr>
            <a:r>
              <a:rPr lang="zh-CN" altLang="en-US" dirty="0"/>
              <a:t>主耶稣基督，祢曾对宗徒们说：「我将平安留给你们，将我的平安赏给你们。」</a:t>
            </a:r>
            <a:endParaRPr lang="zh-CN" altLang="en-US" dirty="0"/>
          </a:p>
          <a:p>
            <a:endParaRPr lang="en-AU" dirty="0"/>
          </a:p>
        </p:txBody>
      </p:sp>
      <p:sp>
        <p:nvSpPr>
          <p:cNvPr id="4" name="Content Placeholder 3"/>
          <p:cNvSpPr>
            <a:spLocks noGrp="1"/>
          </p:cNvSpPr>
          <p:nvPr>
            <p:ph sz="half" idx="2"/>
          </p:nvPr>
        </p:nvSpPr>
        <p:spPr/>
        <p:txBody>
          <a:bodyPr/>
          <a:lstStyle/>
          <a:p>
            <a:pPr marL="0" indent="0" algn="l">
              <a:buNone/>
            </a:pPr>
            <a:r>
              <a:rPr lang="en-GB" sz="3200" dirty="0"/>
              <a:t>Lord Jesus Christ, who said to your Apostles: Peace I give you, my peace I give you, </a:t>
            </a:r>
            <a:endParaRPr lang="en-GB" sz="3200"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平安礼　</a:t>
            </a:r>
            <a:r>
              <a:rPr lang="en-AU" dirty="0"/>
              <a:t>Sign of Peace</a:t>
            </a:r>
            <a:br>
              <a:rPr lang="en-AU" dirty="0"/>
            </a:br>
            <a:endParaRPr lang="en-AU" dirty="0"/>
          </a:p>
        </p:txBody>
      </p:sp>
      <p:sp>
        <p:nvSpPr>
          <p:cNvPr id="3" name="Content Placeholder 2"/>
          <p:cNvSpPr>
            <a:spLocks noGrp="1"/>
          </p:cNvSpPr>
          <p:nvPr>
            <p:ph sz="half" idx="1"/>
          </p:nvPr>
        </p:nvSpPr>
        <p:spPr/>
        <p:txBody>
          <a:bodyPr>
            <a:noAutofit/>
          </a:bodyPr>
          <a:lstStyle/>
          <a:p>
            <a:pPr marL="0" indent="0" algn="just" hangingPunct="0">
              <a:buNone/>
            </a:pPr>
            <a:r>
              <a:rPr lang="zh-CN" altLang="en-US" sz="4700" dirty="0"/>
              <a:t>求祢不要看我们的罪过，但看祢教会的信德，并按照祢的圣意，使教会安定团结，祢是天主，永生永王。</a:t>
            </a:r>
            <a:endParaRPr lang="zh-CN" altLang="en-US" sz="4700" dirty="0"/>
          </a:p>
          <a:p>
            <a:pPr marL="0" indent="0" hangingPunct="0">
              <a:buNone/>
            </a:pPr>
            <a:r>
              <a:rPr lang="zh-CN" altLang="en-US" sz="4700" b="1" dirty="0"/>
              <a:t>答：阿们。</a:t>
            </a:r>
            <a:endParaRPr lang="zh-CN" altLang="en-US" sz="4700" b="1" dirty="0"/>
          </a:p>
          <a:p>
            <a:pPr hangingPunct="0"/>
            <a:endParaRPr lang="zh-CN" altLang="en-US" sz="4300" b="1" dirty="0"/>
          </a:p>
        </p:txBody>
      </p:sp>
      <p:sp>
        <p:nvSpPr>
          <p:cNvPr id="4" name="Content Placeholder 3"/>
          <p:cNvSpPr>
            <a:spLocks noGrp="1"/>
          </p:cNvSpPr>
          <p:nvPr>
            <p:ph sz="half" idx="2"/>
          </p:nvPr>
        </p:nvSpPr>
        <p:spPr/>
        <p:txBody>
          <a:bodyPr>
            <a:normAutofit fontScale="94000"/>
          </a:bodyPr>
          <a:lstStyle/>
          <a:p>
            <a:pPr marL="0" indent="0" algn="l">
              <a:buNone/>
            </a:pPr>
            <a:r>
              <a:rPr lang="en-GB" sz="3000" dirty="0"/>
              <a:t>look not on our sins, but on the faith of your Church, and graciously grant her peace and unity in accordance with your will. Who live and reign for ever and ever.</a:t>
            </a:r>
            <a:endParaRPr lang="en-GB" sz="3000" dirty="0"/>
          </a:p>
          <a:p>
            <a:endParaRPr lang="en-GB" sz="3000" dirty="0"/>
          </a:p>
          <a:p>
            <a:pPr marL="0" indent="0">
              <a:buNone/>
            </a:pPr>
            <a:r>
              <a:rPr lang="en-GB" sz="3000" b="1" dirty="0"/>
              <a:t>R. Amen.</a:t>
            </a:r>
            <a:endParaRPr lang="en-GB" sz="3000" b="1" dirty="0"/>
          </a:p>
          <a:p>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平安礼　</a:t>
            </a:r>
            <a:r>
              <a:rPr lang="en-AU" dirty="0"/>
              <a:t>Sign of Peace</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dirty="0"/>
              <a:t>愿主的平安常与你们同在。</a:t>
            </a:r>
            <a:endParaRPr lang="zh-CN" altLang="en-US" dirty="0"/>
          </a:p>
          <a:p>
            <a:pPr marL="0" indent="0" algn="just" hangingPunct="0">
              <a:buNone/>
            </a:pPr>
            <a:r>
              <a:rPr lang="zh-CN" altLang="en-US" b="1" dirty="0"/>
              <a:t>答：也与你的心灵同在。</a:t>
            </a:r>
            <a:endParaRPr lang="en-AU" altLang="zh-CN" b="1" dirty="0"/>
          </a:p>
          <a:p>
            <a:pPr marL="0" indent="0" algn="just" hangingPunct="0">
              <a:buNone/>
            </a:pPr>
            <a:endParaRPr lang="zh-CN" altLang="en-US" dirty="0"/>
          </a:p>
          <a:p>
            <a:pPr marL="0" indent="0" algn="just" hangingPunct="0">
              <a:buNone/>
            </a:pPr>
            <a:r>
              <a:rPr lang="zh-CN" altLang="en-US" dirty="0"/>
              <a:t>请大家互祝平安。</a:t>
            </a:r>
            <a:endParaRPr lang="zh-CN" altLang="en-US" dirty="0"/>
          </a:p>
          <a:p>
            <a:pPr algn="just" hangingPunct="0"/>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The peace of the Lord be with you always. </a:t>
            </a:r>
            <a:endParaRPr lang="en-GB" dirty="0"/>
          </a:p>
          <a:p>
            <a:pPr algn="l"/>
            <a:endParaRPr lang="en-GB" dirty="0"/>
          </a:p>
          <a:p>
            <a:pPr marL="0" indent="0" algn="l">
              <a:buNone/>
            </a:pPr>
            <a:r>
              <a:rPr lang="en-GB" b="1" dirty="0"/>
              <a:t>R. And with your spirit. </a:t>
            </a:r>
            <a:endParaRPr lang="en-GB" b="1" dirty="0"/>
          </a:p>
          <a:p>
            <a:pPr algn="l"/>
            <a:endParaRPr lang="en-GB" dirty="0"/>
          </a:p>
          <a:p>
            <a:pPr marL="0" indent="0" algn="l">
              <a:buNone/>
            </a:pPr>
            <a:r>
              <a:rPr lang="en-GB" dirty="0"/>
              <a:t>Let us offer each other the sign of peace. </a:t>
            </a:r>
            <a:endParaRPr lang="en-GB" dirty="0"/>
          </a:p>
          <a:p>
            <a:pPr algn="l"/>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羔羊颂　</a:t>
            </a:r>
            <a:r>
              <a:rPr lang="en-AU" dirty="0"/>
              <a:t>Agnus Dei</a:t>
            </a:r>
            <a:br>
              <a:rPr lang="en-AU" dirty="0"/>
            </a:br>
            <a:endParaRPr lang="en-AU" dirty="0"/>
          </a:p>
        </p:txBody>
      </p:sp>
      <p:sp>
        <p:nvSpPr>
          <p:cNvPr id="3" name="Content Placeholder 2"/>
          <p:cNvSpPr>
            <a:spLocks noGrp="1"/>
          </p:cNvSpPr>
          <p:nvPr>
            <p:ph sz="half" idx="1"/>
          </p:nvPr>
        </p:nvSpPr>
        <p:spPr/>
        <p:txBody>
          <a:bodyPr>
            <a:noAutofit/>
          </a:bodyPr>
          <a:lstStyle/>
          <a:p>
            <a:pPr marL="0" indent="0" algn="just" hangingPunct="0">
              <a:buNone/>
            </a:pPr>
            <a:r>
              <a:rPr lang="zh-CN" altLang="en-US" b="1" dirty="0"/>
              <a:t>除免世罪的天主羔羊，</a:t>
            </a:r>
            <a:r>
              <a:rPr lang="zh-CN" altLang="en-US" b="1" dirty="0"/>
              <a:t>求祢垂憐我们。</a:t>
            </a:r>
            <a:endParaRPr lang="zh-CN" altLang="en-US" b="1" dirty="0"/>
          </a:p>
          <a:p>
            <a:pPr marL="0" indent="0" algn="just" hangingPunct="0">
              <a:buNone/>
            </a:pPr>
            <a:endParaRPr lang="en-US" altLang="zh-CN" b="1" dirty="0"/>
          </a:p>
          <a:p>
            <a:pPr marL="0" indent="0" algn="just" hangingPunct="0">
              <a:buNone/>
            </a:pPr>
            <a:r>
              <a:rPr lang="zh-CN" altLang="en-US" b="1" dirty="0"/>
              <a:t>除免世罪的天主羔羊，求祢垂憐我们。</a:t>
            </a:r>
            <a:endParaRPr lang="zh-CN" altLang="en-US" dirty="0"/>
          </a:p>
        </p:txBody>
      </p:sp>
      <p:sp>
        <p:nvSpPr>
          <p:cNvPr id="4" name="Content Placeholder 3"/>
          <p:cNvSpPr>
            <a:spLocks noGrp="1"/>
          </p:cNvSpPr>
          <p:nvPr>
            <p:ph sz="half" idx="2"/>
          </p:nvPr>
        </p:nvSpPr>
        <p:spPr/>
        <p:txBody>
          <a:bodyPr/>
          <a:lstStyle/>
          <a:p>
            <a:pPr marL="0" indent="0" algn="l">
              <a:buNone/>
            </a:pPr>
            <a:r>
              <a:rPr lang="en-GB" b="1" dirty="0"/>
              <a:t>Lamb of God, you take away the sins of the world. Have mercy on us.</a:t>
            </a:r>
            <a:endParaRPr lang="en-GB" b="1" dirty="0"/>
          </a:p>
          <a:p>
            <a:pPr marL="0" indent="0" algn="l">
              <a:buNone/>
            </a:pPr>
            <a:endParaRPr lang="en-GB" b="1" dirty="0"/>
          </a:p>
          <a:p>
            <a:pPr marL="0" indent="0" algn="l">
              <a:buNone/>
            </a:pPr>
            <a:r>
              <a:rPr lang="en-GB" b="1" dirty="0"/>
              <a:t>Lamb of God, you take away the sins of the world. Have mercy on us.</a:t>
            </a:r>
            <a:endParaRPr lang="en-GB" b="1" dirty="0"/>
          </a:p>
          <a:p>
            <a:pPr marL="0" indent="0" algn="l">
              <a:buNone/>
            </a:pPr>
            <a:endParaRPr lang="en-GB" b="1" dirty="0"/>
          </a:p>
          <a:p>
            <a:pPr marL="0" indent="0" algn="l">
              <a:buNone/>
            </a:pPr>
            <a:endParaRPr lang="en-GB" b="1" dirty="0"/>
          </a:p>
        </p:txBody>
      </p:sp>
      <p:grpSp>
        <p:nvGrpSpPr>
          <p:cNvPr id="5" name="Group 4"/>
          <p:cNvGrpSpPr/>
          <p:nvPr/>
        </p:nvGrpSpPr>
        <p:grpSpPr>
          <a:xfrm>
            <a:off x="7433919" y="5904362"/>
            <a:ext cx="1301539" cy="599878"/>
            <a:chOff x="7433919" y="5004791"/>
            <a:chExt cx="1301539" cy="599878"/>
          </a:xfrm>
          <a:solidFill>
            <a:srgbClr val="55725D"/>
          </a:solidFill>
        </p:grpSpPr>
        <p:sp>
          <p:nvSpPr>
            <p:cNvPr id="7" name="Rectangle: Rounded Corners 6"/>
            <p:cNvSpPr/>
            <p:nvPr/>
          </p:nvSpPr>
          <p:spPr>
            <a:xfrm>
              <a:off x="7433919" y="5004791"/>
              <a:ext cx="1301539" cy="599878"/>
            </a:xfrm>
            <a:prstGeom prst="roundRect">
              <a:avLst/>
            </a:prstGeom>
            <a:grp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下跪</a:t>
              </a:r>
              <a:endParaRPr lang="en-US" sz="2400" b="1" dirty="0"/>
            </a:p>
          </p:txBody>
        </p:sp>
        <p:pic>
          <p:nvPicPr>
            <p:cNvPr id="8" name="Picture 7" descr="A black silhouette of a person kneeling on his knees&#10;&#10;AI-generated content may be incorrect."/>
            <p:cNvPicPr>
              <a:picLocks noChangeAspect="1"/>
            </p:cNvPicPr>
            <p:nvPr/>
          </p:nvPicPr>
          <p:blipFill>
            <a:blip r:embed="rId1">
              <a:lum bright="70000" contrast="-70000"/>
              <a:extLst>
                <a:ext uri="{BEBA8EAE-BF5A-486C-A8C5-ECC9F3942E4B}">
                  <a14:imgProps xmlns:a14="http://schemas.microsoft.com/office/drawing/2010/main">
                    <a14:imgLayer r:embed="rId2">
                      <a14:imgEffect>
                        <a14:backgroundRemoval t="10000" b="90000" l="10000" r="90000"/>
                      </a14:imgEffect>
                    </a14:imgLayer>
                  </a14:imgProps>
                </a:ext>
              </a:extLst>
            </a:blip>
            <a:stretch>
              <a:fillRect/>
            </a:stretch>
          </p:blipFill>
          <p:spPr>
            <a:xfrm>
              <a:off x="7524425" y="5092302"/>
              <a:ext cx="463437" cy="424855"/>
            </a:xfrm>
            <a:prstGeom prst="rect">
              <a:avLst/>
            </a:prstGeom>
            <a:grpFill/>
            <a:ln>
              <a:solidFill>
                <a:srgbClr val="55725D"/>
              </a:solid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羔羊颂　</a:t>
            </a:r>
            <a:r>
              <a:rPr lang="en-AU" dirty="0"/>
              <a:t>Agnus Dei</a:t>
            </a:r>
            <a:br>
              <a:rPr lang="en-AU" dirty="0"/>
            </a:br>
            <a:endParaRPr lang="en-AU" dirty="0"/>
          </a:p>
        </p:txBody>
      </p:sp>
      <p:sp>
        <p:nvSpPr>
          <p:cNvPr id="3" name="Content Placeholder 2"/>
          <p:cNvSpPr>
            <a:spLocks noGrp="1"/>
          </p:cNvSpPr>
          <p:nvPr>
            <p:ph sz="half" idx="1"/>
          </p:nvPr>
        </p:nvSpPr>
        <p:spPr/>
        <p:txBody>
          <a:bodyPr>
            <a:noAutofit/>
          </a:bodyPr>
          <a:lstStyle/>
          <a:p>
            <a:pPr marL="0" indent="0" algn="just" hangingPunct="0">
              <a:buNone/>
            </a:pPr>
            <a:r>
              <a:rPr lang="zh-CN" altLang="en-US" b="1" dirty="0"/>
              <a:t>除免世罪的天主羔羊，求祢賜給我们平安。</a:t>
            </a:r>
            <a:endParaRPr lang="zh-CN" altLang="en-US" dirty="0"/>
          </a:p>
          <a:p>
            <a:pPr algn="just" hangingPunct="0"/>
            <a:endParaRPr lang="zh-CN" altLang="en-US" dirty="0"/>
          </a:p>
        </p:txBody>
      </p:sp>
      <p:sp>
        <p:nvSpPr>
          <p:cNvPr id="4" name="Content Placeholder 3"/>
          <p:cNvSpPr>
            <a:spLocks noGrp="1"/>
          </p:cNvSpPr>
          <p:nvPr>
            <p:ph sz="half" idx="2"/>
          </p:nvPr>
        </p:nvSpPr>
        <p:spPr/>
        <p:txBody>
          <a:bodyPr/>
          <a:lstStyle/>
          <a:p>
            <a:pPr marL="0" indent="0" algn="l">
              <a:buNone/>
            </a:pPr>
            <a:r>
              <a:rPr lang="en-GB" b="1" dirty="0"/>
              <a:t>Lamb of God, you take away the sins of the world. Grant us peace.</a:t>
            </a:r>
            <a:endParaRPr lang="en-GB" b="1" dirty="0"/>
          </a:p>
          <a:p>
            <a:pPr algn="l"/>
            <a:endParaRPr lang="en-GB" b="1" dirty="0"/>
          </a:p>
        </p:txBody>
      </p:sp>
      <p:grpSp>
        <p:nvGrpSpPr>
          <p:cNvPr id="5" name="Group 4"/>
          <p:cNvGrpSpPr/>
          <p:nvPr/>
        </p:nvGrpSpPr>
        <p:grpSpPr>
          <a:xfrm>
            <a:off x="7433919" y="5904362"/>
            <a:ext cx="1301539" cy="599878"/>
            <a:chOff x="7433919" y="5004791"/>
            <a:chExt cx="1301539" cy="599878"/>
          </a:xfrm>
          <a:solidFill>
            <a:srgbClr val="55725D"/>
          </a:solidFill>
        </p:grpSpPr>
        <p:sp>
          <p:nvSpPr>
            <p:cNvPr id="7" name="Rectangle: Rounded Corners 6"/>
            <p:cNvSpPr/>
            <p:nvPr/>
          </p:nvSpPr>
          <p:spPr>
            <a:xfrm>
              <a:off x="7433919" y="5004791"/>
              <a:ext cx="1301539" cy="599878"/>
            </a:xfrm>
            <a:prstGeom prst="roundRect">
              <a:avLst/>
            </a:prstGeom>
            <a:grp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下跪</a:t>
              </a:r>
              <a:endParaRPr lang="en-US" sz="2400" b="1" dirty="0"/>
            </a:p>
          </p:txBody>
        </p:sp>
        <p:pic>
          <p:nvPicPr>
            <p:cNvPr id="8" name="Picture 7" descr="A black silhouette of a person kneeling on his knees&#10;&#10;AI-generated content may be incorrect."/>
            <p:cNvPicPr>
              <a:picLocks noChangeAspect="1"/>
            </p:cNvPicPr>
            <p:nvPr/>
          </p:nvPicPr>
          <p:blipFill>
            <a:blip r:embed="rId1">
              <a:lum bright="70000" contrast="-70000"/>
              <a:extLst>
                <a:ext uri="{BEBA8EAE-BF5A-486C-A8C5-ECC9F3942E4B}">
                  <a14:imgProps xmlns:a14="http://schemas.microsoft.com/office/drawing/2010/main">
                    <a14:imgLayer r:embed="rId2">
                      <a14:imgEffect>
                        <a14:backgroundRemoval t="10000" b="90000" l="10000" r="90000"/>
                      </a14:imgEffect>
                    </a14:imgLayer>
                  </a14:imgProps>
                </a:ext>
              </a:extLst>
            </a:blip>
            <a:stretch>
              <a:fillRect/>
            </a:stretch>
          </p:blipFill>
          <p:spPr>
            <a:xfrm>
              <a:off x="7524425" y="5092302"/>
              <a:ext cx="463437" cy="424855"/>
            </a:xfrm>
            <a:prstGeom prst="rect">
              <a:avLst/>
            </a:prstGeom>
            <a:grpFill/>
            <a:ln>
              <a:solidFill>
                <a:srgbClr val="55725D"/>
              </a:solid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领圣体礼　Communion Rite</a:t>
            </a:r>
            <a:br>
              <a:rPr lang="zh-TW" altLang="en-US"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请看，天主的羔羊；请看，除免世罪者。蒙召来赴圣宴的人，是有福的。</a:t>
            </a:r>
            <a:endParaRPr lang="zh-CN" altLang="en-US" dirty="0"/>
          </a:p>
          <a:p>
            <a:pPr algn="just"/>
            <a:endParaRPr lang="en-AU" dirty="0"/>
          </a:p>
        </p:txBody>
      </p:sp>
      <p:sp>
        <p:nvSpPr>
          <p:cNvPr id="4" name="Content Placeholder 3"/>
          <p:cNvSpPr>
            <a:spLocks noGrp="1"/>
          </p:cNvSpPr>
          <p:nvPr>
            <p:ph sz="half" idx="2"/>
          </p:nvPr>
        </p:nvSpPr>
        <p:spPr/>
        <p:txBody>
          <a:bodyPr>
            <a:normAutofit/>
          </a:bodyPr>
          <a:lstStyle/>
          <a:p>
            <a:pPr marL="0" indent="0" algn="l">
              <a:buNone/>
            </a:pPr>
            <a:r>
              <a:rPr lang="en-GB" dirty="0"/>
              <a:t>Behold the Lamb of God, behold him who takes away the sins of the world. Blessed are those called to the supper of the Lamb. </a:t>
            </a:r>
            <a:endParaRPr lang="en-GB" dirty="0"/>
          </a:p>
          <a:p>
            <a:pPr algn="l"/>
            <a:endParaRPr lang="en-GB" dirty="0"/>
          </a:p>
          <a:p>
            <a:pPr algn="l"/>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领圣体礼　Communion Rite</a:t>
            </a:r>
            <a:br>
              <a:rPr lang="zh-TW" altLang="en-US"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b="1" dirty="0"/>
              <a:t>主，我当不起祢到我的心里来，只要祢说一句话，我的灵魂就会痊癒。</a:t>
            </a:r>
            <a:endParaRPr lang="zh-CN" altLang="en-US" b="1" dirty="0"/>
          </a:p>
          <a:p>
            <a:pPr algn="just" hangingPunct="0"/>
            <a:endParaRPr lang="en-AU" dirty="0"/>
          </a:p>
        </p:txBody>
      </p:sp>
      <p:sp>
        <p:nvSpPr>
          <p:cNvPr id="4" name="Content Placeholder 3"/>
          <p:cNvSpPr>
            <a:spLocks noGrp="1"/>
          </p:cNvSpPr>
          <p:nvPr>
            <p:ph sz="half" idx="2"/>
          </p:nvPr>
        </p:nvSpPr>
        <p:spPr/>
        <p:txBody>
          <a:bodyPr>
            <a:normAutofit/>
          </a:bodyPr>
          <a:lstStyle/>
          <a:p>
            <a:pPr marL="0" indent="0" algn="l">
              <a:buNone/>
            </a:pPr>
            <a:r>
              <a:rPr lang="en-GB" sz="3200" b="1" dirty="0"/>
              <a:t>Lord, I am not worthy that you should enter under my roof,  but only say the word and my soul shall be healed. </a:t>
            </a:r>
            <a:endParaRPr lang="en-GB" sz="3200"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领主咏　</a:t>
            </a:r>
            <a:r>
              <a:rPr lang="en-AU" dirty="0"/>
              <a:t>Communion Hymn</a:t>
            </a:r>
            <a:br>
              <a:rPr lang="en-AU" dirty="0"/>
            </a:br>
            <a:endParaRPr lang="en-AU" dirty="0"/>
          </a:p>
        </p:txBody>
      </p:sp>
      <p:sp>
        <p:nvSpPr>
          <p:cNvPr id="3" name="Content Placeholder 2"/>
          <p:cNvSpPr>
            <a:spLocks noGrp="1"/>
          </p:cNvSpPr>
          <p:nvPr>
            <p:ph sz="half" idx="1"/>
          </p:nvPr>
        </p:nvSpPr>
        <p:spPr/>
        <p:txBody>
          <a:bodyPr rtlCol="0" anchor="t">
            <a:normAutofit/>
          </a:bodyPr>
          <a:lstStyle/>
          <a:p>
            <a:pPr algn="ctr"/>
            <a:r>
              <a:rPr lang="zh-CN" altLang="en-US" sz="6600" b="1" dirty="0">
                <a:solidFill>
                  <a:srgbClr val="C00000"/>
                </a:solidFill>
                <a:latin typeface="楷体"/>
                <a:ea typeface="楷体"/>
              </a:rPr>
              <a:t>领主咏 / 领圣体歌 · 请手动填入</a:t>
            </a:r>
            <a:endParaRPr lang="zh-CN" altLang="en-US" sz="6600" b="1" dirty="0">
              <a:solidFill>
                <a:srgbClr val="C00000"/>
              </a:solidFill>
              <a:latin typeface="楷体"/>
              <a:ea typeface="楷体"/>
            </a:endParaRPr>
          </a:p>
        </p:txBody>
      </p:sp>
      <p:sp>
        <p:nvSpPr>
          <p:cNvPr id="4" name="Content Placeholder 3"/>
          <p:cNvSpPr>
            <a:spLocks noGrp="1"/>
          </p:cNvSpPr>
          <p:nvPr>
            <p:ph sz="half" idx="2"/>
          </p:nvPr>
        </p:nvSpPr>
        <p:spPr/>
        <p:txBody>
          <a:bodyPr/>
          <a:lstStyle/>
          <a:p>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领圣体后经　</a:t>
            </a:r>
            <a:r>
              <a:rPr lang="en-US" altLang="zh-TW" dirty="0"/>
              <a:t>Prayer after Communion</a:t>
            </a:r>
            <a:br>
              <a:rPr lang="zh-TW" altLang="en-US"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sz="4800" dirty="0"/>
              <a:t>{{领圣体后经_CN}}</a:t>
            </a:r>
            <a:endParaRPr lang="zh-CN" altLang="en-US" sz="4800" dirty="0"/>
          </a:p>
        </p:txBody>
      </p:sp>
      <p:sp>
        <p:nvSpPr>
          <p:cNvPr id="4" name="Content Placeholder 3"/>
          <p:cNvSpPr>
            <a:spLocks noGrp="1"/>
          </p:cNvSpPr>
          <p:nvPr>
            <p:ph sz="half" idx="2"/>
          </p:nvPr>
        </p:nvSpPr>
        <p:spPr/>
        <p:txBody>
          <a:bodyPr>
            <a:normAutofit/>
          </a:bodyPr>
          <a:lstStyle/>
          <a:p>
            <a:pPr marL="0" indent="0" algn="l">
              <a:buNone/>
            </a:pPr>
            <a:r>
              <a:rPr lang="en-US" altLang="zh-CN" sz="2800" dirty="0"/>
              <a:t>{{领圣体后经_EN}}</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AU" altLang="zh-TW" sz="9600" dirty="0"/>
            </a:br>
            <a:r>
              <a:rPr lang="zh-TW" altLang="en-US" sz="9600" dirty="0"/>
              <a:t>堂区报告</a:t>
            </a:r>
            <a:br>
              <a:rPr lang="zh-TW" altLang="en-US" sz="9600" dirty="0"/>
            </a:br>
            <a:r>
              <a:rPr lang="en-US" altLang="zh-TW" sz="6000" dirty="0"/>
              <a:t>Parish</a:t>
            </a:r>
            <a:r>
              <a:rPr lang="en-US" altLang="zh-TW" dirty="0"/>
              <a:t> </a:t>
            </a:r>
            <a:r>
              <a:rPr lang="en-US" altLang="zh-TW" sz="6000" dirty="0"/>
              <a:t>Announcements</a:t>
            </a:r>
            <a:br>
              <a:rPr lang="en-US" altLang="zh-TW" dirty="0"/>
            </a:br>
            <a:endParaRPr lang="en-AU" dirty="0"/>
          </a:p>
        </p:txBody>
      </p:sp>
      <p:grpSp>
        <p:nvGrpSpPr>
          <p:cNvPr id="4" name="Group 3"/>
          <p:cNvGrpSpPr/>
          <p:nvPr/>
        </p:nvGrpSpPr>
        <p:grpSpPr>
          <a:xfrm>
            <a:off x="7433919" y="5840308"/>
            <a:ext cx="1301539" cy="599878"/>
            <a:chOff x="7433919" y="5840308"/>
            <a:chExt cx="1301539" cy="599878"/>
          </a:xfrm>
          <a:solidFill>
            <a:srgbClr val="BCCCBE"/>
          </a:solidFill>
        </p:grpSpPr>
        <p:sp>
          <p:nvSpPr>
            <p:cNvPr id="5" name="Rectangle: Rounded Corners 4"/>
            <p:cNvSpPr/>
            <p:nvPr/>
          </p:nvSpPr>
          <p:spPr>
            <a:xfrm>
              <a:off x="7433919" y="5840308"/>
              <a:ext cx="1301539" cy="59987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solidFill>
                    <a:schemeClr val="tx1"/>
                  </a:solidFill>
                </a:rPr>
                <a:t>坐下</a:t>
              </a:r>
              <a:endParaRPr lang="en-US" sz="2400" b="1" dirty="0">
                <a:solidFill>
                  <a:schemeClr val="tx1"/>
                </a:solidFill>
              </a:endParaRPr>
            </a:p>
          </p:txBody>
        </p:sp>
        <p:pic>
          <p:nvPicPr>
            <p:cNvPr id="7" name="Picture 6" descr="A black and white sign of a person sitting in a chair&#10;&#10;AI-generated content may be incorrect."/>
            <p:cNvPicPr>
              <a:picLocks noChangeAspect="1"/>
            </p:cNvPicPr>
            <p:nvPr/>
          </p:nvPicPr>
          <p:blipFill>
            <a:blip r:embed="rId1">
              <a:biLevel thresh="25000"/>
              <a:extLst>
                <a:ext uri="{BEBA8EAE-BF5A-486C-A8C5-ECC9F3942E4B}">
                  <a14:imgProps xmlns:a14="http://schemas.microsoft.com/office/drawing/2010/main">
                    <a14:imgLayer r:embed="rId2">
                      <a14:imgEffect>
                        <a14:backgroundRemoval t="10000" b="90000" l="10000" r="90000"/>
                      </a14:imgEffect>
                    </a14:imgLayer>
                  </a14:imgProps>
                </a:ext>
              </a:extLst>
            </a:blip>
            <a:stretch>
              <a:fillRect/>
            </a:stretch>
          </p:blipFill>
          <p:spPr>
            <a:xfrm>
              <a:off x="7498080" y="5928700"/>
              <a:ext cx="410444" cy="436540"/>
            </a:xfrm>
            <a:prstGeom prst="rect">
              <a:avLst/>
            </a:prstGeom>
            <a:grpFill/>
            <a:ln>
              <a:no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TW" altLang="en-US" dirty="0">
                <a:solidFill>
                  <a:schemeClr val="bg1"/>
                </a:solidFill>
              </a:rPr>
              <a:t>堂区报告　</a:t>
            </a:r>
            <a:r>
              <a:rPr lang="en-US" altLang="zh-TW" dirty="0">
                <a:solidFill>
                  <a:schemeClr val="bg1"/>
                </a:solidFill>
              </a:rPr>
              <a:t>Parish Announcements</a:t>
            </a:r>
            <a:endParaRPr lang="en-AU" dirty="0"/>
          </a:p>
        </p:txBody>
      </p:sp>
      <p:grpSp>
        <p:nvGrpSpPr>
          <p:cNvPr id="11" name="Group 10"/>
          <p:cNvGrpSpPr/>
          <p:nvPr/>
        </p:nvGrpSpPr>
        <p:grpSpPr>
          <a:xfrm>
            <a:off x="345989" y="1279520"/>
            <a:ext cx="8460260" cy="790402"/>
            <a:chOff x="345989" y="1704108"/>
            <a:chExt cx="8460260" cy="790402"/>
          </a:xfrm>
          <a:solidFill>
            <a:srgbClr val="767F77"/>
          </a:solidFill>
        </p:grpSpPr>
        <p:sp>
          <p:nvSpPr>
            <p:cNvPr id="4" name="Rectangle: Rounded Corners 3"/>
            <p:cNvSpPr/>
            <p:nvPr/>
          </p:nvSpPr>
          <p:spPr>
            <a:xfrm>
              <a:off x="345989" y="1704108"/>
              <a:ext cx="8460260" cy="79040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600" b="1" dirty="0">
                  <a:solidFill>
                    <a:srgbClr val="C00000"/>
                  </a:solidFill>
                  <a:latin typeface="DFKai-SB"/>
                  <a:ea typeface="DFKai-SB"/>
                </a:rPr>
                <a:t>请手动填入</a:t>
              </a:r>
              <a:endParaRPr lang="zh-CN" altLang="en-US" sz="3600" b="1" dirty="0">
                <a:solidFill>
                  <a:srgbClr val="C00000"/>
                </a:solidFill>
                <a:latin typeface="DFKai-SB"/>
                <a:ea typeface="DFKai-SB"/>
              </a:endParaRPr>
            </a:p>
          </p:txBody>
        </p:sp>
        <p:pic>
          <p:nvPicPr>
            <p:cNvPr id="6" name="Graphic 5" descr="Anchor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2606826">
              <a:off x="2835831" y="1774320"/>
              <a:ext cx="578845" cy="578845"/>
            </a:xfrm>
            <a:prstGeom prst="rect">
              <a:avLst/>
            </a:prstGeom>
          </p:spPr>
        </p:pic>
      </p:grpSp>
      <p:sp>
        <p:nvSpPr>
          <p:cNvPr id="7" name="Rectangle: Rounded Corners 6"/>
          <p:cNvSpPr/>
          <p:nvPr/>
        </p:nvSpPr>
        <p:spPr>
          <a:xfrm>
            <a:off x="1879869" y="2319765"/>
            <a:ext cx="6926380"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dirty="0"/>
          </a:p>
        </p:txBody>
      </p:sp>
      <p:pic>
        <p:nvPicPr>
          <p:cNvPr id="9" name="Graphic 8" descr="Daily calendar with solid fill"/>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988" y="2156440"/>
            <a:ext cx="1117051" cy="1117051"/>
          </a:xfrm>
          <a:prstGeom prst="rect">
            <a:avLst/>
          </a:prstGeom>
        </p:spPr>
      </p:pic>
      <p:sp>
        <p:nvSpPr>
          <p:cNvPr id="10" name="Rectangle: Rounded Corners 9"/>
          <p:cNvSpPr/>
          <p:nvPr/>
        </p:nvSpPr>
        <p:spPr>
          <a:xfrm>
            <a:off x="1879869" y="3352633"/>
            <a:ext cx="6830862"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dirty="0"/>
          </a:p>
        </p:txBody>
      </p:sp>
      <p:pic>
        <p:nvPicPr>
          <p:cNvPr id="13" name="Graphic 12" descr="Magnifying glass with solid fill"/>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39" y="5245764"/>
            <a:ext cx="914400" cy="914400"/>
          </a:xfrm>
          <a:prstGeom prst="rect">
            <a:avLst/>
          </a:prstGeom>
        </p:spPr>
      </p:pic>
      <p:pic>
        <p:nvPicPr>
          <p:cNvPr id="15" name="Graphic 14" descr="Marker with solid fill"/>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3269" y="4239276"/>
            <a:ext cx="914400" cy="914400"/>
          </a:xfrm>
          <a:prstGeom prst="rect">
            <a:avLst/>
          </a:prstGeom>
        </p:spPr>
      </p:pic>
      <p:pic>
        <p:nvPicPr>
          <p:cNvPr id="17" name="Graphic 16" descr="Clock with solid fill"/>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3269" y="3232788"/>
            <a:ext cx="914400" cy="914400"/>
          </a:xfrm>
          <a:prstGeom prst="rect">
            <a:avLst/>
          </a:prstGeom>
        </p:spPr>
      </p:pic>
      <p:sp>
        <p:nvSpPr>
          <p:cNvPr id="18" name="Rectangle: Rounded Corners 17"/>
          <p:cNvSpPr/>
          <p:nvPr/>
        </p:nvSpPr>
        <p:spPr>
          <a:xfrm>
            <a:off x="1879868" y="4385501"/>
            <a:ext cx="6830862"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dirty="0"/>
          </a:p>
        </p:txBody>
      </p:sp>
      <p:sp>
        <p:nvSpPr>
          <p:cNvPr id="19" name="Rectangle: Rounded Corners 18"/>
          <p:cNvSpPr/>
          <p:nvPr/>
        </p:nvSpPr>
        <p:spPr>
          <a:xfrm>
            <a:off x="1879868" y="5418369"/>
            <a:ext cx="6830862" cy="790402"/>
          </a:xfrm>
          <a:prstGeom prst="roundRect">
            <a:avLst>
              <a:gd name="adj" fmla="val 50000"/>
            </a:avLst>
          </a:prstGeom>
          <a:solidFill>
            <a:srgbClr val="767F77"/>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p>
            <a:endParaRPr dirty="0"/>
          </a:p>
        </p:txBody>
      </p:sp>
      <p:pic>
        <p:nvPicPr>
          <p:cNvPr id="3" name="Graphic 2" descr="Anchor with solid fill"/>
          <p:cNvPicPr>
            <a:picLocks noChangeAspect="1"/>
          </p:cNvPicPr>
          <p:nvPr/>
        </p:nvPicPr>
        <p:blipFill>
          <a:blip r:embed="rId1">
            <a:extLst>
              <a:ext uri="{96DAC541-7B7A-43D3-8B79-37D633B846F1}">
                <asvg:svgBlip xmlns:asvg="http://schemas.microsoft.com/office/drawing/2016/SVG/main" r:embed="rId11"/>
              </a:ext>
            </a:extLst>
          </a:blip>
          <a:stretch>
            <a:fillRect/>
          </a:stretch>
        </p:blipFill>
        <p:spPr>
          <a:xfrm rot="18980577">
            <a:off x="2760927" y="1392718"/>
            <a:ext cx="614717" cy="61471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降福　</a:t>
            </a:r>
            <a:r>
              <a:rPr lang="en-AU" dirty="0"/>
              <a:t>Final Blessing　</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endParaRPr lang="en-AU" altLang="zh-CN" dirty="0"/>
          </a:p>
          <a:p>
            <a:pPr marL="0" indent="0" algn="just">
              <a:buNone/>
            </a:pPr>
            <a:r>
              <a:rPr lang="zh-CN" altLang="en-US" dirty="0"/>
              <a:t>愿主与你们同在。</a:t>
            </a:r>
            <a:endParaRPr lang="zh-CN" altLang="en-US" dirty="0"/>
          </a:p>
          <a:p>
            <a:pPr marL="0" indent="0" algn="just">
              <a:buNone/>
            </a:pPr>
            <a:endParaRPr lang="en-AU" altLang="zh-CN" b="1" dirty="0"/>
          </a:p>
          <a:p>
            <a:pPr marL="0" indent="0" algn="just">
              <a:buNone/>
            </a:pPr>
            <a:r>
              <a:rPr lang="zh-CN" altLang="en-US" b="1" dirty="0"/>
              <a:t>答：也与你的心灵同在。</a:t>
            </a:r>
            <a:endParaRPr lang="zh-CN" altLang="en-US" dirty="0"/>
          </a:p>
        </p:txBody>
      </p:sp>
      <p:sp>
        <p:nvSpPr>
          <p:cNvPr id="4" name="Content Placeholder 3"/>
          <p:cNvSpPr>
            <a:spLocks noGrp="1"/>
          </p:cNvSpPr>
          <p:nvPr>
            <p:ph sz="half" idx="2"/>
          </p:nvPr>
        </p:nvSpPr>
        <p:spPr/>
        <p:txBody>
          <a:bodyPr>
            <a:normAutofit/>
          </a:bodyPr>
          <a:lstStyle/>
          <a:p>
            <a:pPr marL="0" indent="0" algn="l">
              <a:buNone/>
            </a:pPr>
            <a:endParaRPr lang="en-GB" sz="3200" dirty="0"/>
          </a:p>
          <a:p>
            <a:pPr marL="0" indent="0" algn="l">
              <a:buNone/>
            </a:pPr>
            <a:r>
              <a:rPr lang="en-GB" sz="3200" dirty="0"/>
              <a:t>The Lord be with you.</a:t>
            </a:r>
            <a:endParaRPr lang="en-GB" sz="3200" dirty="0"/>
          </a:p>
          <a:p>
            <a:pPr marL="0" indent="0" algn="l">
              <a:buNone/>
            </a:pPr>
            <a:endParaRPr lang="en-GB" sz="3200" dirty="0"/>
          </a:p>
          <a:p>
            <a:pPr marL="0" indent="0" algn="l">
              <a:buNone/>
            </a:pPr>
            <a:r>
              <a:rPr lang="en-GB" sz="3200" b="1" dirty="0"/>
              <a:t>R. And with your spirit.</a:t>
            </a:r>
            <a:endParaRPr lang="en-GB" sz="3200" b="1" dirty="0"/>
          </a:p>
          <a:p>
            <a:pPr algn="l"/>
            <a:endParaRPr lang="en-GB" dirty="0"/>
          </a:p>
          <a:p>
            <a:pPr algn="l"/>
            <a:endParaRPr lang="en-GB" dirty="0"/>
          </a:p>
          <a:p>
            <a:pPr algn="l"/>
            <a:endParaRPr lang="en-GB" dirty="0"/>
          </a:p>
          <a:p>
            <a:pPr algn="l"/>
            <a:endParaRPr lang="en-AU" dirty="0"/>
          </a:p>
        </p:txBody>
      </p:sp>
      <p:grpSp>
        <p:nvGrpSpPr>
          <p:cNvPr id="6" name="Group 5"/>
          <p:cNvGrpSpPr/>
          <p:nvPr/>
        </p:nvGrpSpPr>
        <p:grpSpPr>
          <a:xfrm>
            <a:off x="7514746" y="5835491"/>
            <a:ext cx="1193338" cy="590417"/>
            <a:chOff x="7615646" y="5917473"/>
            <a:chExt cx="1193338" cy="590417"/>
          </a:xfrm>
        </p:grpSpPr>
        <p:sp>
          <p:nvSpPr>
            <p:cNvPr id="7" name="Rectangle: Rounded Corners 6"/>
            <p:cNvSpPr/>
            <p:nvPr/>
          </p:nvSpPr>
          <p:spPr>
            <a:xfrm>
              <a:off x="7615646" y="5917473"/>
              <a:ext cx="1193338" cy="590417"/>
            </a:xfrm>
            <a:prstGeom prst="roundRect">
              <a:avLst/>
            </a:prstGeom>
            <a:solidFill>
              <a:srgbClr val="55725D"/>
            </a:solidFill>
            <a:ln>
              <a:solidFill>
                <a:srgbClr val="557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TW" altLang="en-US" sz="2400" b="1" dirty="0"/>
                <a:t>站立</a:t>
              </a:r>
              <a:endParaRPr lang="en-US" sz="2400" b="1" dirty="0"/>
            </a:p>
          </p:txBody>
        </p:sp>
        <p:pic>
          <p:nvPicPr>
            <p:cNvPr id="8" name="Picture 7" descr="A black silhouette of a person and two children&#10;&#10;AI-generated content may be incorrect."/>
            <p:cNvPicPr>
              <a:picLocks noChangeAspect="1"/>
            </p:cNvPicPr>
            <p:nvPr/>
          </p:nvPicPr>
          <p:blipFill>
            <a:blip r:embed="rId1">
              <a:lum bright="70000" contrast="-70000"/>
              <a:extLst>
                <a:ext uri="{BEBA8EAE-BF5A-486C-A8C5-ECC9F3942E4B}">
                  <a14:imgProps xmlns:a14="http://schemas.microsoft.com/office/drawing/2010/main">
                    <a14:imgLayer r:embed="rId2">
                      <a14:imgEffect>
                        <a14:backgroundRemoval t="10000" b="90000" l="10000" r="90000"/>
                      </a14:imgEffect>
                    </a14:imgLayer>
                  </a14:imgProps>
                </a:ext>
              </a:extLst>
            </a:blip>
            <a:stretch>
              <a:fillRect/>
            </a:stretch>
          </p:blipFill>
          <p:spPr>
            <a:xfrm>
              <a:off x="7662476" y="6018360"/>
              <a:ext cx="444466" cy="388641"/>
            </a:xfrm>
            <a:prstGeom prst="rect">
              <a:avLst/>
            </a:prstGeom>
            <a:noFill/>
            <a:ln>
              <a:noFill/>
            </a:ln>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降福　</a:t>
            </a:r>
            <a:r>
              <a:rPr lang="en-AU" dirty="0"/>
              <a:t>Final Blessing　</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愿全能的天主，圣父、圣子、圣神，降福你们。</a:t>
            </a:r>
            <a:endParaRPr lang="en-AU" altLang="zh-CN" dirty="0"/>
          </a:p>
          <a:p>
            <a:pPr marL="0" indent="0" algn="just">
              <a:buNone/>
            </a:pPr>
            <a:endParaRPr lang="zh-CN" altLang="en-US" dirty="0"/>
          </a:p>
          <a:p>
            <a:pPr marL="0" indent="0" algn="just">
              <a:buNone/>
            </a:pPr>
            <a:r>
              <a:rPr lang="zh-CN" altLang="en-US" b="1" dirty="0"/>
              <a:t>答：阿们。</a:t>
            </a:r>
            <a:endParaRPr lang="en-AU" b="1" dirty="0"/>
          </a:p>
        </p:txBody>
      </p:sp>
      <p:sp>
        <p:nvSpPr>
          <p:cNvPr id="4" name="Content Placeholder 3"/>
          <p:cNvSpPr>
            <a:spLocks noGrp="1"/>
          </p:cNvSpPr>
          <p:nvPr>
            <p:ph sz="half" idx="2"/>
          </p:nvPr>
        </p:nvSpPr>
        <p:spPr/>
        <p:txBody>
          <a:bodyPr>
            <a:normAutofit/>
          </a:bodyPr>
          <a:lstStyle/>
          <a:p>
            <a:pPr marL="0" indent="0" algn="l">
              <a:buNone/>
            </a:pPr>
            <a:r>
              <a:rPr lang="en-GB" sz="3200" dirty="0"/>
              <a:t>May almighty God bless you, the Father, and the son, and the Holy Spirit.</a:t>
            </a:r>
            <a:endParaRPr lang="en-GB" sz="3200" dirty="0"/>
          </a:p>
          <a:p>
            <a:pPr marL="0" indent="0" algn="l">
              <a:buNone/>
            </a:pPr>
            <a:endParaRPr lang="en-GB" sz="3200" dirty="0"/>
          </a:p>
          <a:p>
            <a:pPr marL="0" indent="0" algn="l">
              <a:buNone/>
            </a:pPr>
            <a:r>
              <a:rPr lang="en-GB" sz="3200" b="1" dirty="0"/>
              <a:t>R. Amen.</a:t>
            </a:r>
            <a:endParaRPr lang="en-GB" sz="3200"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降福　</a:t>
            </a:r>
            <a:r>
              <a:rPr lang="en-AU" dirty="0"/>
              <a:t>Final Blessing　</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a:buNone/>
            </a:pPr>
            <a:r>
              <a:rPr lang="zh-CN" altLang="en-US" dirty="0"/>
              <a:t>弥撒礼成。</a:t>
            </a:r>
            <a:endParaRPr lang="zh-CN" altLang="en-US" dirty="0"/>
          </a:p>
          <a:p>
            <a:pPr marL="0" indent="0" algn="just">
              <a:buNone/>
            </a:pPr>
            <a:endParaRPr lang="zh-CN" altLang="en-US" dirty="0"/>
          </a:p>
          <a:p>
            <a:pPr marL="0" indent="0" algn="just">
              <a:buNone/>
            </a:pPr>
            <a:r>
              <a:rPr lang="zh-CN" altLang="en-US" b="1" dirty="0"/>
              <a:t>答：感谢天主</a:t>
            </a:r>
            <a:r>
              <a:rPr lang="zh-CN" altLang="en-US" dirty="0"/>
              <a:t>。</a:t>
            </a:r>
            <a:endParaRPr lang="zh-CN" altLang="en-US" dirty="0"/>
          </a:p>
        </p:txBody>
      </p:sp>
      <p:sp>
        <p:nvSpPr>
          <p:cNvPr id="4" name="Content Placeholder 3"/>
          <p:cNvSpPr>
            <a:spLocks noGrp="1"/>
          </p:cNvSpPr>
          <p:nvPr>
            <p:ph sz="half" idx="2"/>
          </p:nvPr>
        </p:nvSpPr>
        <p:spPr/>
        <p:txBody>
          <a:bodyPr>
            <a:normAutofit/>
          </a:bodyPr>
          <a:lstStyle/>
          <a:p>
            <a:pPr marL="0" indent="0" algn="l">
              <a:buNone/>
            </a:pPr>
            <a:r>
              <a:rPr lang="en-GB" sz="3200" dirty="0"/>
              <a:t>Go forth, the Mass is ended. </a:t>
            </a:r>
            <a:endParaRPr lang="en-GB" sz="3200" dirty="0"/>
          </a:p>
          <a:p>
            <a:pPr marL="0" indent="0" algn="l">
              <a:buNone/>
            </a:pPr>
            <a:endParaRPr lang="en-GB" sz="3200" dirty="0"/>
          </a:p>
          <a:p>
            <a:pPr marL="0" indent="0" algn="l">
              <a:buNone/>
            </a:pPr>
            <a:r>
              <a:rPr lang="en-GB" sz="3200" b="1" dirty="0"/>
              <a:t>R. Thanks be to God.</a:t>
            </a:r>
            <a:endParaRPr lang="en-GB" sz="3200" b="1" dirty="0"/>
          </a:p>
          <a:p>
            <a:pPr algn="l"/>
            <a:endParaRPr lang="en-AU" dirty="0"/>
          </a:p>
        </p:txBody>
      </p:sp>
      <p:sp>
        <p:nvSpPr>
          <p:cNvPr id="5" name="Arrow: Right 4">
            <a:hlinkClick r:id="" action="ppaction://noaction"/>
          </p:cNvPr>
          <p:cNvSpPr/>
          <p:nvPr/>
        </p:nvSpPr>
        <p:spPr>
          <a:xfrm>
            <a:off x="7239971" y="6070985"/>
            <a:ext cx="1551973" cy="436906"/>
          </a:xfrm>
          <a:prstGeom prst="rightArrow">
            <a:avLst>
              <a:gd name="adj1" fmla="val 100000"/>
              <a:gd name="adj2" fmla="val 50000"/>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t>祷文</a:t>
            </a:r>
            <a:endParaRPr 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圣弥额尔总领天使祷文　</a:t>
            </a:r>
            <a:r>
              <a:rPr lang="en-AU" dirty="0"/>
              <a:t>St. Michael’s Prayer</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b="1" dirty="0"/>
              <a:t>圣弥额尔总领天使在战争的日子里保卫我们，免我们陷入魔鬼邪恶的阴谋，和奸诈的陷阱中，</a:t>
            </a:r>
            <a:endParaRPr lang="zh-CN" altLang="en-US" b="1" dirty="0"/>
          </a:p>
          <a:p>
            <a:pPr algn="just" hangingPunct="0"/>
            <a:endParaRPr lang="en-AU" dirty="0"/>
          </a:p>
        </p:txBody>
      </p:sp>
      <p:sp>
        <p:nvSpPr>
          <p:cNvPr id="4" name="Content Placeholder 3"/>
          <p:cNvSpPr>
            <a:spLocks noGrp="1"/>
          </p:cNvSpPr>
          <p:nvPr>
            <p:ph sz="half" idx="2"/>
          </p:nvPr>
        </p:nvSpPr>
        <p:spPr/>
        <p:txBody>
          <a:bodyPr>
            <a:normAutofit/>
          </a:bodyPr>
          <a:lstStyle/>
          <a:p>
            <a:pPr marL="0" indent="0" algn="l">
              <a:buNone/>
            </a:pPr>
            <a:r>
              <a:rPr lang="en-GB" b="1" dirty="0"/>
              <a:t>St Michael the Archangel, defend us in the hour of battle; be our defence against the wickedness and snares of the devil. </a:t>
            </a:r>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圣弥额尔总领天使祷文　</a:t>
            </a:r>
            <a:r>
              <a:rPr lang="en-AU" dirty="0"/>
              <a:t>St. Michael’s Prayer</a:t>
            </a:r>
            <a:br>
              <a:rPr lang="en-AU" dirty="0"/>
            </a:br>
            <a:endParaRPr lang="en-AU" dirty="0"/>
          </a:p>
        </p:txBody>
      </p:sp>
      <p:sp>
        <p:nvSpPr>
          <p:cNvPr id="3" name="Content Placeholder 2"/>
          <p:cNvSpPr>
            <a:spLocks noGrp="1"/>
          </p:cNvSpPr>
          <p:nvPr>
            <p:ph sz="half" idx="1"/>
          </p:nvPr>
        </p:nvSpPr>
        <p:spPr/>
        <p:txBody>
          <a:bodyPr>
            <a:normAutofit/>
          </a:bodyPr>
          <a:lstStyle/>
          <a:p>
            <a:pPr marL="0" indent="0" algn="just" hangingPunct="0">
              <a:buNone/>
            </a:pPr>
            <a:r>
              <a:rPr lang="zh-CN" altLang="en-US" b="1" dirty="0"/>
              <a:t>我们谦卑地祈求，但愿上主谴责它。</a:t>
            </a:r>
            <a:endParaRPr lang="zh-CN" altLang="en-US" b="1" dirty="0"/>
          </a:p>
          <a:p>
            <a:pPr algn="just" hangingPunct="0"/>
            <a:endParaRPr lang="en-AU" dirty="0"/>
          </a:p>
        </p:txBody>
      </p:sp>
      <p:sp>
        <p:nvSpPr>
          <p:cNvPr id="4" name="Content Placeholder 3"/>
          <p:cNvSpPr>
            <a:spLocks noGrp="1"/>
          </p:cNvSpPr>
          <p:nvPr>
            <p:ph sz="half" idx="2"/>
          </p:nvPr>
        </p:nvSpPr>
        <p:spPr/>
        <p:txBody>
          <a:bodyPr>
            <a:normAutofit/>
          </a:bodyPr>
          <a:lstStyle/>
          <a:p>
            <a:pPr marL="0" indent="0" algn="l">
              <a:buNone/>
            </a:pPr>
            <a:r>
              <a:rPr lang="en-GB" b="1" dirty="0"/>
              <a:t>May God rebuke him, we humbly pray; </a:t>
            </a: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圣弥额尔总领天使祷文　</a:t>
            </a:r>
            <a:r>
              <a:rPr lang="en-AU" dirty="0"/>
              <a:t>St. Michael’s Prayer</a:t>
            </a:r>
            <a:br>
              <a:rPr lang="en-AU" dirty="0"/>
            </a:br>
            <a:endParaRPr lang="en-AU" dirty="0"/>
          </a:p>
        </p:txBody>
      </p:sp>
      <p:sp>
        <p:nvSpPr>
          <p:cNvPr id="3" name="Content Placeholder 2"/>
          <p:cNvSpPr>
            <a:spLocks noGrp="1"/>
          </p:cNvSpPr>
          <p:nvPr>
            <p:ph sz="half" idx="1"/>
          </p:nvPr>
        </p:nvSpPr>
        <p:spPr/>
        <p:txBody>
          <a:bodyPr>
            <a:normAutofit fontScale="93000"/>
          </a:bodyPr>
          <a:lstStyle/>
          <a:p>
            <a:pPr marL="0" indent="0" algn="just" hangingPunct="0">
              <a:buNone/>
            </a:pPr>
            <a:r>
              <a:rPr lang="zh-CN" altLang="en-US" b="1" dirty="0"/>
              <a:t>上主万军的统帅，求你因上主的威能，把徘徊人间，引诱人灵，使其丧亡的撒殚及其他邪灵，抛下地狱里去。阿们。</a:t>
            </a:r>
            <a:endParaRPr lang="zh-CN" altLang="en-US" b="1" dirty="0"/>
          </a:p>
          <a:p>
            <a:pPr marL="0" indent="0" algn="just" hangingPunct="0">
              <a:buNone/>
            </a:pPr>
            <a:endParaRPr lang="en-AU" dirty="0"/>
          </a:p>
        </p:txBody>
      </p:sp>
      <p:sp>
        <p:nvSpPr>
          <p:cNvPr id="4" name="Content Placeholder 3"/>
          <p:cNvSpPr>
            <a:spLocks noGrp="1"/>
          </p:cNvSpPr>
          <p:nvPr>
            <p:ph sz="half" idx="2"/>
          </p:nvPr>
        </p:nvSpPr>
        <p:spPr/>
        <p:txBody>
          <a:bodyPr>
            <a:normAutofit lnSpcReduction="10000"/>
          </a:bodyPr>
          <a:lstStyle/>
          <a:p>
            <a:pPr marL="0" indent="0" algn="l">
              <a:buNone/>
            </a:pPr>
            <a:r>
              <a:rPr lang="en-GB" b="1" dirty="0"/>
              <a:t>and do you, O Prince of the heavenly host, by the power of God, cast into hell Satan and all the evil spirits who prowl about the world for the ruin of souls. Amen. </a:t>
            </a:r>
            <a:endParaRPr lang="en-GB"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altLang="zh-TW" dirty="0"/>
            </a:br>
            <a:r>
              <a:rPr lang="zh-TW" altLang="en-US" dirty="0"/>
              <a:t>求圣母护佑颂　</a:t>
            </a:r>
            <a:r>
              <a:rPr lang="en-AU" dirty="0"/>
              <a:t>Sub Tuum </a:t>
            </a:r>
            <a:r>
              <a:rPr lang="en-AU" dirty="0" err="1"/>
              <a:t>Præsidium</a:t>
            </a:r>
            <a:br>
              <a:rPr lang="en-AU" dirty="0"/>
            </a:br>
            <a:endParaRPr lang="en-AU" dirty="0"/>
          </a:p>
        </p:txBody>
      </p:sp>
      <p:sp>
        <p:nvSpPr>
          <p:cNvPr id="3" name="Content Placeholder 2"/>
          <p:cNvSpPr>
            <a:spLocks noGrp="1"/>
          </p:cNvSpPr>
          <p:nvPr>
            <p:ph sz="half" idx="1"/>
          </p:nvPr>
        </p:nvSpPr>
        <p:spPr/>
        <p:txBody>
          <a:bodyPr>
            <a:normAutofit fontScale="87000"/>
          </a:bodyPr>
          <a:lstStyle/>
          <a:p>
            <a:pPr marL="0" indent="0" algn="just">
              <a:buNone/>
            </a:pPr>
            <a:r>
              <a:rPr lang="zh-CN" altLang="en-US" b="1" dirty="0"/>
              <a:t>天主圣母，我们投奔到您的庇佑之下；当我们在危难中，请勿弃绝我们的祈祷。荣福的童贞女，求您拯救我们于危险之中。</a:t>
            </a:r>
            <a:endParaRPr lang="zh-CN" altLang="en-US" b="1" dirty="0"/>
          </a:p>
          <a:p>
            <a:pPr algn="just"/>
            <a:endParaRPr lang="en-AU" dirty="0"/>
          </a:p>
        </p:txBody>
      </p:sp>
      <p:sp>
        <p:nvSpPr>
          <p:cNvPr id="4" name="Content Placeholder 3"/>
          <p:cNvSpPr>
            <a:spLocks noGrp="1"/>
          </p:cNvSpPr>
          <p:nvPr>
            <p:ph sz="half" idx="2"/>
          </p:nvPr>
        </p:nvSpPr>
        <p:spPr/>
        <p:txBody>
          <a:bodyPr>
            <a:normAutofit lnSpcReduction="10000"/>
          </a:bodyPr>
          <a:lstStyle/>
          <a:p>
            <a:pPr marL="0" indent="0" algn="l">
              <a:buNone/>
            </a:pPr>
            <a:r>
              <a:rPr lang="en-GB" b="1" dirty="0"/>
              <a:t>We fly to thy protection, O holy Mother of God; despise not our petitions in our necessities, but deliver us always from all dangers, O glorious and blessed Virgin.</a:t>
            </a:r>
            <a:endParaRPr lang="en-GB" b="1" dirty="0"/>
          </a:p>
          <a:p>
            <a:pPr marL="0" indent="0" algn="l">
              <a:buNone/>
            </a:pPr>
            <a:endParaRPr lang="en-GB" b="1" dirty="0"/>
          </a:p>
          <a:p>
            <a:pPr marL="0" indent="0" algn="l">
              <a:buNone/>
            </a:pPr>
            <a:r>
              <a:rPr lang="en-GB" b="1" dirty="0"/>
              <a:t>Amen.</a:t>
            </a:r>
            <a:endParaRPr lang="en-GB" b="1" dirty="0"/>
          </a:p>
          <a:p>
            <a:pPr algn="l"/>
            <a:endParaRPr lang="en-AU"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rcRect b="25000"/>
          <a:stretch>
            <a:fillRect/>
          </a:stretch>
        </p:blipFill>
        <p:spPr>
          <a:xfrm>
            <a:off x="0" y="1"/>
            <a:ext cx="9144001" cy="6858000"/>
          </a:xfrm>
          <a:prstGeom prst="rect">
            <a:avLst/>
          </a:prstGeom>
        </p:spPr>
      </p:pic>
      <p:sp>
        <p:nvSpPr>
          <p:cNvPr id="8" name="Rectangle: Rounded Corners 7"/>
          <p:cNvSpPr/>
          <p:nvPr/>
        </p:nvSpPr>
        <p:spPr>
          <a:xfrm>
            <a:off x="220714" y="1122363"/>
            <a:ext cx="8702565" cy="5524237"/>
          </a:xfrm>
          <a:prstGeom prst="roundRect">
            <a:avLst>
              <a:gd name="adj" fmla="val 2712"/>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rmAutofit/>
          </a:bodyPr>
          <a:lstStyle/>
          <a:p>
            <a:pPr algn="ctr"/>
            <a:r>
              <a:rPr lang="zh-CN" altLang="en-US" sz="6600" b="1" dirty="0">
                <a:solidFill>
                  <a:srgbClr val="C00000"/>
                </a:solidFill>
                <a:latin typeface="楷体"/>
                <a:ea typeface="楷体"/>
              </a:rPr>
              <a:t>礼成咏 · 请手动填入本周歌词</a:t>
            </a:r>
            <a:endParaRPr lang="zh-CN" altLang="en-US" sz="6600" b="1" dirty="0">
              <a:solidFill>
                <a:srgbClr val="C00000"/>
              </a:solidFill>
              <a:latin typeface="楷体"/>
              <a:ea typeface="楷体"/>
            </a:endParaRPr>
          </a:p>
        </p:txBody>
      </p:sp>
      <p:sp>
        <p:nvSpPr>
          <p:cNvPr id="10" name="Rectangle: Rounded Corners 9"/>
          <p:cNvSpPr/>
          <p:nvPr/>
        </p:nvSpPr>
        <p:spPr>
          <a:xfrm>
            <a:off x="220717" y="168142"/>
            <a:ext cx="8702566" cy="790401"/>
          </a:xfrm>
          <a:prstGeom prst="roundRect">
            <a:avLst>
              <a:gd name="adj" fmla="val 11488"/>
            </a:avLst>
          </a:prstGeom>
          <a:solidFill>
            <a:srgbClr val="5572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3600" b="1">
                <a:solidFill>
                  <a:schemeClr val="bg1"/>
                </a:solidFill>
              </a:rPr>
              <a:t>礼成咏　</a:t>
            </a:r>
            <a:r>
              <a:rPr lang="en-US" altLang="zh-TW" sz="3600" b="1">
                <a:solidFill>
                  <a:schemeClr val="bg1"/>
                </a:solidFill>
              </a:rPr>
              <a:t>Recessional Hymn</a:t>
            </a:r>
            <a:endParaRPr lang="en-US" sz="3600" b="1">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EB Garamond + DFKai">
      <a:majorFont>
        <a:latin typeface="EB Garamond"/>
        <a:ea typeface="楷体"/>
        <a:cs typeface=""/>
      </a:majorFont>
      <a:minorFont>
        <a:latin typeface="EB Garamond"/>
        <a:ea typeface="楷体"/>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38945</Words>
  <Application>WPS Presentation</Application>
  <PresentationFormat>On-screen Show (4:3)</PresentationFormat>
  <Paragraphs>1683</Paragraphs>
  <Slides>206</Slides>
  <Notes>0</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206</vt:i4>
      </vt:variant>
    </vt:vector>
  </HeadingPairs>
  <TitlesOfParts>
    <vt:vector size="229" baseType="lpstr">
      <vt:lpstr>Arial</vt:lpstr>
      <vt:lpstr>SimSun</vt:lpstr>
      <vt:lpstr>Wingdings</vt:lpstr>
      <vt:lpstr>EB Garamond</vt:lpstr>
      <vt:lpstr>DFKai-SB</vt:lpstr>
      <vt:lpstr>Thonburi</vt:lpstr>
      <vt:lpstr>楷体</vt:lpstr>
      <vt:lpstr>汉仪楷体KW</vt:lpstr>
      <vt:lpstr>KaiTi</vt:lpstr>
      <vt:lpstr>KaiTi</vt:lpstr>
      <vt:lpstr>Microsoft YaHei</vt:lpstr>
      <vt:lpstr>汉仪旗黑</vt:lpstr>
      <vt:lpstr>Aptos</vt:lpstr>
      <vt:lpstr>Helvetica Neue</vt:lpstr>
      <vt:lpstr>汉仪书宋二KW</vt:lpstr>
      <vt:lpstr>Arial Unicode MS</vt:lpstr>
      <vt:lpstr>DFKai-SB</vt:lpstr>
      <vt:lpstr>EB Garamond</vt:lpstr>
      <vt:lpstr>KaiTi</vt:lpstr>
      <vt:lpstr>楷体</vt:lpstr>
      <vt:lpstr>苹方-简</vt:lpstr>
      <vt:lpstr>SimSun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忏悔礼　Penitential Rite　 </vt:lpstr>
      <vt:lpstr>光荣颂　Gloria</vt:lpstr>
      <vt:lpstr>光荣颂　Gloria</vt:lpstr>
      <vt:lpstr> 光荣颂　Gloria </vt:lpstr>
      <vt:lpstr> 光荣颂　Gloria </vt:lpstr>
      <vt:lpstr> 光荣颂　Gloria </vt:lpstr>
      <vt:lpstr> 集祷经 Collect </vt:lpstr>
      <vt:lpstr>PowerPoint 演示文稿</vt:lpstr>
      <vt:lpstr>PowerPoint 演示文稿</vt:lpstr>
      <vt:lpstr> 读经一  First Reading　 </vt:lpstr>
      <vt:lpstr> 答唱咏  Responsorial Psalm　 </vt:lpstr>
      <vt:lpstr> 读经二  Second Reading　 </vt:lpstr>
      <vt:lpstr> 福音前欢呼  Gospel Acclamation　 </vt:lpstr>
      <vt:lpstr>福音 Gospel</vt:lpstr>
      <vt:lpstr>PowerPoint 演示文稿</vt:lpstr>
      <vt:lpstr> 信经　Creed </vt:lpstr>
      <vt:lpstr> 信经　Creed </vt:lpstr>
      <vt:lpstr> 信经　Creed </vt:lpstr>
      <vt:lpstr> 信经　Creed </vt:lpstr>
      <vt:lpstr> 信经　Creed </vt:lpstr>
      <vt:lpstr> 信经　Creed </vt:lpstr>
      <vt:lpstr> 信经　Creed </vt:lpstr>
      <vt:lpstr> 信经　Creed </vt:lpstr>
      <vt:lpstr> Prayers of the Faithful　信友祷文 </vt:lpstr>
      <vt:lpstr>PowerPoint 演示文稿</vt:lpstr>
      <vt:lpstr>PowerPoint 演示文稿</vt:lpstr>
      <vt:lpstr>PowerPoint 演示文稿</vt:lpstr>
      <vt:lpstr>献礼经　Prayer over the Offerings</vt:lpstr>
      <vt:lpstr> 献礼经　Prayer over the Offerings </vt:lpstr>
      <vt:lpstr> 献礼经　Prayer over the Offerings </vt:lpstr>
      <vt:lpstr> 献礼经　Prayer over the Offerings </vt:lpstr>
      <vt:lpstr>PowerPoint 演示文稿</vt:lpstr>
      <vt:lpstr> 感恩经　Eucharistic Prayer </vt:lpstr>
      <vt:lpstr>PowerPoint 演示文稿</vt:lpstr>
      <vt:lpstr>PowerPoint 演示文稿</vt:lpstr>
      <vt:lpstr> 常年期主日颂谢词（一）　Preface I </vt:lpstr>
      <vt:lpstr> 常年期主日颂谢词（一）　Preface I </vt:lpstr>
      <vt:lpstr> 常年期主日颂谢词（一）　Preface I </vt:lpstr>
      <vt:lpstr> 常年期主日颂谢词（一）　Preface I </vt:lpstr>
      <vt:lpstr> 常年期主日颂谢词（二）　Preface II </vt:lpstr>
      <vt:lpstr> 常年期主日颂谢词（二）　Preface II </vt:lpstr>
      <vt:lpstr> 常年期主日颂谢词（二）　Preface II </vt:lpstr>
      <vt:lpstr> 常年期主日颂谢词（三）　Preface III </vt:lpstr>
      <vt:lpstr> 常年期主日颂谢词（三）　Preface III </vt:lpstr>
      <vt:lpstr> 常年期主日颂谢词（三）　Preface III </vt:lpstr>
      <vt:lpstr> 常年期主日颂谢词（三）　Preface III </vt:lpstr>
      <vt:lpstr>  常年期主日颂谢词（四）　Preface IV  </vt:lpstr>
      <vt:lpstr>  常年期主日颂谢词（四）　Preface IV  </vt:lpstr>
      <vt:lpstr>  常年期主日颂谢词（四）　Preface IV  </vt:lpstr>
      <vt:lpstr>  常年期主日颂谢词（五）　Preface V  </vt:lpstr>
      <vt:lpstr>  常年期主日颂谢词（五）　Preface V  </vt:lpstr>
      <vt:lpstr>  常年期主日颂谢词（五）　Preface V  </vt:lpstr>
      <vt:lpstr>  常年期主日颂谢词（六）　Preface VI  </vt:lpstr>
      <vt:lpstr>  常年期主日颂谢词（六）　Preface VI  </vt:lpstr>
      <vt:lpstr>  常年期主日颂谢词（六）　Preface VI  </vt:lpstr>
      <vt:lpstr>  常年期主日颂谢词（六）　Preface VI  </vt:lpstr>
      <vt:lpstr>  常年期主日颂谢词（七）　Preface VII  </vt:lpstr>
      <vt:lpstr>  常年期主日颂谢词（七）　Preface VII  </vt:lpstr>
      <vt:lpstr>  常年期主日颂谢词（七）　Preface VII  </vt:lpstr>
      <vt:lpstr>  常年期主日颂谢词（七）　Preface VII  </vt:lpstr>
      <vt:lpstr> 常年期主日颂谢词（八）　Preface VIII </vt:lpstr>
      <vt:lpstr> 常年期主日颂谢词（八）　Preface VIII </vt:lpstr>
      <vt:lpstr> 常年期主日颂谢词（八）　Preface VIII </vt:lpstr>
      <vt:lpstr> 常年期主日颂谢词（八）　Preface VIII </vt:lpstr>
      <vt:lpstr>PowerPoint 演示文稿</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Memorial Acclamation　祝圣后欢呼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感恩经（一）　Eucharistic Prayer I </vt:lpstr>
      <vt:lpstr> 颂谢词　Preface </vt:lpstr>
      <vt:lpstr> 颂谢词　Preface </vt:lpstr>
      <vt:lpstr> 颂谢词　Preface </vt:lpstr>
      <vt:lpstr> 颂谢词　Preface </vt:lpstr>
      <vt:lpstr>PowerPoint 演示文稿</vt:lpstr>
      <vt:lpstr> 感恩经（二）　Eucharistic Prayer II </vt:lpstr>
      <vt:lpstr> 感恩经（二）　Eucharistic Prayer II </vt:lpstr>
      <vt:lpstr> 感恩经（二）　Eucharistic Prayer II </vt:lpstr>
      <vt:lpstr> 感恩经（二）　Eucharistic Prayer II </vt:lpstr>
      <vt:lpstr> 感恩经（二）　Eucharistic Prayer II </vt:lpstr>
      <vt:lpstr> 感恩经（二）　Eucharistic Prayer II </vt:lpstr>
      <vt:lpstr> Memorial Acclamation　祝圣后欢呼 </vt:lpstr>
      <vt:lpstr> 感恩经（二）　Eucharistic Prayer II </vt:lpstr>
      <vt:lpstr> 感恩经（二）　Eucharistic Prayer II </vt:lpstr>
      <vt:lpstr> 感恩经（二）　Eucharistic Prayer II </vt:lpstr>
      <vt:lpstr> 感恩经（二）　Eucharistic Prayer II </vt:lpstr>
      <vt:lpstr> 感恩经（二）　Eucharistic Prayer II </vt:lpstr>
      <vt:lpstr> 感恩经（二）　Eucharistic Prayer II </vt:lpstr>
      <vt:lpstr> 感恩经（二）　Eucharistic Prayer II </vt:lpstr>
      <vt:lpstr> 感恩经（三）　Eucharistic Prayer III </vt:lpstr>
      <vt:lpstr> 感恩经（三）　Eucharistic Prayer III </vt:lpstr>
      <vt:lpstr> 感恩经（三）　Eucharistic Prayer III </vt:lpstr>
      <vt:lpstr> 感恩经（三）　Eucharistic Prayer III </vt:lpstr>
      <vt:lpstr> 感恩经（三）　Eucharistic Prayer III </vt:lpstr>
      <vt:lpstr> 感恩经（三）　Eucharistic Prayer III </vt:lpstr>
      <vt:lpstr> 感恩经（三）　Eucharistic Prayer III </vt:lpstr>
      <vt:lpstr> Memorial Acclamation　祝圣后欢呼 </vt:lpstr>
      <vt:lpstr> 感恩经（三）　Eucharistic Prayer III </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感恩经（三）　Eucharistic Prayer III</vt:lpstr>
      <vt:lpstr> 感恩经（四）　Eucharistic Prayer IV </vt:lpstr>
      <vt:lpstr> 感恩经（四）　Eucharistic Prayer IV </vt:lpstr>
      <vt:lpstr> 感恩经（四）　Eucharistic Prayer IV </vt:lpstr>
      <vt:lpstr> 感恩经（四）　Eucharistic Prayer IV </vt:lpstr>
      <vt:lpstr>PowerPoint 演示文稿</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Memorial Acclamation　祝圣后欢呼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感恩经（四）　Eucharistic Prayer IV </vt:lpstr>
      <vt:lpstr> Doxology　圣三颂 </vt:lpstr>
      <vt:lpstr>PowerPoint 演示文稿</vt:lpstr>
      <vt:lpstr> 天主经　The Lord’s Prayer </vt:lpstr>
      <vt:lpstr> 天主经　The Lord’s Prayer </vt:lpstr>
      <vt:lpstr> 天主经　The Lord’s Prayer </vt:lpstr>
      <vt:lpstr> 天主经　The Lord’s Prayer </vt:lpstr>
      <vt:lpstr> 天主经　The Lord’s Prayer </vt:lpstr>
      <vt:lpstr> 天主经　The Lord’s Prayer </vt:lpstr>
      <vt:lpstr> 平安礼　Sign of Peace </vt:lpstr>
      <vt:lpstr> 平安礼　Sign of Peace </vt:lpstr>
      <vt:lpstr> 平安礼　Sign of Peace </vt:lpstr>
      <vt:lpstr> 羔羊颂　Agnus Dei </vt:lpstr>
      <vt:lpstr> 羔羊颂　Agnus Dei </vt:lpstr>
      <vt:lpstr> 领圣体礼　Communion Rite </vt:lpstr>
      <vt:lpstr> 领圣体礼　Communion Rite </vt:lpstr>
      <vt:lpstr> 领主咏　Communion Hymn </vt:lpstr>
      <vt:lpstr> 领圣体后经　Prayer after Communion </vt:lpstr>
      <vt:lpstr> 堂区报告 Parish Announcements </vt:lpstr>
      <vt:lpstr>堂区报告　Parish Announcements</vt:lpstr>
      <vt:lpstr> 降福　Final Blessing　 </vt:lpstr>
      <vt:lpstr> 降福　Final Blessing　 </vt:lpstr>
      <vt:lpstr> 降福　Final Blessing　 </vt:lpstr>
      <vt:lpstr> 圣弥额尔总领天使祷文　St. Michael’s Prayer </vt:lpstr>
      <vt:lpstr> 圣弥额尔总领天使祷文　St. Michael’s Prayer </vt:lpstr>
      <vt:lpstr> 圣弥额尔总领天使祷文　St. Michael’s Prayer </vt:lpstr>
      <vt:lpstr> 求圣母护佑颂　Sub Tuum Præsidium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Fr Vince To</dc:creator>
  <cp:lastModifiedBy>Dylan</cp:lastModifiedBy>
  <cp:revision>89</cp:revision>
  <dcterms:created xsi:type="dcterms:W3CDTF">2026-07-09T11:35:23Z</dcterms:created>
  <dcterms:modified xsi:type="dcterms:W3CDTF">2026-07-09T11:35:23Z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1033-12.1.26026.26026</vt:lpwstr>
  </property>
  <property fmtid="{D5CDD505-2E9C-101B-9397-08002B2CF9AE}" pid="3" name="ICV">
    <vt:lpwstr>EDA6BCCD4B2EA106367A4F6AE82CF7CC_42</vt:lpwstr>
  </property>
</Properties>
</file>